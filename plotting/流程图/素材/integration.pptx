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3" r:id="rId5"/>
    <p:sldId id="265" r:id="rId6"/>
    <p:sldId id="267" r:id="rId7"/>
    <p:sldId id="257" r:id="rId8"/>
    <p:sldId id="260" r:id="rId9"/>
    <p:sldId id="261" r:id="rId10"/>
  </p:sldIdLst>
  <p:sldSz cx="17145000" cy="1047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BFD0"/>
    <a:srgbClr val="6F97B1"/>
    <a:srgbClr val="D1E0E8"/>
    <a:srgbClr val="B7CCD9"/>
    <a:srgbClr val="366D91"/>
    <a:srgbClr val="4F809F"/>
    <a:srgbClr val="497B9C"/>
    <a:srgbClr val="648FAB"/>
    <a:srgbClr val="89A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 II.B–D and Section IV.A–C, Algorithms 1 and 2. This is a conceptual signal-evolution illustration, not simulation or measured data. RF waveforms, energy envelopes, patterns, gain phasors and constellation points are schematic. The receiver interferes the incoming field with a known reference before element-wise square-law detection and subslot integration. Only intensity samples enter the digital algorithms. Stage I uses known pilots to initialize and refine DOAs and complex channel gains with damped Gauss–Newton; the learned channel is reused by Stage II. Stage II uses reference-assisted Gerchberg–Saxton alternating magnitude and finite-alphabet projections: add the known reference in the forward intensity prediction and remove it before back-projection. The cloud-to-constellation imagery depicts iterative constraint enforcement, not coherent I/Q mixing or an independent measured phase signal. The final I/Q traces represent the time-ordered detected complex symbols. No coherent RF downconversion is implied. QPSK is shown only as an illustrative finite constellation.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visual-1">
            <a:extLst>
              <a:ext uri="{FF2B5EF4-FFF2-40B4-BE49-F238E27FC236}">
                <a16:creationId xmlns:a16="http://schemas.microsoft.com/office/drawing/2014/main" id="{D17895CA-DBE8-4A0F-A9A7-5B45B2A26D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76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Received RF waveform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118D4B6E-A282-48DD-84B3-B3B0BE054924}"/>
              </a:ext>
            </a:extLst>
          </p:cNvPr>
          <p:cNvSpPr>
            <a:spLocks noGrp="1"/>
          </p:cNvSpPr>
          <p:nvPr/>
        </p:nvSpPr>
        <p:spPr>
          <a:xfrm>
            <a:off x="5000625" y="4000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Reference interference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400A48DB-2D8E-4150-A1AD-C6AE4B014186}"/>
              </a:ext>
            </a:extLst>
          </p:cNvPr>
          <p:cNvSpPr>
            <a:spLocks noGrp="1"/>
          </p:cNvSpPr>
          <p:nvPr/>
        </p:nvSpPr>
        <p:spPr>
          <a:xfrm>
            <a:off x="9058275" y="40005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Detect &amp; integrate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6FFA8CC7-C315-4329-A817-97BB2ABCFDEB}"/>
              </a:ext>
            </a:extLst>
          </p:cNvPr>
          <p:cNvSpPr>
            <a:spLocks noGrp="1"/>
          </p:cNvSpPr>
          <p:nvPr/>
        </p:nvSpPr>
        <p:spPr>
          <a:xfrm>
            <a:off x="13335000" y="400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Intensity samples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5C4E00F9-4562-4661-BEEA-BE6D2D0BB918}"/>
              </a:ext>
            </a:extLst>
          </p:cNvPr>
          <p:cNvSpPr>
            <a:spLocks noGrp="1"/>
          </p:cNvSpPr>
          <p:nvPr/>
        </p:nvSpPr>
        <p:spPr>
          <a:xfrm>
            <a:off x="752475" y="2057400"/>
            <a:ext cx="3038475" cy="953"/>
          </a:xfrm>
          <a:custGeom>
            <a:avLst/>
            <a:gdLst/>
            <a:ahLst/>
            <a:cxnLst/>
            <a:rect l="0" t="0" r="0" b="0"/>
            <a:pathLst>
              <a:path w="3038475" h="953">
                <a:moveTo>
                  <a:pt x="0" y="0"/>
                </a:moveTo>
                <a:lnTo>
                  <a:pt x="3038475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B878C939-E42D-4D26-9D13-9F5312F2C21B}"/>
              </a:ext>
            </a:extLst>
          </p:cNvPr>
          <p:cNvSpPr>
            <a:spLocks noGrp="1"/>
          </p:cNvSpPr>
          <p:nvPr/>
        </p:nvSpPr>
        <p:spPr>
          <a:xfrm>
            <a:off x="752475" y="1588690"/>
            <a:ext cx="3038475" cy="933959"/>
          </a:xfrm>
          <a:custGeom>
            <a:avLst/>
            <a:gdLst/>
            <a:ahLst/>
            <a:cxnLst/>
            <a:rect l="0" t="0" r="0" b="0"/>
            <a:pathLst>
              <a:path w="3038475" h="933959">
                <a:moveTo>
                  <a:pt x="0" y="553637"/>
                </a:moveTo>
                <a:lnTo>
                  <a:pt x="9235" y="682231"/>
                </a:lnTo>
                <a:lnTo>
                  <a:pt x="18471" y="792101"/>
                </a:lnTo>
                <a:lnTo>
                  <a:pt x="27706" y="871713"/>
                </a:lnTo>
                <a:lnTo>
                  <a:pt x="36942" y="912550"/>
                </a:lnTo>
                <a:lnTo>
                  <a:pt x="46177" y="910015"/>
                </a:lnTo>
                <a:lnTo>
                  <a:pt x="55413" y="863916"/>
                </a:lnTo>
                <a:lnTo>
                  <a:pt x="64648" y="778485"/>
                </a:lnTo>
                <a:lnTo>
                  <a:pt x="73884" y="661928"/>
                </a:lnTo>
                <a:lnTo>
                  <a:pt x="83119" y="525579"/>
                </a:lnTo>
                <a:lnTo>
                  <a:pt x="92355" y="382728"/>
                </a:lnTo>
                <a:lnTo>
                  <a:pt x="101590" y="247277"/>
                </a:lnTo>
                <a:lnTo>
                  <a:pt x="110826" y="132346"/>
                </a:lnTo>
                <a:lnTo>
                  <a:pt x="120061" y="48981"/>
                </a:lnTo>
                <a:lnTo>
                  <a:pt x="129297" y="5090"/>
                </a:lnTo>
                <a:lnTo>
                  <a:pt x="138532" y="4715"/>
                </a:lnTo>
                <a:lnTo>
                  <a:pt x="147768" y="47691"/>
                </a:lnTo>
                <a:lnTo>
                  <a:pt x="157003" y="129726"/>
                </a:lnTo>
                <a:lnTo>
                  <a:pt x="166239" y="242876"/>
                </a:lnTo>
                <a:lnTo>
                  <a:pt x="175474" y="376366"/>
                </a:lnTo>
                <a:lnTo>
                  <a:pt x="184710" y="517653"/>
                </a:lnTo>
                <a:lnTo>
                  <a:pt x="193945" y="653637"/>
                </a:lnTo>
                <a:lnTo>
                  <a:pt x="203181" y="771893"/>
                </a:lnTo>
                <a:lnTo>
                  <a:pt x="212416" y="861810"/>
                </a:lnTo>
                <a:lnTo>
                  <a:pt x="221652" y="915528"/>
                </a:lnTo>
                <a:lnTo>
                  <a:pt x="230887" y="928606"/>
                </a:lnTo>
                <a:lnTo>
                  <a:pt x="240123" y="900355"/>
                </a:lnTo>
                <a:lnTo>
                  <a:pt x="249358" y="833820"/>
                </a:lnTo>
                <a:lnTo>
                  <a:pt x="258594" y="735434"/>
                </a:lnTo>
                <a:lnTo>
                  <a:pt x="267829" y="614370"/>
                </a:lnTo>
                <a:lnTo>
                  <a:pt x="277065" y="481669"/>
                </a:lnTo>
                <a:lnTo>
                  <a:pt x="286300" y="349227"/>
                </a:lnTo>
                <a:lnTo>
                  <a:pt x="295536" y="228727"/>
                </a:lnTo>
                <a:lnTo>
                  <a:pt x="304771" y="130624"/>
                </a:lnTo>
                <a:lnTo>
                  <a:pt x="314007" y="63253"/>
                </a:lnTo>
                <a:lnTo>
                  <a:pt x="323242" y="32144"/>
                </a:lnTo>
                <a:lnTo>
                  <a:pt x="332478" y="39596"/>
                </a:lnTo>
                <a:lnTo>
                  <a:pt x="341713" y="84530"/>
                </a:lnTo>
                <a:lnTo>
                  <a:pt x="350948" y="162638"/>
                </a:lnTo>
                <a:lnTo>
                  <a:pt x="360184" y="266800"/>
                </a:lnTo>
                <a:lnTo>
                  <a:pt x="369419" y="387733"/>
                </a:lnTo>
                <a:lnTo>
                  <a:pt x="378655" y="514806"/>
                </a:lnTo>
                <a:lnTo>
                  <a:pt x="387890" y="636960"/>
                </a:lnTo>
                <a:lnTo>
                  <a:pt x="397126" y="743653"/>
                </a:lnTo>
                <a:lnTo>
                  <a:pt x="406361" y="825744"/>
                </a:lnTo>
                <a:lnTo>
                  <a:pt x="415597" y="876256"/>
                </a:lnTo>
                <a:lnTo>
                  <a:pt x="424832" y="890951"/>
                </a:lnTo>
                <a:lnTo>
                  <a:pt x="434068" y="868679"/>
                </a:lnTo>
                <a:lnTo>
                  <a:pt x="443303" y="811455"/>
                </a:lnTo>
                <a:lnTo>
                  <a:pt x="452539" y="724289"/>
                </a:lnTo>
                <a:lnTo>
                  <a:pt x="461774" y="614757"/>
                </a:lnTo>
                <a:lnTo>
                  <a:pt x="471010" y="492360"/>
                </a:lnTo>
                <a:lnTo>
                  <a:pt x="480245" y="367724"/>
                </a:lnTo>
                <a:lnTo>
                  <a:pt x="489481" y="251696"/>
                </a:lnTo>
                <a:lnTo>
                  <a:pt x="498716" y="154424"/>
                </a:lnTo>
                <a:lnTo>
                  <a:pt x="507952" y="84482"/>
                </a:lnTo>
                <a:lnTo>
                  <a:pt x="517187" y="48126"/>
                </a:lnTo>
                <a:lnTo>
                  <a:pt x="526423" y="48738"/>
                </a:lnTo>
                <a:lnTo>
                  <a:pt x="535658" y="86505"/>
                </a:lnTo>
                <a:lnTo>
                  <a:pt x="544894" y="158372"/>
                </a:lnTo>
                <a:lnTo>
                  <a:pt x="554129" y="258276"/>
                </a:lnTo>
                <a:lnTo>
                  <a:pt x="563365" y="377638"/>
                </a:lnTo>
                <a:lnTo>
                  <a:pt x="572600" y="506083"/>
                </a:lnTo>
                <a:lnTo>
                  <a:pt x="581836" y="632335"/>
                </a:lnTo>
                <a:lnTo>
                  <a:pt x="591071" y="745195"/>
                </a:lnTo>
                <a:lnTo>
                  <a:pt x="600307" y="834533"/>
                </a:lnTo>
                <a:lnTo>
                  <a:pt x="609542" y="892202"/>
                </a:lnTo>
                <a:lnTo>
                  <a:pt x="618778" y="912785"/>
                </a:lnTo>
                <a:lnTo>
                  <a:pt x="628013" y="894113"/>
                </a:lnTo>
                <a:lnTo>
                  <a:pt x="637249" y="837493"/>
                </a:lnTo>
                <a:lnTo>
                  <a:pt x="646484" y="747630"/>
                </a:lnTo>
                <a:lnTo>
                  <a:pt x="655720" y="632235"/>
                </a:lnTo>
                <a:lnTo>
                  <a:pt x="664955" y="501365"/>
                </a:lnTo>
                <a:lnTo>
                  <a:pt x="674191" y="366526"/>
                </a:lnTo>
                <a:lnTo>
                  <a:pt x="683426" y="239654"/>
                </a:lnTo>
                <a:lnTo>
                  <a:pt x="692661" y="132032"/>
                </a:lnTo>
                <a:lnTo>
                  <a:pt x="701897" y="53272"/>
                </a:lnTo>
                <a:lnTo>
                  <a:pt x="711132" y="10439"/>
                </a:lnTo>
                <a:lnTo>
                  <a:pt x="720368" y="7406"/>
                </a:lnTo>
                <a:lnTo>
                  <a:pt x="729603" y="44508"/>
                </a:lnTo>
                <a:lnTo>
                  <a:pt x="738839" y="118512"/>
                </a:lnTo>
                <a:lnTo>
                  <a:pt x="748074" y="222922"/>
                </a:lnTo>
                <a:lnTo>
                  <a:pt x="757310" y="348581"/>
                </a:lnTo>
                <a:lnTo>
                  <a:pt x="766545" y="484505"/>
                </a:lnTo>
                <a:lnTo>
                  <a:pt x="775781" y="618891"/>
                </a:lnTo>
                <a:lnTo>
                  <a:pt x="785016" y="740175"/>
                </a:lnTo>
                <a:lnTo>
                  <a:pt x="794252" y="838060"/>
                </a:lnTo>
                <a:lnTo>
                  <a:pt x="803487" y="904416"/>
                </a:lnTo>
                <a:lnTo>
                  <a:pt x="812723" y="933959"/>
                </a:lnTo>
                <a:lnTo>
                  <a:pt x="821958" y="924667"/>
                </a:lnTo>
                <a:lnTo>
                  <a:pt x="831194" y="877886"/>
                </a:lnTo>
                <a:lnTo>
                  <a:pt x="840429" y="798140"/>
                </a:lnTo>
                <a:lnTo>
                  <a:pt x="849665" y="692651"/>
                </a:lnTo>
                <a:lnTo>
                  <a:pt x="858900" y="570644"/>
                </a:lnTo>
                <a:lnTo>
                  <a:pt x="868136" y="442490"/>
                </a:lnTo>
                <a:lnTo>
                  <a:pt x="877371" y="318782"/>
                </a:lnTo>
                <a:lnTo>
                  <a:pt x="886607" y="209422"/>
                </a:lnTo>
                <a:lnTo>
                  <a:pt x="895842" y="122806"/>
                </a:lnTo>
                <a:lnTo>
                  <a:pt x="905078" y="65176"/>
                </a:lnTo>
                <a:lnTo>
                  <a:pt x="914313" y="40180"/>
                </a:lnTo>
                <a:lnTo>
                  <a:pt x="923549" y="48685"/>
                </a:lnTo>
                <a:lnTo>
                  <a:pt x="932784" y="88825"/>
                </a:lnTo>
                <a:lnTo>
                  <a:pt x="942020" y="156286"/>
                </a:lnTo>
                <a:lnTo>
                  <a:pt x="951255" y="244780"/>
                </a:lnTo>
                <a:lnTo>
                  <a:pt x="960491" y="346655"/>
                </a:lnTo>
                <a:lnTo>
                  <a:pt x="969726" y="453591"/>
                </a:lnTo>
                <a:lnTo>
                  <a:pt x="978962" y="557299"/>
                </a:lnTo>
                <a:lnTo>
                  <a:pt x="988197" y="650186"/>
                </a:lnTo>
                <a:lnTo>
                  <a:pt x="997433" y="725909"/>
                </a:lnTo>
                <a:lnTo>
                  <a:pt x="1006668" y="779800"/>
                </a:lnTo>
                <a:lnTo>
                  <a:pt x="1015903" y="809122"/>
                </a:lnTo>
                <a:lnTo>
                  <a:pt x="1025139" y="813156"/>
                </a:lnTo>
                <a:lnTo>
                  <a:pt x="1034374" y="793117"/>
                </a:lnTo>
                <a:lnTo>
                  <a:pt x="1043610" y="751925"/>
                </a:lnTo>
                <a:lnTo>
                  <a:pt x="1052845" y="693860"/>
                </a:lnTo>
                <a:lnTo>
                  <a:pt x="1062081" y="624140"/>
                </a:lnTo>
                <a:lnTo>
                  <a:pt x="1071316" y="548450"/>
                </a:lnTo>
                <a:lnTo>
                  <a:pt x="1080552" y="472484"/>
                </a:lnTo>
                <a:lnTo>
                  <a:pt x="1089787" y="401520"/>
                </a:lnTo>
                <a:lnTo>
                  <a:pt x="1099023" y="340060"/>
                </a:lnTo>
                <a:lnTo>
                  <a:pt x="1108258" y="291568"/>
                </a:lnTo>
                <a:lnTo>
                  <a:pt x="1117494" y="258300"/>
                </a:lnTo>
                <a:lnTo>
                  <a:pt x="1126729" y="241250"/>
                </a:lnTo>
                <a:lnTo>
                  <a:pt x="1135965" y="240188"/>
                </a:lnTo>
                <a:lnTo>
                  <a:pt x="1145200" y="253793"/>
                </a:lnTo>
                <a:lnTo>
                  <a:pt x="1154436" y="279850"/>
                </a:lnTo>
                <a:lnTo>
                  <a:pt x="1163671" y="315493"/>
                </a:lnTo>
                <a:lnTo>
                  <a:pt x="1172907" y="357479"/>
                </a:lnTo>
                <a:lnTo>
                  <a:pt x="1182142" y="402451"/>
                </a:lnTo>
                <a:lnTo>
                  <a:pt x="1191378" y="447195"/>
                </a:lnTo>
                <a:lnTo>
                  <a:pt x="1200613" y="488845"/>
                </a:lnTo>
                <a:lnTo>
                  <a:pt x="1209849" y="525050"/>
                </a:lnTo>
                <a:lnTo>
                  <a:pt x="1219084" y="554076"/>
                </a:lnTo>
                <a:lnTo>
                  <a:pt x="1228320" y="574860"/>
                </a:lnTo>
                <a:lnTo>
                  <a:pt x="1237555" y="586999"/>
                </a:lnTo>
                <a:lnTo>
                  <a:pt x="1246791" y="590695"/>
                </a:lnTo>
                <a:lnTo>
                  <a:pt x="1256026" y="586664"/>
                </a:lnTo>
                <a:lnTo>
                  <a:pt x="1265262" y="576018"/>
                </a:lnTo>
                <a:lnTo>
                  <a:pt x="1274497" y="560132"/>
                </a:lnTo>
                <a:lnTo>
                  <a:pt x="1283733" y="540519"/>
                </a:lnTo>
                <a:lnTo>
                  <a:pt x="1292968" y="518704"/>
                </a:lnTo>
                <a:lnTo>
                  <a:pt x="1302204" y="496128"/>
                </a:lnTo>
                <a:lnTo>
                  <a:pt x="1311439" y="474073"/>
                </a:lnTo>
                <a:lnTo>
                  <a:pt x="1320675" y="453614"/>
                </a:lnTo>
                <a:lnTo>
                  <a:pt x="1329910" y="435600"/>
                </a:lnTo>
                <a:lnTo>
                  <a:pt x="1339146" y="420654"/>
                </a:lnTo>
                <a:lnTo>
                  <a:pt x="1348381" y="409202"/>
                </a:lnTo>
                <a:lnTo>
                  <a:pt x="1357616" y="401496"/>
                </a:lnTo>
                <a:lnTo>
                  <a:pt x="1366852" y="397659"/>
                </a:lnTo>
                <a:lnTo>
                  <a:pt x="1376087" y="397709"/>
                </a:lnTo>
                <a:lnTo>
                  <a:pt x="1385323" y="401588"/>
                </a:lnTo>
                <a:lnTo>
                  <a:pt x="1394558" y="409164"/>
                </a:lnTo>
                <a:lnTo>
                  <a:pt x="1403794" y="420229"/>
                </a:lnTo>
                <a:lnTo>
                  <a:pt x="1413029" y="434477"/>
                </a:lnTo>
                <a:lnTo>
                  <a:pt x="1422265" y="451475"/>
                </a:lnTo>
                <a:lnTo>
                  <a:pt x="1431500" y="470628"/>
                </a:lnTo>
                <a:lnTo>
                  <a:pt x="1440736" y="491154"/>
                </a:lnTo>
                <a:lnTo>
                  <a:pt x="1449971" y="512065"/>
                </a:lnTo>
                <a:lnTo>
                  <a:pt x="1459207" y="532176"/>
                </a:lnTo>
                <a:lnTo>
                  <a:pt x="1468442" y="550139"/>
                </a:lnTo>
                <a:lnTo>
                  <a:pt x="1477678" y="564505"/>
                </a:lnTo>
                <a:lnTo>
                  <a:pt x="1486913" y="573818"/>
                </a:lnTo>
                <a:lnTo>
                  <a:pt x="1496149" y="576743"/>
                </a:lnTo>
                <a:lnTo>
                  <a:pt x="1505384" y="572199"/>
                </a:lnTo>
                <a:lnTo>
                  <a:pt x="1514620" y="559508"/>
                </a:lnTo>
                <a:lnTo>
                  <a:pt x="1523855" y="538529"/>
                </a:lnTo>
                <a:lnTo>
                  <a:pt x="1533091" y="509769"/>
                </a:lnTo>
                <a:lnTo>
                  <a:pt x="1542326" y="474445"/>
                </a:lnTo>
                <a:lnTo>
                  <a:pt x="1551562" y="434493"/>
                </a:lnTo>
                <a:lnTo>
                  <a:pt x="1560797" y="392507"/>
                </a:lnTo>
                <a:lnTo>
                  <a:pt x="1570033" y="351601"/>
                </a:lnTo>
                <a:lnTo>
                  <a:pt x="1579268" y="315205"/>
                </a:lnTo>
                <a:lnTo>
                  <a:pt x="1588504" y="286797"/>
                </a:lnTo>
                <a:lnTo>
                  <a:pt x="1597739" y="269598"/>
                </a:lnTo>
                <a:lnTo>
                  <a:pt x="1606975" y="266246"/>
                </a:lnTo>
                <a:lnTo>
                  <a:pt x="1616210" y="278486"/>
                </a:lnTo>
                <a:lnTo>
                  <a:pt x="1625446" y="306912"/>
                </a:lnTo>
                <a:lnTo>
                  <a:pt x="1634681" y="350781"/>
                </a:lnTo>
                <a:lnTo>
                  <a:pt x="1643917" y="407935"/>
                </a:lnTo>
                <a:lnTo>
                  <a:pt x="1653152" y="474852"/>
                </a:lnTo>
                <a:lnTo>
                  <a:pt x="1662388" y="546833"/>
                </a:lnTo>
                <a:lnTo>
                  <a:pt x="1671623" y="618307"/>
                </a:lnTo>
                <a:lnTo>
                  <a:pt x="1680859" y="683266"/>
                </a:lnTo>
                <a:lnTo>
                  <a:pt x="1690094" y="735763"/>
                </a:lnTo>
                <a:lnTo>
                  <a:pt x="1699329" y="770462"/>
                </a:lnTo>
                <a:lnTo>
                  <a:pt x="1708565" y="783168"/>
                </a:lnTo>
                <a:lnTo>
                  <a:pt x="1717800" y="771295"/>
                </a:lnTo>
                <a:lnTo>
                  <a:pt x="1727036" y="734218"/>
                </a:lnTo>
                <a:lnTo>
                  <a:pt x="1736271" y="673469"/>
                </a:lnTo>
                <a:lnTo>
                  <a:pt x="1745507" y="592740"/>
                </a:lnTo>
                <a:lnTo>
                  <a:pt x="1754742" y="497686"/>
                </a:lnTo>
                <a:lnTo>
                  <a:pt x="1763978" y="395535"/>
                </a:lnTo>
                <a:lnTo>
                  <a:pt x="1773213" y="294525"/>
                </a:lnTo>
                <a:lnTo>
                  <a:pt x="1782449" y="203214"/>
                </a:lnTo>
                <a:lnTo>
                  <a:pt x="1791684" y="129733"/>
                </a:lnTo>
                <a:lnTo>
                  <a:pt x="1800920" y="81030"/>
                </a:lnTo>
                <a:lnTo>
                  <a:pt x="1810155" y="62198"/>
                </a:lnTo>
                <a:lnTo>
                  <a:pt x="1819391" y="75941"/>
                </a:lnTo>
                <a:lnTo>
                  <a:pt x="1828626" y="122243"/>
                </a:lnTo>
                <a:lnTo>
                  <a:pt x="1837862" y="198269"/>
                </a:lnTo>
                <a:lnTo>
                  <a:pt x="1847097" y="298526"/>
                </a:lnTo>
                <a:lnTo>
                  <a:pt x="1856333" y="415271"/>
                </a:lnTo>
                <a:lnTo>
                  <a:pt x="1865568" y="539134"/>
                </a:lnTo>
                <a:lnTo>
                  <a:pt x="1874804" y="659904"/>
                </a:lnTo>
                <a:lnTo>
                  <a:pt x="1884039" y="767409"/>
                </a:lnTo>
                <a:lnTo>
                  <a:pt x="1893275" y="852414"/>
                </a:lnTo>
                <a:lnTo>
                  <a:pt x="1902510" y="907445"/>
                </a:lnTo>
                <a:lnTo>
                  <a:pt x="1911746" y="927468"/>
                </a:lnTo>
                <a:lnTo>
                  <a:pt x="1920981" y="910360"/>
                </a:lnTo>
                <a:lnTo>
                  <a:pt x="1930217" y="857127"/>
                </a:lnTo>
                <a:lnTo>
                  <a:pt x="1939452" y="771843"/>
                </a:lnTo>
                <a:lnTo>
                  <a:pt x="1948688" y="661320"/>
                </a:lnTo>
                <a:lnTo>
                  <a:pt x="1957923" y="534538"/>
                </a:lnTo>
                <a:lnTo>
                  <a:pt x="1967159" y="401879"/>
                </a:lnTo>
                <a:lnTo>
                  <a:pt x="1976394" y="274247"/>
                </a:lnTo>
                <a:lnTo>
                  <a:pt x="1985630" y="162137"/>
                </a:lnTo>
                <a:lnTo>
                  <a:pt x="1994865" y="74748"/>
                </a:lnTo>
                <a:lnTo>
                  <a:pt x="2004101" y="19212"/>
                </a:lnTo>
                <a:lnTo>
                  <a:pt x="2013336" y="0"/>
                </a:lnTo>
                <a:lnTo>
                  <a:pt x="2022572" y="18566"/>
                </a:lnTo>
                <a:lnTo>
                  <a:pt x="2031807" y="73246"/>
                </a:lnTo>
                <a:lnTo>
                  <a:pt x="2041042" y="159420"/>
                </a:lnTo>
                <a:lnTo>
                  <a:pt x="2050278" y="269921"/>
                </a:lnTo>
                <a:lnTo>
                  <a:pt x="2059513" y="395649"/>
                </a:lnTo>
                <a:lnTo>
                  <a:pt x="2068749" y="526343"/>
                </a:lnTo>
                <a:lnTo>
                  <a:pt x="2077984" y="651425"/>
                </a:lnTo>
                <a:lnTo>
                  <a:pt x="2087220" y="760874"/>
                </a:lnTo>
                <a:lnTo>
                  <a:pt x="2096455" y="846023"/>
                </a:lnTo>
                <a:lnTo>
                  <a:pt x="2105691" y="900252"/>
                </a:lnTo>
                <a:lnTo>
                  <a:pt x="2114926" y="919489"/>
                </a:lnTo>
                <a:lnTo>
                  <a:pt x="2124162" y="902512"/>
                </a:lnTo>
                <a:lnTo>
                  <a:pt x="2133397" y="851006"/>
                </a:lnTo>
                <a:lnTo>
                  <a:pt x="2142633" y="769402"/>
                </a:lnTo>
                <a:lnTo>
                  <a:pt x="2151868" y="664486"/>
                </a:lnTo>
                <a:lnTo>
                  <a:pt x="2161104" y="544845"/>
                </a:lnTo>
                <a:lnTo>
                  <a:pt x="2170339" y="420162"/>
                </a:lnTo>
                <a:lnTo>
                  <a:pt x="2179575" y="300449"/>
                </a:lnTo>
                <a:lnTo>
                  <a:pt x="2188810" y="195252"/>
                </a:lnTo>
                <a:lnTo>
                  <a:pt x="2198046" y="112906"/>
                </a:lnTo>
                <a:lnTo>
                  <a:pt x="2207281" y="59886"/>
                </a:lnTo>
                <a:lnTo>
                  <a:pt x="2216517" y="40311"/>
                </a:lnTo>
                <a:lnTo>
                  <a:pt x="2225752" y="55624"/>
                </a:lnTo>
                <a:lnTo>
                  <a:pt x="2234988" y="104487"/>
                </a:lnTo>
                <a:lnTo>
                  <a:pt x="2244223" y="182883"/>
                </a:lnTo>
                <a:lnTo>
                  <a:pt x="2253459" y="284425"/>
                </a:lnTo>
                <a:lnTo>
                  <a:pt x="2262694" y="400855"/>
                </a:lnTo>
                <a:lnTo>
                  <a:pt x="2271930" y="522684"/>
                </a:lnTo>
                <a:lnTo>
                  <a:pt x="2281165" y="639934"/>
                </a:lnTo>
                <a:lnTo>
                  <a:pt x="2290401" y="742931"/>
                </a:lnTo>
                <a:lnTo>
                  <a:pt x="2299636" y="823079"/>
                </a:lnTo>
                <a:lnTo>
                  <a:pt x="2308872" y="873569"/>
                </a:lnTo>
                <a:lnTo>
                  <a:pt x="2318107" y="889958"/>
                </a:lnTo>
                <a:lnTo>
                  <a:pt x="2327343" y="870572"/>
                </a:lnTo>
                <a:lnTo>
                  <a:pt x="2336578" y="816701"/>
                </a:lnTo>
                <a:lnTo>
                  <a:pt x="2345814" y="732554"/>
                </a:lnTo>
                <a:lnTo>
                  <a:pt x="2355049" y="624980"/>
                </a:lnTo>
                <a:lnTo>
                  <a:pt x="2364284" y="502959"/>
                </a:lnTo>
                <a:lnTo>
                  <a:pt x="2373520" y="376895"/>
                </a:lnTo>
                <a:lnTo>
                  <a:pt x="2382755" y="257770"/>
                </a:lnTo>
                <a:lnTo>
                  <a:pt x="2391991" y="156208"/>
                </a:lnTo>
                <a:lnTo>
                  <a:pt x="2401226" y="81537"/>
                </a:lnTo>
                <a:lnTo>
                  <a:pt x="2410462" y="40922"/>
                </a:lnTo>
                <a:lnTo>
                  <a:pt x="2419697" y="38652"/>
                </a:lnTo>
                <a:lnTo>
                  <a:pt x="2428933" y="75655"/>
                </a:lnTo>
                <a:lnTo>
                  <a:pt x="2438168" y="149293"/>
                </a:lnTo>
                <a:lnTo>
                  <a:pt x="2447404" y="253476"/>
                </a:lnTo>
                <a:lnTo>
                  <a:pt x="2456639" y="379100"/>
                </a:lnTo>
                <a:lnTo>
                  <a:pt x="2465875" y="514795"/>
                </a:lnTo>
                <a:lnTo>
                  <a:pt x="2475110" y="647917"/>
                </a:lnTo>
                <a:lnTo>
                  <a:pt x="2484346" y="765713"/>
                </a:lnTo>
                <a:lnTo>
                  <a:pt x="2493581" y="856555"/>
                </a:lnTo>
                <a:lnTo>
                  <a:pt x="2502817" y="911116"/>
                </a:lnTo>
                <a:lnTo>
                  <a:pt x="2512052" y="923371"/>
                </a:lnTo>
                <a:lnTo>
                  <a:pt x="2521288" y="891322"/>
                </a:lnTo>
                <a:lnTo>
                  <a:pt x="2530523" y="817328"/>
                </a:lnTo>
                <a:lnTo>
                  <a:pt x="2539759" y="708023"/>
                </a:lnTo>
                <a:lnTo>
                  <a:pt x="2548994" y="573772"/>
                </a:lnTo>
                <a:lnTo>
                  <a:pt x="2558230" y="427724"/>
                </a:lnTo>
                <a:lnTo>
                  <a:pt x="2567465" y="284530"/>
                </a:lnTo>
                <a:lnTo>
                  <a:pt x="2576701" y="158855"/>
                </a:lnTo>
                <a:lnTo>
                  <a:pt x="2585936" y="63834"/>
                </a:lnTo>
                <a:lnTo>
                  <a:pt x="2595172" y="9637"/>
                </a:lnTo>
                <a:lnTo>
                  <a:pt x="2604407" y="2314"/>
                </a:lnTo>
                <a:lnTo>
                  <a:pt x="2613643" y="43050"/>
                </a:lnTo>
                <a:lnTo>
                  <a:pt x="2622878" y="127941"/>
                </a:lnTo>
                <a:lnTo>
                  <a:pt x="2632114" y="248319"/>
                </a:lnTo>
                <a:lnTo>
                  <a:pt x="2641349" y="391624"/>
                </a:lnTo>
                <a:lnTo>
                  <a:pt x="2650585" y="542721"/>
                </a:lnTo>
                <a:lnTo>
                  <a:pt x="2659820" y="685540"/>
                </a:lnTo>
                <a:lnTo>
                  <a:pt x="2669056" y="804840"/>
                </a:lnTo>
                <a:lnTo>
                  <a:pt x="2678291" y="887912"/>
                </a:lnTo>
                <a:lnTo>
                  <a:pt x="2687527" y="926004"/>
                </a:lnTo>
                <a:lnTo>
                  <a:pt x="2696762" y="915309"/>
                </a:lnTo>
                <a:lnTo>
                  <a:pt x="2705997" y="857395"/>
                </a:lnTo>
                <a:lnTo>
                  <a:pt x="2715233" y="759012"/>
                </a:lnTo>
                <a:lnTo>
                  <a:pt x="2724468" y="631308"/>
                </a:lnTo>
                <a:lnTo>
                  <a:pt x="2733704" y="488532"/>
                </a:lnTo>
                <a:lnTo>
                  <a:pt x="2742939" y="346400"/>
                </a:lnTo>
                <a:lnTo>
                  <a:pt x="2752175" y="220291"/>
                </a:lnTo>
                <a:lnTo>
                  <a:pt x="2761410" y="123517"/>
                </a:lnTo>
                <a:lnTo>
                  <a:pt x="2770646" y="65852"/>
                </a:lnTo>
                <a:lnTo>
                  <a:pt x="2779881" y="52505"/>
                </a:lnTo>
                <a:lnTo>
                  <a:pt x="2789117" y="83642"/>
                </a:lnTo>
                <a:lnTo>
                  <a:pt x="2798352" y="154508"/>
                </a:lnTo>
                <a:lnTo>
                  <a:pt x="2807588" y="256117"/>
                </a:lnTo>
                <a:lnTo>
                  <a:pt x="2816823" y="376409"/>
                </a:lnTo>
                <a:lnTo>
                  <a:pt x="2826059" y="501729"/>
                </a:lnTo>
                <a:lnTo>
                  <a:pt x="2835294" y="618429"/>
                </a:lnTo>
                <a:lnTo>
                  <a:pt x="2844530" y="714404"/>
                </a:lnTo>
                <a:lnTo>
                  <a:pt x="2853765" y="780383"/>
                </a:lnTo>
                <a:lnTo>
                  <a:pt x="2863001" y="810833"/>
                </a:lnTo>
                <a:lnTo>
                  <a:pt x="2872236" y="804378"/>
                </a:lnTo>
                <a:lnTo>
                  <a:pt x="2881472" y="763729"/>
                </a:lnTo>
                <a:lnTo>
                  <a:pt x="2890707" y="695138"/>
                </a:lnTo>
                <a:lnTo>
                  <a:pt x="2899943" y="607491"/>
                </a:lnTo>
                <a:lnTo>
                  <a:pt x="2909178" y="511149"/>
                </a:lnTo>
                <a:lnTo>
                  <a:pt x="2918414" y="416706"/>
                </a:lnTo>
                <a:lnTo>
                  <a:pt x="2927649" y="333811"/>
                </a:lnTo>
                <a:lnTo>
                  <a:pt x="2936885" y="270175"/>
                </a:lnTo>
                <a:lnTo>
                  <a:pt x="2946120" y="230882"/>
                </a:lnTo>
                <a:lnTo>
                  <a:pt x="2955356" y="218049"/>
                </a:lnTo>
                <a:lnTo>
                  <a:pt x="2964591" y="230845"/>
                </a:lnTo>
                <a:lnTo>
                  <a:pt x="2973827" y="265837"/>
                </a:lnTo>
                <a:lnTo>
                  <a:pt x="2983062" y="317595"/>
                </a:lnTo>
                <a:lnTo>
                  <a:pt x="2992298" y="379458"/>
                </a:lnTo>
                <a:lnTo>
                  <a:pt x="3001533" y="444363"/>
                </a:lnTo>
                <a:lnTo>
                  <a:pt x="3010769" y="505629"/>
                </a:lnTo>
                <a:lnTo>
                  <a:pt x="3020004" y="557623"/>
                </a:lnTo>
                <a:lnTo>
                  <a:pt x="3029240" y="596231"/>
                </a:lnTo>
                <a:lnTo>
                  <a:pt x="3038475" y="619118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A268C1B1-66B1-405E-96E7-FE526226048A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3133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Amplitude and phase</a:t>
            </a:r>
          </a:p>
        </p:txBody>
      </p:sp>
      <p:sp>
        <p:nvSpPr>
          <p:cNvPr id="8" name="path-8">
            <a:extLst>
              <a:ext uri="{FF2B5EF4-FFF2-40B4-BE49-F238E27FC236}">
                <a16:creationId xmlns:a16="http://schemas.microsoft.com/office/drawing/2014/main" id="{A5FA48C6-726C-4ED1-A9D9-3290DDF5C79C}"/>
              </a:ext>
            </a:extLst>
          </p:cNvPr>
          <p:cNvSpPr>
            <a:spLocks noGrp="1"/>
          </p:cNvSpPr>
          <p:nvPr/>
        </p:nvSpPr>
        <p:spPr>
          <a:xfrm>
            <a:off x="3943350" y="2057400"/>
            <a:ext cx="725805" cy="953"/>
          </a:xfrm>
          <a:custGeom>
            <a:avLst/>
            <a:gdLst/>
            <a:ahLst/>
            <a:cxnLst/>
            <a:rect l="0" t="0" r="0" b="0"/>
            <a:pathLst>
              <a:path w="725805" h="953">
                <a:moveTo>
                  <a:pt x="0" y="0"/>
                </a:moveTo>
                <a:lnTo>
                  <a:pt x="725805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9" name="path-9">
            <a:extLst>
              <a:ext uri="{FF2B5EF4-FFF2-40B4-BE49-F238E27FC236}">
                <a16:creationId xmlns:a16="http://schemas.microsoft.com/office/drawing/2014/main" id="{2BDF54DD-D603-4622-8134-A059B5B20312}"/>
              </a:ext>
            </a:extLst>
          </p:cNvPr>
          <p:cNvSpPr>
            <a:spLocks noGrp="1"/>
          </p:cNvSpPr>
          <p:nvPr/>
        </p:nvSpPr>
        <p:spPr>
          <a:xfrm>
            <a:off x="46386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holographic-surface">
            <a:extLst>
              <a:ext uri="{FF2B5EF4-FFF2-40B4-BE49-F238E27FC236}">
                <a16:creationId xmlns:a16="http://schemas.microsoft.com/office/drawing/2014/main" id="{60002F41-4DFD-42AA-A684-9B4F22894BC5}"/>
              </a:ext>
            </a:extLst>
          </p:cNvPr>
          <p:cNvSpPr>
            <a:spLocks noGrp="1"/>
          </p:cNvSpPr>
          <p:nvPr/>
        </p:nvSpPr>
        <p:spPr>
          <a:xfrm>
            <a:off x="5067300" y="866775"/>
            <a:ext cx="2705100" cy="2324100"/>
          </a:xfrm>
          <a:custGeom>
            <a:avLst/>
            <a:gdLst/>
            <a:ahLst/>
            <a:cxnLst/>
            <a:rect l="0" t="0" r="0" b="0"/>
            <a:pathLst>
              <a:path w="2705100" h="2324100">
                <a:moveTo>
                  <a:pt x="0" y="552450"/>
                </a:moveTo>
                <a:lnTo>
                  <a:pt x="2705100" y="0"/>
                </a:lnTo>
                <a:lnTo>
                  <a:pt x="2705100" y="1771650"/>
                </a:lnTo>
                <a:lnTo>
                  <a:pt x="0" y="2324100"/>
                </a:lnTo>
                <a:close/>
              </a:path>
            </a:pathLst>
          </a:custGeom>
          <a:solidFill>
            <a:srgbClr val="E5EEF4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11" name="interference-fringes-0-0">
            <a:extLst>
              <a:ext uri="{FF2B5EF4-FFF2-40B4-BE49-F238E27FC236}">
                <a16:creationId xmlns:a16="http://schemas.microsoft.com/office/drawing/2014/main" id="{0A062FF3-9305-454E-92F5-E6CD3AEF6FA7}"/>
              </a:ext>
            </a:extLst>
          </p:cNvPr>
          <p:cNvSpPr>
            <a:spLocks noGrp="1"/>
          </p:cNvSpPr>
          <p:nvPr/>
        </p:nvSpPr>
        <p:spPr>
          <a:xfrm>
            <a:off x="5210175" y="15278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2" name="interference-fringes-0-1">
            <a:extLst>
              <a:ext uri="{FF2B5EF4-FFF2-40B4-BE49-F238E27FC236}">
                <a16:creationId xmlns:a16="http://schemas.microsoft.com/office/drawing/2014/main" id="{C770B414-7161-480E-A93F-A4C20D60B1BE}"/>
              </a:ext>
            </a:extLst>
          </p:cNvPr>
          <p:cNvSpPr>
            <a:spLocks noGrp="1"/>
          </p:cNvSpPr>
          <p:nvPr/>
        </p:nvSpPr>
        <p:spPr>
          <a:xfrm>
            <a:off x="5419725" y="14849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" name="interference-fringes-0-2">
            <a:extLst>
              <a:ext uri="{FF2B5EF4-FFF2-40B4-BE49-F238E27FC236}">
                <a16:creationId xmlns:a16="http://schemas.microsoft.com/office/drawing/2014/main" id="{37227863-977E-45F3-9599-B2EA3CA7EFCC}"/>
              </a:ext>
            </a:extLst>
          </p:cNvPr>
          <p:cNvSpPr>
            <a:spLocks noGrp="1"/>
          </p:cNvSpPr>
          <p:nvPr/>
        </p:nvSpPr>
        <p:spPr>
          <a:xfrm>
            <a:off x="5629275" y="14420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" name="interference-fringes-0-3">
            <a:extLst>
              <a:ext uri="{FF2B5EF4-FFF2-40B4-BE49-F238E27FC236}">
                <a16:creationId xmlns:a16="http://schemas.microsoft.com/office/drawing/2014/main" id="{09D2AD52-86FE-47DE-94B8-309DD66AF21C}"/>
              </a:ext>
            </a:extLst>
          </p:cNvPr>
          <p:cNvSpPr>
            <a:spLocks noGrp="1"/>
          </p:cNvSpPr>
          <p:nvPr/>
        </p:nvSpPr>
        <p:spPr>
          <a:xfrm>
            <a:off x="5838825" y="13992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" name="interference-fringes-0-4">
            <a:extLst>
              <a:ext uri="{FF2B5EF4-FFF2-40B4-BE49-F238E27FC236}">
                <a16:creationId xmlns:a16="http://schemas.microsoft.com/office/drawing/2014/main" id="{83B1AE6F-62F6-4222-8196-0A0206180D1C}"/>
              </a:ext>
            </a:extLst>
          </p:cNvPr>
          <p:cNvSpPr>
            <a:spLocks noGrp="1"/>
          </p:cNvSpPr>
          <p:nvPr/>
        </p:nvSpPr>
        <p:spPr>
          <a:xfrm>
            <a:off x="6048375" y="1356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" name="interference-fringes-0-5">
            <a:extLst>
              <a:ext uri="{FF2B5EF4-FFF2-40B4-BE49-F238E27FC236}">
                <a16:creationId xmlns:a16="http://schemas.microsoft.com/office/drawing/2014/main" id="{DB095B6E-3EB0-488E-B677-D5083894F72F}"/>
              </a:ext>
            </a:extLst>
          </p:cNvPr>
          <p:cNvSpPr>
            <a:spLocks noGrp="1"/>
          </p:cNvSpPr>
          <p:nvPr/>
        </p:nvSpPr>
        <p:spPr>
          <a:xfrm>
            <a:off x="6257925" y="1313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" name="interference-fringes-0-6">
            <a:extLst>
              <a:ext uri="{FF2B5EF4-FFF2-40B4-BE49-F238E27FC236}">
                <a16:creationId xmlns:a16="http://schemas.microsoft.com/office/drawing/2014/main" id="{D6059D6E-E31F-4398-8C48-4A141FC582F0}"/>
              </a:ext>
            </a:extLst>
          </p:cNvPr>
          <p:cNvSpPr>
            <a:spLocks noGrp="1"/>
          </p:cNvSpPr>
          <p:nvPr/>
        </p:nvSpPr>
        <p:spPr>
          <a:xfrm>
            <a:off x="6467475" y="1270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" name="interference-fringes-0-7">
            <a:extLst>
              <a:ext uri="{FF2B5EF4-FFF2-40B4-BE49-F238E27FC236}">
                <a16:creationId xmlns:a16="http://schemas.microsoft.com/office/drawing/2014/main" id="{BB884350-CC93-47F0-A891-403F5E441156}"/>
              </a:ext>
            </a:extLst>
          </p:cNvPr>
          <p:cNvSpPr>
            <a:spLocks noGrp="1"/>
          </p:cNvSpPr>
          <p:nvPr/>
        </p:nvSpPr>
        <p:spPr>
          <a:xfrm>
            <a:off x="6677025" y="1227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" name="interference-fringes-0-8">
            <a:extLst>
              <a:ext uri="{FF2B5EF4-FFF2-40B4-BE49-F238E27FC236}">
                <a16:creationId xmlns:a16="http://schemas.microsoft.com/office/drawing/2014/main" id="{DB67F384-0094-4E7C-9DDE-4311F1212666}"/>
              </a:ext>
            </a:extLst>
          </p:cNvPr>
          <p:cNvSpPr>
            <a:spLocks noGrp="1"/>
          </p:cNvSpPr>
          <p:nvPr/>
        </p:nvSpPr>
        <p:spPr>
          <a:xfrm>
            <a:off x="6886575" y="1184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" name="interference-fringes-0-9">
            <a:extLst>
              <a:ext uri="{FF2B5EF4-FFF2-40B4-BE49-F238E27FC236}">
                <a16:creationId xmlns:a16="http://schemas.microsoft.com/office/drawing/2014/main" id="{8B4AB161-8DEE-4009-A338-FB80B564364A}"/>
              </a:ext>
            </a:extLst>
          </p:cNvPr>
          <p:cNvSpPr>
            <a:spLocks noGrp="1"/>
          </p:cNvSpPr>
          <p:nvPr/>
        </p:nvSpPr>
        <p:spPr>
          <a:xfrm>
            <a:off x="7096125" y="1142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" name="interference-fringes-0-10">
            <a:extLst>
              <a:ext uri="{FF2B5EF4-FFF2-40B4-BE49-F238E27FC236}">
                <a16:creationId xmlns:a16="http://schemas.microsoft.com/office/drawing/2014/main" id="{6C716467-1071-4E24-96A2-9F4C65780239}"/>
              </a:ext>
            </a:extLst>
          </p:cNvPr>
          <p:cNvSpPr>
            <a:spLocks noGrp="1"/>
          </p:cNvSpPr>
          <p:nvPr/>
        </p:nvSpPr>
        <p:spPr>
          <a:xfrm>
            <a:off x="7305675" y="1099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" name="interference-fringes-0-11">
            <a:extLst>
              <a:ext uri="{FF2B5EF4-FFF2-40B4-BE49-F238E27FC236}">
                <a16:creationId xmlns:a16="http://schemas.microsoft.com/office/drawing/2014/main" id="{50F9CE66-B7F2-46A8-A7CB-385818DDF440}"/>
              </a:ext>
            </a:extLst>
          </p:cNvPr>
          <p:cNvSpPr>
            <a:spLocks noGrp="1"/>
          </p:cNvSpPr>
          <p:nvPr/>
        </p:nvSpPr>
        <p:spPr>
          <a:xfrm>
            <a:off x="7515225" y="1056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" name="interference-fringes-1-0">
            <a:extLst>
              <a:ext uri="{FF2B5EF4-FFF2-40B4-BE49-F238E27FC236}">
                <a16:creationId xmlns:a16="http://schemas.microsoft.com/office/drawing/2014/main" id="{63DB40D3-D7B6-4864-B30D-09FDEB7DA2F9}"/>
              </a:ext>
            </a:extLst>
          </p:cNvPr>
          <p:cNvSpPr>
            <a:spLocks noGrp="1"/>
          </p:cNvSpPr>
          <p:nvPr/>
        </p:nvSpPr>
        <p:spPr>
          <a:xfrm>
            <a:off x="5210175" y="17373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" name="interference-fringes-1-1">
            <a:extLst>
              <a:ext uri="{FF2B5EF4-FFF2-40B4-BE49-F238E27FC236}">
                <a16:creationId xmlns:a16="http://schemas.microsoft.com/office/drawing/2014/main" id="{54ECF813-346E-4E10-9516-818401C16EEA}"/>
              </a:ext>
            </a:extLst>
          </p:cNvPr>
          <p:cNvSpPr>
            <a:spLocks noGrp="1"/>
          </p:cNvSpPr>
          <p:nvPr/>
        </p:nvSpPr>
        <p:spPr>
          <a:xfrm>
            <a:off x="5419725" y="16944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8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" name="interference-fringes-1-2">
            <a:extLst>
              <a:ext uri="{FF2B5EF4-FFF2-40B4-BE49-F238E27FC236}">
                <a16:creationId xmlns:a16="http://schemas.microsoft.com/office/drawing/2014/main" id="{F2401FFC-F7E1-4F94-9D07-6213CE8017C8}"/>
              </a:ext>
            </a:extLst>
          </p:cNvPr>
          <p:cNvSpPr>
            <a:spLocks noGrp="1"/>
          </p:cNvSpPr>
          <p:nvPr/>
        </p:nvSpPr>
        <p:spPr>
          <a:xfrm>
            <a:off x="5629275" y="16516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" name="interference-fringes-1-3">
            <a:extLst>
              <a:ext uri="{FF2B5EF4-FFF2-40B4-BE49-F238E27FC236}">
                <a16:creationId xmlns:a16="http://schemas.microsoft.com/office/drawing/2014/main" id="{68AB2759-E3C2-4C8E-BEA7-2B34D943707F}"/>
              </a:ext>
            </a:extLst>
          </p:cNvPr>
          <p:cNvSpPr>
            <a:spLocks noGrp="1"/>
          </p:cNvSpPr>
          <p:nvPr/>
        </p:nvSpPr>
        <p:spPr>
          <a:xfrm>
            <a:off x="5838825" y="16087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" name="interference-fringes-1-4">
            <a:extLst>
              <a:ext uri="{FF2B5EF4-FFF2-40B4-BE49-F238E27FC236}">
                <a16:creationId xmlns:a16="http://schemas.microsoft.com/office/drawing/2014/main" id="{AD5CA8AF-B08C-44D5-A213-450CC6788D10}"/>
              </a:ext>
            </a:extLst>
          </p:cNvPr>
          <p:cNvSpPr>
            <a:spLocks noGrp="1"/>
          </p:cNvSpPr>
          <p:nvPr/>
        </p:nvSpPr>
        <p:spPr>
          <a:xfrm>
            <a:off x="6048375" y="1565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5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" name="interference-fringes-1-5">
            <a:extLst>
              <a:ext uri="{FF2B5EF4-FFF2-40B4-BE49-F238E27FC236}">
                <a16:creationId xmlns:a16="http://schemas.microsoft.com/office/drawing/2014/main" id="{E546BB1A-70C8-4D34-88FB-5A88BB3A97CF}"/>
              </a:ext>
            </a:extLst>
          </p:cNvPr>
          <p:cNvSpPr>
            <a:spLocks noGrp="1"/>
          </p:cNvSpPr>
          <p:nvPr/>
        </p:nvSpPr>
        <p:spPr>
          <a:xfrm>
            <a:off x="6257925" y="1523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" name="interference-fringes-1-6">
            <a:extLst>
              <a:ext uri="{FF2B5EF4-FFF2-40B4-BE49-F238E27FC236}">
                <a16:creationId xmlns:a16="http://schemas.microsoft.com/office/drawing/2014/main" id="{8731E9DD-1AF5-4980-863F-5DD7EA0F21E0}"/>
              </a:ext>
            </a:extLst>
          </p:cNvPr>
          <p:cNvSpPr>
            <a:spLocks noGrp="1"/>
          </p:cNvSpPr>
          <p:nvPr/>
        </p:nvSpPr>
        <p:spPr>
          <a:xfrm>
            <a:off x="6467475" y="1480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" name="interference-fringes-1-7">
            <a:extLst>
              <a:ext uri="{FF2B5EF4-FFF2-40B4-BE49-F238E27FC236}">
                <a16:creationId xmlns:a16="http://schemas.microsoft.com/office/drawing/2014/main" id="{E6B07F11-08C3-4B36-8C17-69012519EE9B}"/>
              </a:ext>
            </a:extLst>
          </p:cNvPr>
          <p:cNvSpPr>
            <a:spLocks noGrp="1"/>
          </p:cNvSpPr>
          <p:nvPr/>
        </p:nvSpPr>
        <p:spPr>
          <a:xfrm>
            <a:off x="6677025" y="1437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" name="interference-fringes-1-8">
            <a:extLst>
              <a:ext uri="{FF2B5EF4-FFF2-40B4-BE49-F238E27FC236}">
                <a16:creationId xmlns:a16="http://schemas.microsoft.com/office/drawing/2014/main" id="{DB6378CC-75C9-4F9D-8543-5D1DA2B55097}"/>
              </a:ext>
            </a:extLst>
          </p:cNvPr>
          <p:cNvSpPr>
            <a:spLocks noGrp="1"/>
          </p:cNvSpPr>
          <p:nvPr/>
        </p:nvSpPr>
        <p:spPr>
          <a:xfrm>
            <a:off x="6886575" y="1394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2" name="interference-fringes-1-9">
            <a:extLst>
              <a:ext uri="{FF2B5EF4-FFF2-40B4-BE49-F238E27FC236}">
                <a16:creationId xmlns:a16="http://schemas.microsoft.com/office/drawing/2014/main" id="{EA9C955C-A0D2-4300-9FB8-387421283F25}"/>
              </a:ext>
            </a:extLst>
          </p:cNvPr>
          <p:cNvSpPr>
            <a:spLocks noGrp="1"/>
          </p:cNvSpPr>
          <p:nvPr/>
        </p:nvSpPr>
        <p:spPr>
          <a:xfrm>
            <a:off x="7096125" y="1351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3" name="interference-fringes-1-10">
            <a:extLst>
              <a:ext uri="{FF2B5EF4-FFF2-40B4-BE49-F238E27FC236}">
                <a16:creationId xmlns:a16="http://schemas.microsoft.com/office/drawing/2014/main" id="{E37BF222-49D3-42C1-8B14-BF188E1C96DB}"/>
              </a:ext>
            </a:extLst>
          </p:cNvPr>
          <p:cNvSpPr>
            <a:spLocks noGrp="1"/>
          </p:cNvSpPr>
          <p:nvPr/>
        </p:nvSpPr>
        <p:spPr>
          <a:xfrm>
            <a:off x="7305675" y="1308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4" name="interference-fringes-1-11">
            <a:extLst>
              <a:ext uri="{FF2B5EF4-FFF2-40B4-BE49-F238E27FC236}">
                <a16:creationId xmlns:a16="http://schemas.microsoft.com/office/drawing/2014/main" id="{717D7ACB-D777-4906-AB49-AAB3AEE7EFBE}"/>
              </a:ext>
            </a:extLst>
          </p:cNvPr>
          <p:cNvSpPr>
            <a:spLocks noGrp="1"/>
          </p:cNvSpPr>
          <p:nvPr/>
        </p:nvSpPr>
        <p:spPr>
          <a:xfrm>
            <a:off x="7515225" y="1265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" name="interference-fringes-2-0">
            <a:extLst>
              <a:ext uri="{FF2B5EF4-FFF2-40B4-BE49-F238E27FC236}">
                <a16:creationId xmlns:a16="http://schemas.microsoft.com/office/drawing/2014/main" id="{E638B2C6-69A2-49F3-84F6-61649F26BD10}"/>
              </a:ext>
            </a:extLst>
          </p:cNvPr>
          <p:cNvSpPr>
            <a:spLocks noGrp="1"/>
          </p:cNvSpPr>
          <p:nvPr/>
        </p:nvSpPr>
        <p:spPr>
          <a:xfrm>
            <a:off x="5210175" y="19469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" name="interference-fringes-2-1">
            <a:extLst>
              <a:ext uri="{FF2B5EF4-FFF2-40B4-BE49-F238E27FC236}">
                <a16:creationId xmlns:a16="http://schemas.microsoft.com/office/drawing/2014/main" id="{A526326D-2AAF-47F0-972A-575E69295A3E}"/>
              </a:ext>
            </a:extLst>
          </p:cNvPr>
          <p:cNvSpPr>
            <a:spLocks noGrp="1"/>
          </p:cNvSpPr>
          <p:nvPr/>
        </p:nvSpPr>
        <p:spPr>
          <a:xfrm>
            <a:off x="5419725" y="19040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7" name="interference-fringes-2-2">
            <a:extLst>
              <a:ext uri="{FF2B5EF4-FFF2-40B4-BE49-F238E27FC236}">
                <a16:creationId xmlns:a16="http://schemas.microsoft.com/office/drawing/2014/main" id="{068BC986-B119-4A79-ACA6-8346CB59CF90}"/>
              </a:ext>
            </a:extLst>
          </p:cNvPr>
          <p:cNvSpPr>
            <a:spLocks noGrp="1"/>
          </p:cNvSpPr>
          <p:nvPr/>
        </p:nvSpPr>
        <p:spPr>
          <a:xfrm>
            <a:off x="5629275" y="18611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" name="interference-fringes-2-3">
            <a:extLst>
              <a:ext uri="{FF2B5EF4-FFF2-40B4-BE49-F238E27FC236}">
                <a16:creationId xmlns:a16="http://schemas.microsoft.com/office/drawing/2014/main" id="{B535E33B-2E3C-4447-831E-7065CB39172A}"/>
              </a:ext>
            </a:extLst>
          </p:cNvPr>
          <p:cNvSpPr>
            <a:spLocks noGrp="1"/>
          </p:cNvSpPr>
          <p:nvPr/>
        </p:nvSpPr>
        <p:spPr>
          <a:xfrm>
            <a:off x="5838825" y="18183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" name="interference-fringes-2-4">
            <a:extLst>
              <a:ext uri="{FF2B5EF4-FFF2-40B4-BE49-F238E27FC236}">
                <a16:creationId xmlns:a16="http://schemas.microsoft.com/office/drawing/2014/main" id="{289E389E-D8AA-4220-AF88-7CE201F4695F}"/>
              </a:ext>
            </a:extLst>
          </p:cNvPr>
          <p:cNvSpPr>
            <a:spLocks noGrp="1"/>
          </p:cNvSpPr>
          <p:nvPr/>
        </p:nvSpPr>
        <p:spPr>
          <a:xfrm>
            <a:off x="6048375" y="1775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590A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" name="interference-fringes-2-5">
            <a:extLst>
              <a:ext uri="{FF2B5EF4-FFF2-40B4-BE49-F238E27FC236}">
                <a16:creationId xmlns:a16="http://schemas.microsoft.com/office/drawing/2014/main" id="{FC357DF9-C87B-4135-8B20-084E733CFE73}"/>
              </a:ext>
            </a:extLst>
          </p:cNvPr>
          <p:cNvSpPr>
            <a:spLocks noGrp="1"/>
          </p:cNvSpPr>
          <p:nvPr/>
        </p:nvSpPr>
        <p:spPr>
          <a:xfrm>
            <a:off x="6257925" y="1732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" name="interference-fringes-2-6">
            <a:extLst>
              <a:ext uri="{FF2B5EF4-FFF2-40B4-BE49-F238E27FC236}">
                <a16:creationId xmlns:a16="http://schemas.microsoft.com/office/drawing/2014/main" id="{EE5D2C44-75AE-4044-8E07-8D02C3110696}"/>
              </a:ext>
            </a:extLst>
          </p:cNvPr>
          <p:cNvSpPr>
            <a:spLocks noGrp="1"/>
          </p:cNvSpPr>
          <p:nvPr/>
        </p:nvSpPr>
        <p:spPr>
          <a:xfrm>
            <a:off x="6467475" y="1689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18DA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2" name="interference-fringes-2-7">
            <a:extLst>
              <a:ext uri="{FF2B5EF4-FFF2-40B4-BE49-F238E27FC236}">
                <a16:creationId xmlns:a16="http://schemas.microsoft.com/office/drawing/2014/main" id="{F8531BC7-51AA-45EA-AB71-BA142A7A884A}"/>
              </a:ext>
            </a:extLst>
          </p:cNvPr>
          <p:cNvSpPr>
            <a:spLocks noGrp="1"/>
          </p:cNvSpPr>
          <p:nvPr/>
        </p:nvSpPr>
        <p:spPr>
          <a:xfrm>
            <a:off x="6677025" y="1646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5D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3" name="interference-fringes-2-8">
            <a:extLst>
              <a:ext uri="{FF2B5EF4-FFF2-40B4-BE49-F238E27FC236}">
                <a16:creationId xmlns:a16="http://schemas.microsoft.com/office/drawing/2014/main" id="{F9E60698-D9B3-4DE4-8B69-52C249981B6C}"/>
              </a:ext>
            </a:extLst>
          </p:cNvPr>
          <p:cNvSpPr>
            <a:spLocks noGrp="1"/>
          </p:cNvSpPr>
          <p:nvPr/>
        </p:nvSpPr>
        <p:spPr>
          <a:xfrm>
            <a:off x="6886575" y="1604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4" name="interference-fringes-2-9">
            <a:extLst>
              <a:ext uri="{FF2B5EF4-FFF2-40B4-BE49-F238E27FC236}">
                <a16:creationId xmlns:a16="http://schemas.microsoft.com/office/drawing/2014/main" id="{848A0B3D-A477-45DC-9526-CEFF5F99DEA2}"/>
              </a:ext>
            </a:extLst>
          </p:cNvPr>
          <p:cNvSpPr>
            <a:spLocks noGrp="1"/>
          </p:cNvSpPr>
          <p:nvPr/>
        </p:nvSpPr>
        <p:spPr>
          <a:xfrm>
            <a:off x="7096125" y="1561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5" name="interference-fringes-2-10">
            <a:extLst>
              <a:ext uri="{FF2B5EF4-FFF2-40B4-BE49-F238E27FC236}">
                <a16:creationId xmlns:a16="http://schemas.microsoft.com/office/drawing/2014/main" id="{4BB39D70-5C8E-4C4A-B6DC-8EE732250202}"/>
              </a:ext>
            </a:extLst>
          </p:cNvPr>
          <p:cNvSpPr>
            <a:spLocks noGrp="1"/>
          </p:cNvSpPr>
          <p:nvPr/>
        </p:nvSpPr>
        <p:spPr>
          <a:xfrm>
            <a:off x="7305675" y="1518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6" name="interference-fringes-2-11">
            <a:extLst>
              <a:ext uri="{FF2B5EF4-FFF2-40B4-BE49-F238E27FC236}">
                <a16:creationId xmlns:a16="http://schemas.microsoft.com/office/drawing/2014/main" id="{D360DA5A-6784-4ED1-9DA1-A00B52163D32}"/>
              </a:ext>
            </a:extLst>
          </p:cNvPr>
          <p:cNvSpPr>
            <a:spLocks noGrp="1"/>
          </p:cNvSpPr>
          <p:nvPr/>
        </p:nvSpPr>
        <p:spPr>
          <a:xfrm>
            <a:off x="7515225" y="1475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D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7" name="interference-fringes-3-0">
            <a:extLst>
              <a:ext uri="{FF2B5EF4-FFF2-40B4-BE49-F238E27FC236}">
                <a16:creationId xmlns:a16="http://schemas.microsoft.com/office/drawing/2014/main" id="{212446E7-308A-4D7B-9207-D22CE22263A4}"/>
              </a:ext>
            </a:extLst>
          </p:cNvPr>
          <p:cNvSpPr>
            <a:spLocks noGrp="1"/>
          </p:cNvSpPr>
          <p:nvPr/>
        </p:nvSpPr>
        <p:spPr>
          <a:xfrm>
            <a:off x="5210175" y="21564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8" name="interference-fringes-3-1">
            <a:extLst>
              <a:ext uri="{FF2B5EF4-FFF2-40B4-BE49-F238E27FC236}">
                <a16:creationId xmlns:a16="http://schemas.microsoft.com/office/drawing/2014/main" id="{713E09DB-E912-4B5B-8521-CFBB87D560C1}"/>
              </a:ext>
            </a:extLst>
          </p:cNvPr>
          <p:cNvSpPr>
            <a:spLocks noGrp="1"/>
          </p:cNvSpPr>
          <p:nvPr/>
        </p:nvSpPr>
        <p:spPr>
          <a:xfrm>
            <a:off x="5419725" y="21135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9" name="interference-fringes-3-2">
            <a:extLst>
              <a:ext uri="{FF2B5EF4-FFF2-40B4-BE49-F238E27FC236}">
                <a16:creationId xmlns:a16="http://schemas.microsoft.com/office/drawing/2014/main" id="{FCCFC835-25E9-427C-88CB-9688479C6611}"/>
              </a:ext>
            </a:extLst>
          </p:cNvPr>
          <p:cNvSpPr>
            <a:spLocks noGrp="1"/>
          </p:cNvSpPr>
          <p:nvPr/>
        </p:nvSpPr>
        <p:spPr>
          <a:xfrm>
            <a:off x="5629275" y="20707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0" name="interference-fringes-3-3">
            <a:extLst>
              <a:ext uri="{FF2B5EF4-FFF2-40B4-BE49-F238E27FC236}">
                <a16:creationId xmlns:a16="http://schemas.microsoft.com/office/drawing/2014/main" id="{C4CAE0B6-734B-45BC-83F6-08F9A744A5EB}"/>
              </a:ext>
            </a:extLst>
          </p:cNvPr>
          <p:cNvSpPr>
            <a:spLocks noGrp="1"/>
          </p:cNvSpPr>
          <p:nvPr/>
        </p:nvSpPr>
        <p:spPr>
          <a:xfrm>
            <a:off x="5838825" y="20278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1" name="interference-fringes-3-4">
            <a:extLst>
              <a:ext uri="{FF2B5EF4-FFF2-40B4-BE49-F238E27FC236}">
                <a16:creationId xmlns:a16="http://schemas.microsoft.com/office/drawing/2014/main" id="{5504A40B-FA15-415D-9716-B4FA18568821}"/>
              </a:ext>
            </a:extLst>
          </p:cNvPr>
          <p:cNvSpPr>
            <a:spLocks noGrp="1"/>
          </p:cNvSpPr>
          <p:nvPr/>
        </p:nvSpPr>
        <p:spPr>
          <a:xfrm>
            <a:off x="6048375" y="1985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2" name="interference-fringes-3-5">
            <a:extLst>
              <a:ext uri="{FF2B5EF4-FFF2-40B4-BE49-F238E27FC236}">
                <a16:creationId xmlns:a16="http://schemas.microsoft.com/office/drawing/2014/main" id="{47AA435C-D29B-4462-BD6D-FFE05EAB4365}"/>
              </a:ext>
            </a:extLst>
          </p:cNvPr>
          <p:cNvSpPr>
            <a:spLocks noGrp="1"/>
          </p:cNvSpPr>
          <p:nvPr/>
        </p:nvSpPr>
        <p:spPr>
          <a:xfrm>
            <a:off x="6257925" y="1942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3" name="interference-fringes-3-6">
            <a:extLst>
              <a:ext uri="{FF2B5EF4-FFF2-40B4-BE49-F238E27FC236}">
                <a16:creationId xmlns:a16="http://schemas.microsoft.com/office/drawing/2014/main" id="{3E588DF4-3D0E-4528-9A14-0247AEFC5B05}"/>
              </a:ext>
            </a:extLst>
          </p:cNvPr>
          <p:cNvSpPr>
            <a:spLocks noGrp="1"/>
          </p:cNvSpPr>
          <p:nvPr/>
        </p:nvSpPr>
        <p:spPr>
          <a:xfrm>
            <a:off x="6467475" y="1899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4" name="interference-fringes-3-7">
            <a:extLst>
              <a:ext uri="{FF2B5EF4-FFF2-40B4-BE49-F238E27FC236}">
                <a16:creationId xmlns:a16="http://schemas.microsoft.com/office/drawing/2014/main" id="{B7092B66-3F98-4639-9D1F-FBC52DE2CD7A}"/>
              </a:ext>
            </a:extLst>
          </p:cNvPr>
          <p:cNvSpPr>
            <a:spLocks noGrp="1"/>
          </p:cNvSpPr>
          <p:nvPr/>
        </p:nvSpPr>
        <p:spPr>
          <a:xfrm>
            <a:off x="6677025" y="1856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5" name="interference-fringes-3-8">
            <a:extLst>
              <a:ext uri="{FF2B5EF4-FFF2-40B4-BE49-F238E27FC236}">
                <a16:creationId xmlns:a16="http://schemas.microsoft.com/office/drawing/2014/main" id="{2FA5C780-2858-4341-B34C-D4A85FA75789}"/>
              </a:ext>
            </a:extLst>
          </p:cNvPr>
          <p:cNvSpPr>
            <a:spLocks noGrp="1"/>
          </p:cNvSpPr>
          <p:nvPr/>
        </p:nvSpPr>
        <p:spPr>
          <a:xfrm>
            <a:off x="6886575" y="1813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6" name="interference-fringes-3-9">
            <a:extLst>
              <a:ext uri="{FF2B5EF4-FFF2-40B4-BE49-F238E27FC236}">
                <a16:creationId xmlns:a16="http://schemas.microsoft.com/office/drawing/2014/main" id="{2F30B481-0162-445E-A1EA-7FE79F62BB31}"/>
              </a:ext>
            </a:extLst>
          </p:cNvPr>
          <p:cNvSpPr>
            <a:spLocks noGrp="1"/>
          </p:cNvSpPr>
          <p:nvPr/>
        </p:nvSpPr>
        <p:spPr>
          <a:xfrm>
            <a:off x="7096125" y="1770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7" name="interference-fringes-3-10">
            <a:extLst>
              <a:ext uri="{FF2B5EF4-FFF2-40B4-BE49-F238E27FC236}">
                <a16:creationId xmlns:a16="http://schemas.microsoft.com/office/drawing/2014/main" id="{D4F1C664-7FCC-4E83-A93B-D283D5A2B666}"/>
              </a:ext>
            </a:extLst>
          </p:cNvPr>
          <p:cNvSpPr>
            <a:spLocks noGrp="1"/>
          </p:cNvSpPr>
          <p:nvPr/>
        </p:nvSpPr>
        <p:spPr>
          <a:xfrm>
            <a:off x="7305675" y="1727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8" name="interference-fringes-3-11">
            <a:extLst>
              <a:ext uri="{FF2B5EF4-FFF2-40B4-BE49-F238E27FC236}">
                <a16:creationId xmlns:a16="http://schemas.microsoft.com/office/drawing/2014/main" id="{FBC1CE90-328F-49B3-9F60-2F86BBD0A1D1}"/>
              </a:ext>
            </a:extLst>
          </p:cNvPr>
          <p:cNvSpPr>
            <a:spLocks noGrp="1"/>
          </p:cNvSpPr>
          <p:nvPr/>
        </p:nvSpPr>
        <p:spPr>
          <a:xfrm>
            <a:off x="7515225" y="1684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59" name="interference-fringes-4-0">
            <a:extLst>
              <a:ext uri="{FF2B5EF4-FFF2-40B4-BE49-F238E27FC236}">
                <a16:creationId xmlns:a16="http://schemas.microsoft.com/office/drawing/2014/main" id="{F8DC347A-8BB4-4A58-88A9-63A055870C4D}"/>
              </a:ext>
            </a:extLst>
          </p:cNvPr>
          <p:cNvSpPr>
            <a:spLocks noGrp="1"/>
          </p:cNvSpPr>
          <p:nvPr/>
        </p:nvSpPr>
        <p:spPr>
          <a:xfrm>
            <a:off x="5210175" y="23660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0" name="interference-fringes-4-1">
            <a:extLst>
              <a:ext uri="{FF2B5EF4-FFF2-40B4-BE49-F238E27FC236}">
                <a16:creationId xmlns:a16="http://schemas.microsoft.com/office/drawing/2014/main" id="{D18AB706-7A2D-4D25-926D-78B5A4A825CF}"/>
              </a:ext>
            </a:extLst>
          </p:cNvPr>
          <p:cNvSpPr>
            <a:spLocks noGrp="1"/>
          </p:cNvSpPr>
          <p:nvPr/>
        </p:nvSpPr>
        <p:spPr>
          <a:xfrm>
            <a:off x="5419725" y="23231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1" name="interference-fringes-4-2">
            <a:extLst>
              <a:ext uri="{FF2B5EF4-FFF2-40B4-BE49-F238E27FC236}">
                <a16:creationId xmlns:a16="http://schemas.microsoft.com/office/drawing/2014/main" id="{8A5E5BAF-C17B-465C-99E9-1A41B1B6CD5D}"/>
              </a:ext>
            </a:extLst>
          </p:cNvPr>
          <p:cNvSpPr>
            <a:spLocks noGrp="1"/>
          </p:cNvSpPr>
          <p:nvPr/>
        </p:nvSpPr>
        <p:spPr>
          <a:xfrm>
            <a:off x="5629275" y="22802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5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2" name="interference-fringes-4-3">
            <a:extLst>
              <a:ext uri="{FF2B5EF4-FFF2-40B4-BE49-F238E27FC236}">
                <a16:creationId xmlns:a16="http://schemas.microsoft.com/office/drawing/2014/main" id="{569BD699-E2BD-4D96-921C-7760F0F212EB}"/>
              </a:ext>
            </a:extLst>
          </p:cNvPr>
          <p:cNvSpPr>
            <a:spLocks noGrp="1"/>
          </p:cNvSpPr>
          <p:nvPr/>
        </p:nvSpPr>
        <p:spPr>
          <a:xfrm>
            <a:off x="5838825" y="22374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3" name="interference-fringes-4-4">
            <a:extLst>
              <a:ext uri="{FF2B5EF4-FFF2-40B4-BE49-F238E27FC236}">
                <a16:creationId xmlns:a16="http://schemas.microsoft.com/office/drawing/2014/main" id="{653769BE-15D3-4E1B-A4E3-2720B29F097F}"/>
              </a:ext>
            </a:extLst>
          </p:cNvPr>
          <p:cNvSpPr>
            <a:spLocks noGrp="1"/>
          </p:cNvSpPr>
          <p:nvPr/>
        </p:nvSpPr>
        <p:spPr>
          <a:xfrm>
            <a:off x="6048375" y="2194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9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4" name="interference-fringes-4-5">
            <a:extLst>
              <a:ext uri="{FF2B5EF4-FFF2-40B4-BE49-F238E27FC236}">
                <a16:creationId xmlns:a16="http://schemas.microsoft.com/office/drawing/2014/main" id="{6942E4A0-6201-44F9-B9FB-DB3A0F19A6A3}"/>
              </a:ext>
            </a:extLst>
          </p:cNvPr>
          <p:cNvSpPr>
            <a:spLocks noGrp="1"/>
          </p:cNvSpPr>
          <p:nvPr/>
        </p:nvSpPr>
        <p:spPr>
          <a:xfrm>
            <a:off x="6257925" y="2151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3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5" name="interference-fringes-4-6">
            <a:extLst>
              <a:ext uri="{FF2B5EF4-FFF2-40B4-BE49-F238E27FC236}">
                <a16:creationId xmlns:a16="http://schemas.microsoft.com/office/drawing/2014/main" id="{8434385D-8A67-4B26-A5DC-A234CD8079AA}"/>
              </a:ext>
            </a:extLst>
          </p:cNvPr>
          <p:cNvSpPr>
            <a:spLocks noGrp="1"/>
          </p:cNvSpPr>
          <p:nvPr/>
        </p:nvSpPr>
        <p:spPr>
          <a:xfrm>
            <a:off x="6467475" y="2108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6" name="interference-fringes-4-7">
            <a:extLst>
              <a:ext uri="{FF2B5EF4-FFF2-40B4-BE49-F238E27FC236}">
                <a16:creationId xmlns:a16="http://schemas.microsoft.com/office/drawing/2014/main" id="{94F63B76-19B9-4A83-ACFC-2E929E6EF4A0}"/>
              </a:ext>
            </a:extLst>
          </p:cNvPr>
          <p:cNvSpPr>
            <a:spLocks noGrp="1"/>
          </p:cNvSpPr>
          <p:nvPr/>
        </p:nvSpPr>
        <p:spPr>
          <a:xfrm>
            <a:off x="6677025" y="2065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7" name="interference-fringes-4-8">
            <a:extLst>
              <a:ext uri="{FF2B5EF4-FFF2-40B4-BE49-F238E27FC236}">
                <a16:creationId xmlns:a16="http://schemas.microsoft.com/office/drawing/2014/main" id="{8C901DEE-5466-45CA-9688-918642636600}"/>
              </a:ext>
            </a:extLst>
          </p:cNvPr>
          <p:cNvSpPr>
            <a:spLocks noGrp="1"/>
          </p:cNvSpPr>
          <p:nvPr/>
        </p:nvSpPr>
        <p:spPr>
          <a:xfrm>
            <a:off x="6886575" y="2023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8" name="interference-fringes-4-9">
            <a:extLst>
              <a:ext uri="{FF2B5EF4-FFF2-40B4-BE49-F238E27FC236}">
                <a16:creationId xmlns:a16="http://schemas.microsoft.com/office/drawing/2014/main" id="{C7505C39-7FB0-41E0-BA44-4787099B4362}"/>
              </a:ext>
            </a:extLst>
          </p:cNvPr>
          <p:cNvSpPr>
            <a:spLocks noGrp="1"/>
          </p:cNvSpPr>
          <p:nvPr/>
        </p:nvSpPr>
        <p:spPr>
          <a:xfrm>
            <a:off x="7096125" y="1980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8C2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69" name="interference-fringes-4-10">
            <a:extLst>
              <a:ext uri="{FF2B5EF4-FFF2-40B4-BE49-F238E27FC236}">
                <a16:creationId xmlns:a16="http://schemas.microsoft.com/office/drawing/2014/main" id="{32EF5790-CD55-4832-B88F-81922299D318}"/>
              </a:ext>
            </a:extLst>
          </p:cNvPr>
          <p:cNvSpPr>
            <a:spLocks noGrp="1"/>
          </p:cNvSpPr>
          <p:nvPr/>
        </p:nvSpPr>
        <p:spPr>
          <a:xfrm>
            <a:off x="7305675" y="1937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0" name="interference-fringes-4-11">
            <a:extLst>
              <a:ext uri="{FF2B5EF4-FFF2-40B4-BE49-F238E27FC236}">
                <a16:creationId xmlns:a16="http://schemas.microsoft.com/office/drawing/2014/main" id="{5042CA08-85F8-4F77-80AB-E95D0F2E2937}"/>
              </a:ext>
            </a:extLst>
          </p:cNvPr>
          <p:cNvSpPr>
            <a:spLocks noGrp="1"/>
          </p:cNvSpPr>
          <p:nvPr/>
        </p:nvSpPr>
        <p:spPr>
          <a:xfrm>
            <a:off x="7515225" y="1894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5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1" name="interference-fringes-5-0">
            <a:extLst>
              <a:ext uri="{FF2B5EF4-FFF2-40B4-BE49-F238E27FC236}">
                <a16:creationId xmlns:a16="http://schemas.microsoft.com/office/drawing/2014/main" id="{F3B802BC-6BEB-48A8-9346-D98010DC4DA6}"/>
              </a:ext>
            </a:extLst>
          </p:cNvPr>
          <p:cNvSpPr>
            <a:spLocks noGrp="1"/>
          </p:cNvSpPr>
          <p:nvPr/>
        </p:nvSpPr>
        <p:spPr>
          <a:xfrm>
            <a:off x="5210175" y="25755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2" name="interference-fringes-5-1">
            <a:extLst>
              <a:ext uri="{FF2B5EF4-FFF2-40B4-BE49-F238E27FC236}">
                <a16:creationId xmlns:a16="http://schemas.microsoft.com/office/drawing/2014/main" id="{9AA0088E-FE5F-451E-9F54-33039751B1DE}"/>
              </a:ext>
            </a:extLst>
          </p:cNvPr>
          <p:cNvSpPr>
            <a:spLocks noGrp="1"/>
          </p:cNvSpPr>
          <p:nvPr/>
        </p:nvSpPr>
        <p:spPr>
          <a:xfrm>
            <a:off x="5419725" y="25326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4B2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3" name="interference-fringes-5-2">
            <a:extLst>
              <a:ext uri="{FF2B5EF4-FFF2-40B4-BE49-F238E27FC236}">
                <a16:creationId xmlns:a16="http://schemas.microsoft.com/office/drawing/2014/main" id="{B159BD77-8D8C-491A-B4FC-08F0E1864051}"/>
              </a:ext>
            </a:extLst>
          </p:cNvPr>
          <p:cNvSpPr>
            <a:spLocks noGrp="1"/>
          </p:cNvSpPr>
          <p:nvPr/>
        </p:nvSpPr>
        <p:spPr>
          <a:xfrm>
            <a:off x="5629275" y="24898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4" name="interference-fringes-5-3">
            <a:extLst>
              <a:ext uri="{FF2B5EF4-FFF2-40B4-BE49-F238E27FC236}">
                <a16:creationId xmlns:a16="http://schemas.microsoft.com/office/drawing/2014/main" id="{EFDA7B6D-02F6-4547-A90F-AF6021BEE6F8}"/>
              </a:ext>
            </a:extLst>
          </p:cNvPr>
          <p:cNvSpPr>
            <a:spLocks noGrp="1"/>
          </p:cNvSpPr>
          <p:nvPr/>
        </p:nvSpPr>
        <p:spPr>
          <a:xfrm>
            <a:off x="5838825" y="24469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D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5" name="interference-fringes-5-4">
            <a:extLst>
              <a:ext uri="{FF2B5EF4-FFF2-40B4-BE49-F238E27FC236}">
                <a16:creationId xmlns:a16="http://schemas.microsoft.com/office/drawing/2014/main" id="{DFD4073B-274C-47DC-9D9F-2B4A752D54A8}"/>
              </a:ext>
            </a:extLst>
          </p:cNvPr>
          <p:cNvSpPr>
            <a:spLocks noGrp="1"/>
          </p:cNvSpPr>
          <p:nvPr/>
        </p:nvSpPr>
        <p:spPr>
          <a:xfrm>
            <a:off x="6048375" y="2404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6" name="interference-fringes-5-5">
            <a:extLst>
              <a:ext uri="{FF2B5EF4-FFF2-40B4-BE49-F238E27FC236}">
                <a16:creationId xmlns:a16="http://schemas.microsoft.com/office/drawing/2014/main" id="{4074CAEE-1BDE-4096-A241-0F950DB91040}"/>
              </a:ext>
            </a:extLst>
          </p:cNvPr>
          <p:cNvSpPr>
            <a:spLocks noGrp="1"/>
          </p:cNvSpPr>
          <p:nvPr/>
        </p:nvSpPr>
        <p:spPr>
          <a:xfrm>
            <a:off x="6257925" y="2361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7" name="interference-fringes-5-6">
            <a:extLst>
              <a:ext uri="{FF2B5EF4-FFF2-40B4-BE49-F238E27FC236}">
                <a16:creationId xmlns:a16="http://schemas.microsoft.com/office/drawing/2014/main" id="{6F8CECEB-F284-4C48-8C67-0FAADC2B4613}"/>
              </a:ext>
            </a:extLst>
          </p:cNvPr>
          <p:cNvSpPr>
            <a:spLocks noGrp="1"/>
          </p:cNvSpPr>
          <p:nvPr/>
        </p:nvSpPr>
        <p:spPr>
          <a:xfrm>
            <a:off x="6467475" y="2318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8" name="interference-fringes-5-7">
            <a:extLst>
              <a:ext uri="{FF2B5EF4-FFF2-40B4-BE49-F238E27FC236}">
                <a16:creationId xmlns:a16="http://schemas.microsoft.com/office/drawing/2014/main" id="{D119ECFD-4931-4F91-B035-317FCD7792AE}"/>
              </a:ext>
            </a:extLst>
          </p:cNvPr>
          <p:cNvSpPr>
            <a:spLocks noGrp="1"/>
          </p:cNvSpPr>
          <p:nvPr/>
        </p:nvSpPr>
        <p:spPr>
          <a:xfrm>
            <a:off x="6677025" y="2275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79" name="interference-fringes-5-8">
            <a:extLst>
              <a:ext uri="{FF2B5EF4-FFF2-40B4-BE49-F238E27FC236}">
                <a16:creationId xmlns:a16="http://schemas.microsoft.com/office/drawing/2014/main" id="{8A3630CB-777C-4E01-A977-89F0EFC879E7}"/>
              </a:ext>
            </a:extLst>
          </p:cNvPr>
          <p:cNvSpPr>
            <a:spLocks noGrp="1"/>
          </p:cNvSpPr>
          <p:nvPr/>
        </p:nvSpPr>
        <p:spPr>
          <a:xfrm>
            <a:off x="6886575" y="2232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0" name="interference-fringes-5-9">
            <a:extLst>
              <a:ext uri="{FF2B5EF4-FFF2-40B4-BE49-F238E27FC236}">
                <a16:creationId xmlns:a16="http://schemas.microsoft.com/office/drawing/2014/main" id="{BC8691B7-11AC-4448-A2DF-2026A7A21D07}"/>
              </a:ext>
            </a:extLst>
          </p:cNvPr>
          <p:cNvSpPr>
            <a:spLocks noGrp="1"/>
          </p:cNvSpPr>
          <p:nvPr/>
        </p:nvSpPr>
        <p:spPr>
          <a:xfrm>
            <a:off x="7096125" y="2189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1" name="interference-fringes-5-10">
            <a:extLst>
              <a:ext uri="{FF2B5EF4-FFF2-40B4-BE49-F238E27FC236}">
                <a16:creationId xmlns:a16="http://schemas.microsoft.com/office/drawing/2014/main" id="{DAFC51BD-B02E-4383-8D94-1A0DE4BC75E3}"/>
              </a:ext>
            </a:extLst>
          </p:cNvPr>
          <p:cNvSpPr>
            <a:spLocks noGrp="1"/>
          </p:cNvSpPr>
          <p:nvPr/>
        </p:nvSpPr>
        <p:spPr>
          <a:xfrm>
            <a:off x="7305675" y="2146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interference-fringes-5-11">
            <a:extLst>
              <a:ext uri="{FF2B5EF4-FFF2-40B4-BE49-F238E27FC236}">
                <a16:creationId xmlns:a16="http://schemas.microsoft.com/office/drawing/2014/main" id="{ED0CF22B-357A-4A09-B9DF-B7C8293BE862}"/>
              </a:ext>
            </a:extLst>
          </p:cNvPr>
          <p:cNvSpPr>
            <a:spLocks noGrp="1"/>
          </p:cNvSpPr>
          <p:nvPr/>
        </p:nvSpPr>
        <p:spPr>
          <a:xfrm>
            <a:off x="7515225" y="2104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interference-fringes-6-0">
            <a:extLst>
              <a:ext uri="{FF2B5EF4-FFF2-40B4-BE49-F238E27FC236}">
                <a16:creationId xmlns:a16="http://schemas.microsoft.com/office/drawing/2014/main" id="{F839D0D5-62F6-4EDD-B035-7A42B4C1E584}"/>
              </a:ext>
            </a:extLst>
          </p:cNvPr>
          <p:cNvSpPr>
            <a:spLocks noGrp="1"/>
          </p:cNvSpPr>
          <p:nvPr/>
        </p:nvSpPr>
        <p:spPr>
          <a:xfrm>
            <a:off x="5210175" y="27851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interference-fringes-6-1">
            <a:extLst>
              <a:ext uri="{FF2B5EF4-FFF2-40B4-BE49-F238E27FC236}">
                <a16:creationId xmlns:a16="http://schemas.microsoft.com/office/drawing/2014/main" id="{7ACF8F35-B89D-439C-9725-AA75F6B85131}"/>
              </a:ext>
            </a:extLst>
          </p:cNvPr>
          <p:cNvSpPr>
            <a:spLocks noGrp="1"/>
          </p:cNvSpPr>
          <p:nvPr/>
        </p:nvSpPr>
        <p:spPr>
          <a:xfrm>
            <a:off x="5419725" y="27422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5383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interference-fringes-6-2">
            <a:extLst>
              <a:ext uri="{FF2B5EF4-FFF2-40B4-BE49-F238E27FC236}">
                <a16:creationId xmlns:a16="http://schemas.microsoft.com/office/drawing/2014/main" id="{8DAF14EF-60B3-41B5-B55D-A51EB0EED9BF}"/>
              </a:ext>
            </a:extLst>
          </p:cNvPr>
          <p:cNvSpPr>
            <a:spLocks noGrp="1"/>
          </p:cNvSpPr>
          <p:nvPr/>
        </p:nvSpPr>
        <p:spPr>
          <a:xfrm>
            <a:off x="5629275" y="26993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6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interference-fringes-6-3">
            <a:extLst>
              <a:ext uri="{FF2B5EF4-FFF2-40B4-BE49-F238E27FC236}">
                <a16:creationId xmlns:a16="http://schemas.microsoft.com/office/drawing/2014/main" id="{C8258DF9-21D0-4D32-8F4A-426AD98437D5}"/>
              </a:ext>
            </a:extLst>
          </p:cNvPr>
          <p:cNvSpPr>
            <a:spLocks noGrp="1"/>
          </p:cNvSpPr>
          <p:nvPr/>
        </p:nvSpPr>
        <p:spPr>
          <a:xfrm>
            <a:off x="5838825" y="26565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interference-fringes-6-4">
            <a:extLst>
              <a:ext uri="{FF2B5EF4-FFF2-40B4-BE49-F238E27FC236}">
                <a16:creationId xmlns:a16="http://schemas.microsoft.com/office/drawing/2014/main" id="{A9ACC286-010D-4042-96DD-FE3DC3370396}"/>
              </a:ext>
            </a:extLst>
          </p:cNvPr>
          <p:cNvSpPr>
            <a:spLocks noGrp="1"/>
          </p:cNvSpPr>
          <p:nvPr/>
        </p:nvSpPr>
        <p:spPr>
          <a:xfrm>
            <a:off x="6048375" y="261366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A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interference-fringes-6-5">
            <a:extLst>
              <a:ext uri="{FF2B5EF4-FFF2-40B4-BE49-F238E27FC236}">
                <a16:creationId xmlns:a16="http://schemas.microsoft.com/office/drawing/2014/main" id="{E8119A3A-C437-4D90-B827-198710BA500A}"/>
              </a:ext>
            </a:extLst>
          </p:cNvPr>
          <p:cNvSpPr>
            <a:spLocks noGrp="1"/>
          </p:cNvSpPr>
          <p:nvPr/>
        </p:nvSpPr>
        <p:spPr>
          <a:xfrm>
            <a:off x="6257925" y="257079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interference-fringes-6-6">
            <a:extLst>
              <a:ext uri="{FF2B5EF4-FFF2-40B4-BE49-F238E27FC236}">
                <a16:creationId xmlns:a16="http://schemas.microsoft.com/office/drawing/2014/main" id="{E6BB5D4B-9AAC-4CB7-840D-ACC24016AA5B}"/>
              </a:ext>
            </a:extLst>
          </p:cNvPr>
          <p:cNvSpPr>
            <a:spLocks noGrp="1"/>
          </p:cNvSpPr>
          <p:nvPr/>
        </p:nvSpPr>
        <p:spPr>
          <a:xfrm>
            <a:off x="6467475" y="252793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interference-fringes-6-7">
            <a:extLst>
              <a:ext uri="{FF2B5EF4-FFF2-40B4-BE49-F238E27FC236}">
                <a16:creationId xmlns:a16="http://schemas.microsoft.com/office/drawing/2014/main" id="{17C902F9-2EF7-43E6-88DF-94B71C8C331C}"/>
              </a:ext>
            </a:extLst>
          </p:cNvPr>
          <p:cNvSpPr>
            <a:spLocks noGrp="1"/>
          </p:cNvSpPr>
          <p:nvPr/>
        </p:nvSpPr>
        <p:spPr>
          <a:xfrm>
            <a:off x="6677025" y="248507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interference-fringes-6-8">
            <a:extLst>
              <a:ext uri="{FF2B5EF4-FFF2-40B4-BE49-F238E27FC236}">
                <a16:creationId xmlns:a16="http://schemas.microsoft.com/office/drawing/2014/main" id="{DBFADD17-0DE1-4333-87CD-3DBD7A394880}"/>
              </a:ext>
            </a:extLst>
          </p:cNvPr>
          <p:cNvSpPr>
            <a:spLocks noGrp="1"/>
          </p:cNvSpPr>
          <p:nvPr/>
        </p:nvSpPr>
        <p:spPr>
          <a:xfrm>
            <a:off x="6886575" y="2442210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interference-fringes-6-9">
            <a:extLst>
              <a:ext uri="{FF2B5EF4-FFF2-40B4-BE49-F238E27FC236}">
                <a16:creationId xmlns:a16="http://schemas.microsoft.com/office/drawing/2014/main" id="{455C2936-945D-4116-9B4C-5A98768ECF01}"/>
              </a:ext>
            </a:extLst>
          </p:cNvPr>
          <p:cNvSpPr>
            <a:spLocks noGrp="1"/>
          </p:cNvSpPr>
          <p:nvPr/>
        </p:nvSpPr>
        <p:spPr>
          <a:xfrm>
            <a:off x="7096125" y="2399348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interference-fringes-6-10">
            <a:extLst>
              <a:ext uri="{FF2B5EF4-FFF2-40B4-BE49-F238E27FC236}">
                <a16:creationId xmlns:a16="http://schemas.microsoft.com/office/drawing/2014/main" id="{062A095E-7888-4DE5-B6FC-EA76E6E773AE}"/>
              </a:ext>
            </a:extLst>
          </p:cNvPr>
          <p:cNvSpPr>
            <a:spLocks noGrp="1"/>
          </p:cNvSpPr>
          <p:nvPr/>
        </p:nvSpPr>
        <p:spPr>
          <a:xfrm>
            <a:off x="7305675" y="2356485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interference-fringes-6-11">
            <a:extLst>
              <a:ext uri="{FF2B5EF4-FFF2-40B4-BE49-F238E27FC236}">
                <a16:creationId xmlns:a16="http://schemas.microsoft.com/office/drawing/2014/main" id="{880CA698-20DD-4AED-B6B8-5D0053814D61}"/>
              </a:ext>
            </a:extLst>
          </p:cNvPr>
          <p:cNvSpPr>
            <a:spLocks noGrp="1"/>
          </p:cNvSpPr>
          <p:nvPr/>
        </p:nvSpPr>
        <p:spPr>
          <a:xfrm>
            <a:off x="7515225" y="2313623"/>
            <a:ext cx="171450" cy="205740"/>
          </a:xfrm>
          <a:custGeom>
            <a:avLst/>
            <a:gdLst/>
            <a:ahLst/>
            <a:cxnLst/>
            <a:rect l="0" t="0" r="0" b="0"/>
            <a:pathLst>
              <a:path w="171450" h="205740">
                <a:moveTo>
                  <a:pt x="0" y="3429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5740"/>
                </a:lnTo>
                <a:close/>
              </a:path>
            </a:pathLst>
          </a:custGeom>
          <a:solidFill>
            <a:srgbClr val="9EBA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10">
            <a:extLst>
              <a:ext uri="{FF2B5EF4-FFF2-40B4-BE49-F238E27FC236}">
                <a16:creationId xmlns:a16="http://schemas.microsoft.com/office/drawing/2014/main" id="{E7CBDDD8-E54B-4220-BCDF-5BF1D98190A2}"/>
              </a:ext>
            </a:extLst>
          </p:cNvPr>
          <p:cNvSpPr>
            <a:spLocks noGrp="1"/>
          </p:cNvSpPr>
          <p:nvPr/>
        </p:nvSpPr>
        <p:spPr>
          <a:xfrm>
            <a:off x="2238375" y="3286131"/>
            <a:ext cx="1838325" cy="533388"/>
          </a:xfrm>
          <a:custGeom>
            <a:avLst/>
            <a:gdLst/>
            <a:ahLst/>
            <a:cxnLst/>
            <a:rect l="0" t="0" r="0" b="0"/>
            <a:pathLst>
              <a:path w="1838325" h="533388">
                <a:moveTo>
                  <a:pt x="0" y="266694"/>
                </a:moveTo>
                <a:lnTo>
                  <a:pt x="5588" y="312811"/>
                </a:lnTo>
                <a:lnTo>
                  <a:pt x="11175" y="357538"/>
                </a:lnTo>
                <a:lnTo>
                  <a:pt x="16763" y="399529"/>
                </a:lnTo>
                <a:lnTo>
                  <a:pt x="22350" y="437518"/>
                </a:lnTo>
                <a:lnTo>
                  <a:pt x="27938" y="470360"/>
                </a:lnTo>
                <a:lnTo>
                  <a:pt x="33526" y="497066"/>
                </a:lnTo>
                <a:lnTo>
                  <a:pt x="39113" y="516832"/>
                </a:lnTo>
                <a:lnTo>
                  <a:pt x="44701" y="529062"/>
                </a:lnTo>
                <a:lnTo>
                  <a:pt x="50289" y="533388"/>
                </a:lnTo>
                <a:lnTo>
                  <a:pt x="55876" y="529679"/>
                </a:lnTo>
                <a:lnTo>
                  <a:pt x="61464" y="518047"/>
                </a:lnTo>
                <a:lnTo>
                  <a:pt x="67051" y="498842"/>
                </a:lnTo>
                <a:lnTo>
                  <a:pt x="72639" y="472644"/>
                </a:lnTo>
                <a:lnTo>
                  <a:pt x="78227" y="440240"/>
                </a:lnTo>
                <a:lnTo>
                  <a:pt x="83814" y="402609"/>
                </a:lnTo>
                <a:lnTo>
                  <a:pt x="89402" y="360882"/>
                </a:lnTo>
                <a:lnTo>
                  <a:pt x="94989" y="316318"/>
                </a:lnTo>
                <a:lnTo>
                  <a:pt x="100577" y="270259"/>
                </a:lnTo>
                <a:lnTo>
                  <a:pt x="106165" y="224093"/>
                </a:lnTo>
                <a:lnTo>
                  <a:pt x="111752" y="179210"/>
                </a:lnTo>
                <a:lnTo>
                  <a:pt x="117340" y="136962"/>
                </a:lnTo>
                <a:lnTo>
                  <a:pt x="122928" y="98623"/>
                </a:lnTo>
                <a:lnTo>
                  <a:pt x="128515" y="65348"/>
                </a:lnTo>
                <a:lnTo>
                  <a:pt x="134103" y="38139"/>
                </a:lnTo>
                <a:lnTo>
                  <a:pt x="139690" y="17815"/>
                </a:lnTo>
                <a:lnTo>
                  <a:pt x="145278" y="4989"/>
                </a:lnTo>
                <a:lnTo>
                  <a:pt x="150866" y="48"/>
                </a:lnTo>
                <a:lnTo>
                  <a:pt x="156453" y="3140"/>
                </a:lnTo>
                <a:lnTo>
                  <a:pt x="162041" y="14172"/>
                </a:lnTo>
                <a:lnTo>
                  <a:pt x="167628" y="32811"/>
                </a:lnTo>
                <a:lnTo>
                  <a:pt x="173216" y="58498"/>
                </a:lnTo>
                <a:lnTo>
                  <a:pt x="178804" y="90456"/>
                </a:lnTo>
                <a:lnTo>
                  <a:pt x="184391" y="127724"/>
                </a:lnTo>
                <a:lnTo>
                  <a:pt x="189979" y="169179"/>
                </a:lnTo>
                <a:lnTo>
                  <a:pt x="195566" y="213571"/>
                </a:lnTo>
                <a:lnTo>
                  <a:pt x="201154" y="259564"/>
                </a:lnTo>
                <a:lnTo>
                  <a:pt x="206742" y="305772"/>
                </a:lnTo>
                <a:lnTo>
                  <a:pt x="212329" y="350802"/>
                </a:lnTo>
                <a:lnTo>
                  <a:pt x="217917" y="393299"/>
                </a:lnTo>
                <a:lnTo>
                  <a:pt x="223505" y="431981"/>
                </a:lnTo>
                <a:lnTo>
                  <a:pt x="229092" y="465684"/>
                </a:lnTo>
                <a:lnTo>
                  <a:pt x="234680" y="493392"/>
                </a:lnTo>
                <a:lnTo>
                  <a:pt x="240267" y="514270"/>
                </a:lnTo>
                <a:lnTo>
                  <a:pt x="245855" y="527689"/>
                </a:lnTo>
                <a:lnTo>
                  <a:pt x="251443" y="533245"/>
                </a:lnTo>
                <a:lnTo>
                  <a:pt x="257030" y="530771"/>
                </a:lnTo>
                <a:lnTo>
                  <a:pt x="262618" y="520341"/>
                </a:lnTo>
                <a:lnTo>
                  <a:pt x="268205" y="502269"/>
                </a:lnTo>
                <a:lnTo>
                  <a:pt x="273793" y="477100"/>
                </a:lnTo>
                <a:lnTo>
                  <a:pt x="279381" y="445592"/>
                </a:lnTo>
                <a:lnTo>
                  <a:pt x="284968" y="408695"/>
                </a:lnTo>
                <a:lnTo>
                  <a:pt x="290556" y="367519"/>
                </a:lnTo>
                <a:lnTo>
                  <a:pt x="296144" y="323306"/>
                </a:lnTo>
                <a:lnTo>
                  <a:pt x="301731" y="277387"/>
                </a:lnTo>
                <a:lnTo>
                  <a:pt x="307319" y="231146"/>
                </a:lnTo>
                <a:lnTo>
                  <a:pt x="312906" y="185976"/>
                </a:lnTo>
                <a:lnTo>
                  <a:pt x="318494" y="143238"/>
                </a:lnTo>
                <a:lnTo>
                  <a:pt x="324082" y="104220"/>
                </a:lnTo>
                <a:lnTo>
                  <a:pt x="329669" y="70096"/>
                </a:lnTo>
                <a:lnTo>
                  <a:pt x="335257" y="41895"/>
                </a:lnTo>
                <a:lnTo>
                  <a:pt x="340844" y="20466"/>
                </a:lnTo>
                <a:lnTo>
                  <a:pt x="346432" y="6456"/>
                </a:lnTo>
                <a:lnTo>
                  <a:pt x="352020" y="286"/>
                </a:lnTo>
                <a:lnTo>
                  <a:pt x="357607" y="2142"/>
                </a:lnTo>
                <a:lnTo>
                  <a:pt x="363195" y="11968"/>
                </a:lnTo>
                <a:lnTo>
                  <a:pt x="368783" y="29469"/>
                </a:lnTo>
                <a:lnTo>
                  <a:pt x="374370" y="54116"/>
                </a:lnTo>
                <a:lnTo>
                  <a:pt x="379958" y="85168"/>
                </a:lnTo>
                <a:lnTo>
                  <a:pt x="385545" y="121688"/>
                </a:lnTo>
                <a:lnTo>
                  <a:pt x="391133" y="162577"/>
                </a:lnTo>
                <a:lnTo>
                  <a:pt x="396721" y="206603"/>
                </a:lnTo>
                <a:lnTo>
                  <a:pt x="402308" y="252439"/>
                </a:lnTo>
                <a:lnTo>
                  <a:pt x="407896" y="298705"/>
                </a:lnTo>
                <a:lnTo>
                  <a:pt x="413483" y="344006"/>
                </a:lnTo>
                <a:lnTo>
                  <a:pt x="419071" y="386978"/>
                </a:lnTo>
                <a:lnTo>
                  <a:pt x="424659" y="426327"/>
                </a:lnTo>
                <a:lnTo>
                  <a:pt x="430246" y="460866"/>
                </a:lnTo>
                <a:lnTo>
                  <a:pt x="435834" y="489555"/>
                </a:lnTo>
                <a:lnTo>
                  <a:pt x="441422" y="511530"/>
                </a:lnTo>
                <a:lnTo>
                  <a:pt x="447009" y="526129"/>
                </a:lnTo>
                <a:lnTo>
                  <a:pt x="452597" y="532912"/>
                </a:lnTo>
                <a:lnTo>
                  <a:pt x="458184" y="531674"/>
                </a:lnTo>
                <a:lnTo>
                  <a:pt x="463772" y="522453"/>
                </a:lnTo>
                <a:lnTo>
                  <a:pt x="469360" y="505528"/>
                </a:lnTo>
                <a:lnTo>
                  <a:pt x="474947" y="481406"/>
                </a:lnTo>
                <a:lnTo>
                  <a:pt x="480535" y="450816"/>
                </a:lnTo>
                <a:lnTo>
                  <a:pt x="486122" y="414679"/>
                </a:lnTo>
                <a:lnTo>
                  <a:pt x="491710" y="374084"/>
                </a:lnTo>
                <a:lnTo>
                  <a:pt x="497298" y="330253"/>
                </a:lnTo>
                <a:lnTo>
                  <a:pt x="502885" y="284508"/>
                </a:lnTo>
                <a:lnTo>
                  <a:pt x="508473" y="238225"/>
                </a:lnTo>
                <a:lnTo>
                  <a:pt x="514060" y="192801"/>
                </a:lnTo>
                <a:lnTo>
                  <a:pt x="519648" y="149602"/>
                </a:lnTo>
                <a:lnTo>
                  <a:pt x="525236" y="109932"/>
                </a:lnTo>
                <a:lnTo>
                  <a:pt x="530823" y="74984"/>
                </a:lnTo>
                <a:lnTo>
                  <a:pt x="536411" y="45811"/>
                </a:lnTo>
                <a:lnTo>
                  <a:pt x="541999" y="23294"/>
                </a:lnTo>
                <a:lnTo>
                  <a:pt x="547586" y="8109"/>
                </a:lnTo>
                <a:lnTo>
                  <a:pt x="553174" y="715"/>
                </a:lnTo>
                <a:lnTo>
                  <a:pt x="558761" y="1333"/>
                </a:lnTo>
                <a:lnTo>
                  <a:pt x="564349" y="9947"/>
                </a:lnTo>
                <a:lnTo>
                  <a:pt x="569937" y="26295"/>
                </a:lnTo>
                <a:lnTo>
                  <a:pt x="575524" y="49886"/>
                </a:lnTo>
                <a:lnTo>
                  <a:pt x="581112" y="80009"/>
                </a:lnTo>
                <a:lnTo>
                  <a:pt x="586699" y="115756"/>
                </a:lnTo>
                <a:lnTo>
                  <a:pt x="592287" y="156050"/>
                </a:lnTo>
                <a:lnTo>
                  <a:pt x="597875" y="199678"/>
                </a:lnTo>
                <a:lnTo>
                  <a:pt x="603462" y="245325"/>
                </a:lnTo>
                <a:lnTo>
                  <a:pt x="609050" y="291615"/>
                </a:lnTo>
                <a:lnTo>
                  <a:pt x="614638" y="337155"/>
                </a:lnTo>
                <a:lnTo>
                  <a:pt x="620225" y="380572"/>
                </a:lnTo>
                <a:lnTo>
                  <a:pt x="625813" y="420558"/>
                </a:lnTo>
                <a:lnTo>
                  <a:pt x="631400" y="455909"/>
                </a:lnTo>
                <a:lnTo>
                  <a:pt x="636988" y="485559"/>
                </a:lnTo>
                <a:lnTo>
                  <a:pt x="642576" y="508615"/>
                </a:lnTo>
                <a:lnTo>
                  <a:pt x="648163" y="524383"/>
                </a:lnTo>
                <a:lnTo>
                  <a:pt x="653751" y="532388"/>
                </a:lnTo>
                <a:lnTo>
                  <a:pt x="659338" y="532388"/>
                </a:lnTo>
                <a:lnTo>
                  <a:pt x="664926" y="524383"/>
                </a:lnTo>
                <a:lnTo>
                  <a:pt x="670514" y="508615"/>
                </a:lnTo>
                <a:lnTo>
                  <a:pt x="676101" y="485559"/>
                </a:lnTo>
                <a:lnTo>
                  <a:pt x="681689" y="455909"/>
                </a:lnTo>
                <a:lnTo>
                  <a:pt x="687277" y="420558"/>
                </a:lnTo>
                <a:lnTo>
                  <a:pt x="692864" y="380572"/>
                </a:lnTo>
                <a:lnTo>
                  <a:pt x="698452" y="337155"/>
                </a:lnTo>
                <a:lnTo>
                  <a:pt x="704039" y="291615"/>
                </a:lnTo>
                <a:lnTo>
                  <a:pt x="709627" y="245325"/>
                </a:lnTo>
                <a:lnTo>
                  <a:pt x="715215" y="199678"/>
                </a:lnTo>
                <a:lnTo>
                  <a:pt x="720802" y="156050"/>
                </a:lnTo>
                <a:lnTo>
                  <a:pt x="726390" y="115756"/>
                </a:lnTo>
                <a:lnTo>
                  <a:pt x="731977" y="80009"/>
                </a:lnTo>
                <a:lnTo>
                  <a:pt x="737565" y="49886"/>
                </a:lnTo>
                <a:lnTo>
                  <a:pt x="743153" y="26295"/>
                </a:lnTo>
                <a:lnTo>
                  <a:pt x="748740" y="9947"/>
                </a:lnTo>
                <a:lnTo>
                  <a:pt x="754328" y="1333"/>
                </a:lnTo>
                <a:lnTo>
                  <a:pt x="759916" y="715"/>
                </a:lnTo>
                <a:lnTo>
                  <a:pt x="765503" y="8109"/>
                </a:lnTo>
                <a:lnTo>
                  <a:pt x="771091" y="23294"/>
                </a:lnTo>
                <a:lnTo>
                  <a:pt x="776678" y="45811"/>
                </a:lnTo>
                <a:lnTo>
                  <a:pt x="782266" y="74984"/>
                </a:lnTo>
                <a:lnTo>
                  <a:pt x="787854" y="109932"/>
                </a:lnTo>
                <a:lnTo>
                  <a:pt x="793441" y="149602"/>
                </a:lnTo>
                <a:lnTo>
                  <a:pt x="799029" y="192801"/>
                </a:lnTo>
                <a:lnTo>
                  <a:pt x="804616" y="238225"/>
                </a:lnTo>
                <a:lnTo>
                  <a:pt x="810204" y="284508"/>
                </a:lnTo>
                <a:lnTo>
                  <a:pt x="815792" y="330253"/>
                </a:lnTo>
                <a:lnTo>
                  <a:pt x="821379" y="374084"/>
                </a:lnTo>
                <a:lnTo>
                  <a:pt x="826967" y="414679"/>
                </a:lnTo>
                <a:lnTo>
                  <a:pt x="832554" y="450816"/>
                </a:lnTo>
                <a:lnTo>
                  <a:pt x="838142" y="481406"/>
                </a:lnTo>
                <a:lnTo>
                  <a:pt x="843730" y="505528"/>
                </a:lnTo>
                <a:lnTo>
                  <a:pt x="849317" y="522453"/>
                </a:lnTo>
                <a:lnTo>
                  <a:pt x="854905" y="531674"/>
                </a:lnTo>
                <a:lnTo>
                  <a:pt x="860493" y="532912"/>
                </a:lnTo>
                <a:lnTo>
                  <a:pt x="866080" y="526129"/>
                </a:lnTo>
                <a:lnTo>
                  <a:pt x="871668" y="511530"/>
                </a:lnTo>
                <a:lnTo>
                  <a:pt x="877255" y="489555"/>
                </a:lnTo>
                <a:lnTo>
                  <a:pt x="882843" y="460866"/>
                </a:lnTo>
                <a:lnTo>
                  <a:pt x="888431" y="426327"/>
                </a:lnTo>
                <a:lnTo>
                  <a:pt x="894018" y="386978"/>
                </a:lnTo>
                <a:lnTo>
                  <a:pt x="899606" y="344006"/>
                </a:lnTo>
                <a:lnTo>
                  <a:pt x="905193" y="298705"/>
                </a:lnTo>
                <a:lnTo>
                  <a:pt x="910781" y="252439"/>
                </a:lnTo>
                <a:lnTo>
                  <a:pt x="916369" y="206603"/>
                </a:lnTo>
                <a:lnTo>
                  <a:pt x="921956" y="162577"/>
                </a:lnTo>
                <a:lnTo>
                  <a:pt x="927544" y="121688"/>
                </a:lnTo>
                <a:lnTo>
                  <a:pt x="933132" y="85168"/>
                </a:lnTo>
                <a:lnTo>
                  <a:pt x="938719" y="54116"/>
                </a:lnTo>
                <a:lnTo>
                  <a:pt x="944307" y="29469"/>
                </a:lnTo>
                <a:lnTo>
                  <a:pt x="949894" y="11968"/>
                </a:lnTo>
                <a:lnTo>
                  <a:pt x="955482" y="2142"/>
                </a:lnTo>
                <a:lnTo>
                  <a:pt x="961070" y="286"/>
                </a:lnTo>
                <a:lnTo>
                  <a:pt x="966657" y="6456"/>
                </a:lnTo>
                <a:lnTo>
                  <a:pt x="972245" y="20466"/>
                </a:lnTo>
                <a:lnTo>
                  <a:pt x="977832" y="41895"/>
                </a:lnTo>
                <a:lnTo>
                  <a:pt x="983420" y="70096"/>
                </a:lnTo>
                <a:lnTo>
                  <a:pt x="989008" y="104220"/>
                </a:lnTo>
                <a:lnTo>
                  <a:pt x="994595" y="143238"/>
                </a:lnTo>
                <a:lnTo>
                  <a:pt x="1000183" y="185976"/>
                </a:lnTo>
                <a:lnTo>
                  <a:pt x="1005771" y="231146"/>
                </a:lnTo>
                <a:lnTo>
                  <a:pt x="1011358" y="277387"/>
                </a:lnTo>
                <a:lnTo>
                  <a:pt x="1016946" y="323306"/>
                </a:lnTo>
                <a:lnTo>
                  <a:pt x="1022533" y="367519"/>
                </a:lnTo>
                <a:lnTo>
                  <a:pt x="1028121" y="408695"/>
                </a:lnTo>
                <a:lnTo>
                  <a:pt x="1033709" y="445592"/>
                </a:lnTo>
                <a:lnTo>
                  <a:pt x="1039296" y="477100"/>
                </a:lnTo>
                <a:lnTo>
                  <a:pt x="1044884" y="502269"/>
                </a:lnTo>
                <a:lnTo>
                  <a:pt x="1050471" y="520341"/>
                </a:lnTo>
                <a:lnTo>
                  <a:pt x="1056059" y="530771"/>
                </a:lnTo>
                <a:lnTo>
                  <a:pt x="1061647" y="533245"/>
                </a:lnTo>
                <a:lnTo>
                  <a:pt x="1067234" y="527689"/>
                </a:lnTo>
                <a:lnTo>
                  <a:pt x="1072822" y="514270"/>
                </a:lnTo>
                <a:lnTo>
                  <a:pt x="1078409" y="493392"/>
                </a:lnTo>
                <a:lnTo>
                  <a:pt x="1083997" y="465684"/>
                </a:lnTo>
                <a:lnTo>
                  <a:pt x="1089585" y="431981"/>
                </a:lnTo>
                <a:lnTo>
                  <a:pt x="1095172" y="393299"/>
                </a:lnTo>
                <a:lnTo>
                  <a:pt x="1100760" y="350802"/>
                </a:lnTo>
                <a:lnTo>
                  <a:pt x="1106348" y="305772"/>
                </a:lnTo>
                <a:lnTo>
                  <a:pt x="1111935" y="259564"/>
                </a:lnTo>
                <a:lnTo>
                  <a:pt x="1117523" y="213571"/>
                </a:lnTo>
                <a:lnTo>
                  <a:pt x="1123110" y="169179"/>
                </a:lnTo>
                <a:lnTo>
                  <a:pt x="1128698" y="127724"/>
                </a:lnTo>
                <a:lnTo>
                  <a:pt x="1134286" y="90456"/>
                </a:lnTo>
                <a:lnTo>
                  <a:pt x="1139873" y="58498"/>
                </a:lnTo>
                <a:lnTo>
                  <a:pt x="1145461" y="32811"/>
                </a:lnTo>
                <a:lnTo>
                  <a:pt x="1151048" y="14172"/>
                </a:lnTo>
                <a:lnTo>
                  <a:pt x="1156636" y="3140"/>
                </a:lnTo>
                <a:lnTo>
                  <a:pt x="1162224" y="48"/>
                </a:lnTo>
                <a:lnTo>
                  <a:pt x="1167811" y="4989"/>
                </a:lnTo>
                <a:lnTo>
                  <a:pt x="1173399" y="17815"/>
                </a:lnTo>
                <a:lnTo>
                  <a:pt x="1178987" y="38139"/>
                </a:lnTo>
                <a:lnTo>
                  <a:pt x="1184574" y="65348"/>
                </a:lnTo>
                <a:lnTo>
                  <a:pt x="1190162" y="98623"/>
                </a:lnTo>
                <a:lnTo>
                  <a:pt x="1195749" y="136962"/>
                </a:lnTo>
                <a:lnTo>
                  <a:pt x="1201337" y="179210"/>
                </a:lnTo>
                <a:lnTo>
                  <a:pt x="1206925" y="224093"/>
                </a:lnTo>
                <a:lnTo>
                  <a:pt x="1212512" y="270259"/>
                </a:lnTo>
                <a:lnTo>
                  <a:pt x="1218100" y="316318"/>
                </a:lnTo>
                <a:lnTo>
                  <a:pt x="1223687" y="360882"/>
                </a:lnTo>
                <a:lnTo>
                  <a:pt x="1229275" y="402609"/>
                </a:lnTo>
                <a:lnTo>
                  <a:pt x="1234863" y="440240"/>
                </a:lnTo>
                <a:lnTo>
                  <a:pt x="1240450" y="472644"/>
                </a:lnTo>
                <a:lnTo>
                  <a:pt x="1246038" y="498842"/>
                </a:lnTo>
                <a:lnTo>
                  <a:pt x="1251626" y="518047"/>
                </a:lnTo>
                <a:lnTo>
                  <a:pt x="1257213" y="529679"/>
                </a:lnTo>
                <a:lnTo>
                  <a:pt x="1262801" y="533388"/>
                </a:lnTo>
                <a:lnTo>
                  <a:pt x="1268388" y="529062"/>
                </a:lnTo>
                <a:lnTo>
                  <a:pt x="1273976" y="516832"/>
                </a:lnTo>
                <a:lnTo>
                  <a:pt x="1279564" y="497066"/>
                </a:lnTo>
                <a:lnTo>
                  <a:pt x="1285151" y="470360"/>
                </a:lnTo>
                <a:lnTo>
                  <a:pt x="1290739" y="437518"/>
                </a:lnTo>
                <a:lnTo>
                  <a:pt x="1296326" y="399529"/>
                </a:lnTo>
                <a:lnTo>
                  <a:pt x="1301914" y="357538"/>
                </a:lnTo>
                <a:lnTo>
                  <a:pt x="1307502" y="312811"/>
                </a:lnTo>
                <a:lnTo>
                  <a:pt x="1313089" y="266694"/>
                </a:lnTo>
                <a:lnTo>
                  <a:pt x="1318677" y="220577"/>
                </a:lnTo>
                <a:lnTo>
                  <a:pt x="1324265" y="175850"/>
                </a:lnTo>
                <a:lnTo>
                  <a:pt x="1329852" y="133859"/>
                </a:lnTo>
                <a:lnTo>
                  <a:pt x="1335440" y="95870"/>
                </a:lnTo>
                <a:lnTo>
                  <a:pt x="1341027" y="63028"/>
                </a:lnTo>
                <a:lnTo>
                  <a:pt x="1346615" y="36322"/>
                </a:lnTo>
                <a:lnTo>
                  <a:pt x="1352203" y="16556"/>
                </a:lnTo>
                <a:lnTo>
                  <a:pt x="1357790" y="4326"/>
                </a:lnTo>
                <a:lnTo>
                  <a:pt x="1363378" y="0"/>
                </a:lnTo>
                <a:lnTo>
                  <a:pt x="1368965" y="3709"/>
                </a:lnTo>
                <a:lnTo>
                  <a:pt x="1374553" y="15341"/>
                </a:lnTo>
                <a:lnTo>
                  <a:pt x="1380141" y="34546"/>
                </a:lnTo>
                <a:lnTo>
                  <a:pt x="1385728" y="60744"/>
                </a:lnTo>
                <a:lnTo>
                  <a:pt x="1391316" y="93148"/>
                </a:lnTo>
                <a:lnTo>
                  <a:pt x="1396903" y="130779"/>
                </a:lnTo>
                <a:lnTo>
                  <a:pt x="1402491" y="172506"/>
                </a:lnTo>
                <a:lnTo>
                  <a:pt x="1408079" y="217070"/>
                </a:lnTo>
                <a:lnTo>
                  <a:pt x="1413666" y="263129"/>
                </a:lnTo>
                <a:lnTo>
                  <a:pt x="1419254" y="309295"/>
                </a:lnTo>
                <a:lnTo>
                  <a:pt x="1424842" y="354178"/>
                </a:lnTo>
                <a:lnTo>
                  <a:pt x="1430429" y="396426"/>
                </a:lnTo>
                <a:lnTo>
                  <a:pt x="1436017" y="434765"/>
                </a:lnTo>
                <a:lnTo>
                  <a:pt x="1441604" y="468040"/>
                </a:lnTo>
                <a:lnTo>
                  <a:pt x="1447192" y="495250"/>
                </a:lnTo>
                <a:lnTo>
                  <a:pt x="1452780" y="515573"/>
                </a:lnTo>
                <a:lnTo>
                  <a:pt x="1458367" y="528399"/>
                </a:lnTo>
                <a:lnTo>
                  <a:pt x="1463955" y="533340"/>
                </a:lnTo>
                <a:lnTo>
                  <a:pt x="1469542" y="530248"/>
                </a:lnTo>
                <a:lnTo>
                  <a:pt x="1475130" y="519216"/>
                </a:lnTo>
                <a:lnTo>
                  <a:pt x="1480718" y="500577"/>
                </a:lnTo>
                <a:lnTo>
                  <a:pt x="1486305" y="474891"/>
                </a:lnTo>
                <a:lnTo>
                  <a:pt x="1491893" y="442932"/>
                </a:lnTo>
                <a:lnTo>
                  <a:pt x="1497481" y="405664"/>
                </a:lnTo>
                <a:lnTo>
                  <a:pt x="1503068" y="364210"/>
                </a:lnTo>
                <a:lnTo>
                  <a:pt x="1508656" y="319817"/>
                </a:lnTo>
                <a:lnTo>
                  <a:pt x="1514243" y="273824"/>
                </a:lnTo>
                <a:lnTo>
                  <a:pt x="1519831" y="227616"/>
                </a:lnTo>
                <a:lnTo>
                  <a:pt x="1525419" y="182586"/>
                </a:lnTo>
                <a:lnTo>
                  <a:pt x="1531006" y="140089"/>
                </a:lnTo>
                <a:lnTo>
                  <a:pt x="1536594" y="101407"/>
                </a:lnTo>
                <a:lnTo>
                  <a:pt x="1542181" y="67704"/>
                </a:lnTo>
                <a:lnTo>
                  <a:pt x="1547769" y="39996"/>
                </a:lnTo>
                <a:lnTo>
                  <a:pt x="1553357" y="19118"/>
                </a:lnTo>
                <a:lnTo>
                  <a:pt x="1558944" y="5699"/>
                </a:lnTo>
                <a:lnTo>
                  <a:pt x="1564532" y="143"/>
                </a:lnTo>
                <a:lnTo>
                  <a:pt x="1570120" y="2617"/>
                </a:lnTo>
                <a:lnTo>
                  <a:pt x="1575707" y="13047"/>
                </a:lnTo>
                <a:lnTo>
                  <a:pt x="1581295" y="31119"/>
                </a:lnTo>
                <a:lnTo>
                  <a:pt x="1586882" y="56288"/>
                </a:lnTo>
                <a:lnTo>
                  <a:pt x="1592470" y="87796"/>
                </a:lnTo>
                <a:lnTo>
                  <a:pt x="1598058" y="124693"/>
                </a:lnTo>
                <a:lnTo>
                  <a:pt x="1603645" y="165869"/>
                </a:lnTo>
                <a:lnTo>
                  <a:pt x="1609233" y="210082"/>
                </a:lnTo>
                <a:lnTo>
                  <a:pt x="1614820" y="256001"/>
                </a:lnTo>
                <a:lnTo>
                  <a:pt x="1620408" y="302242"/>
                </a:lnTo>
                <a:lnTo>
                  <a:pt x="1625996" y="347412"/>
                </a:lnTo>
                <a:lnTo>
                  <a:pt x="1631583" y="390150"/>
                </a:lnTo>
                <a:lnTo>
                  <a:pt x="1637171" y="429169"/>
                </a:lnTo>
                <a:lnTo>
                  <a:pt x="1642759" y="463292"/>
                </a:lnTo>
                <a:lnTo>
                  <a:pt x="1648346" y="491493"/>
                </a:lnTo>
                <a:lnTo>
                  <a:pt x="1653934" y="512922"/>
                </a:lnTo>
                <a:lnTo>
                  <a:pt x="1659521" y="526932"/>
                </a:lnTo>
                <a:lnTo>
                  <a:pt x="1665109" y="533102"/>
                </a:lnTo>
                <a:lnTo>
                  <a:pt x="1670697" y="531246"/>
                </a:lnTo>
                <a:lnTo>
                  <a:pt x="1676284" y="521420"/>
                </a:lnTo>
                <a:lnTo>
                  <a:pt x="1681872" y="503919"/>
                </a:lnTo>
                <a:lnTo>
                  <a:pt x="1687459" y="479272"/>
                </a:lnTo>
                <a:lnTo>
                  <a:pt x="1693047" y="448221"/>
                </a:lnTo>
                <a:lnTo>
                  <a:pt x="1698635" y="411700"/>
                </a:lnTo>
                <a:lnTo>
                  <a:pt x="1704222" y="370811"/>
                </a:lnTo>
                <a:lnTo>
                  <a:pt x="1709810" y="326785"/>
                </a:lnTo>
                <a:lnTo>
                  <a:pt x="1715397" y="280949"/>
                </a:lnTo>
                <a:lnTo>
                  <a:pt x="1720985" y="234683"/>
                </a:lnTo>
                <a:lnTo>
                  <a:pt x="1726573" y="189382"/>
                </a:lnTo>
                <a:lnTo>
                  <a:pt x="1732160" y="146410"/>
                </a:lnTo>
                <a:lnTo>
                  <a:pt x="1737748" y="107061"/>
                </a:lnTo>
                <a:lnTo>
                  <a:pt x="1743336" y="72522"/>
                </a:lnTo>
                <a:lnTo>
                  <a:pt x="1748923" y="43833"/>
                </a:lnTo>
                <a:lnTo>
                  <a:pt x="1754511" y="21858"/>
                </a:lnTo>
                <a:lnTo>
                  <a:pt x="1760098" y="7259"/>
                </a:lnTo>
                <a:lnTo>
                  <a:pt x="1765686" y="476"/>
                </a:lnTo>
                <a:lnTo>
                  <a:pt x="1771274" y="1714"/>
                </a:lnTo>
                <a:lnTo>
                  <a:pt x="1776861" y="10935"/>
                </a:lnTo>
                <a:lnTo>
                  <a:pt x="1782449" y="27861"/>
                </a:lnTo>
                <a:lnTo>
                  <a:pt x="1788036" y="51982"/>
                </a:lnTo>
                <a:lnTo>
                  <a:pt x="1793624" y="82572"/>
                </a:lnTo>
                <a:lnTo>
                  <a:pt x="1799212" y="118709"/>
                </a:lnTo>
                <a:lnTo>
                  <a:pt x="1804799" y="159304"/>
                </a:lnTo>
                <a:lnTo>
                  <a:pt x="1810387" y="203135"/>
                </a:lnTo>
                <a:lnTo>
                  <a:pt x="1815975" y="248880"/>
                </a:lnTo>
                <a:lnTo>
                  <a:pt x="1821562" y="295163"/>
                </a:lnTo>
                <a:lnTo>
                  <a:pt x="1827150" y="340587"/>
                </a:lnTo>
                <a:lnTo>
                  <a:pt x="1832737" y="383786"/>
                </a:lnTo>
                <a:lnTo>
                  <a:pt x="1838325" y="423456"/>
                </a:lnTo>
              </a:path>
            </a:pathLst>
          </a:custGeom>
          <a:noFill/>
          <a:ln w="31433">
            <a:solidFill>
              <a:srgbClr val="B56D18"/>
            </a:solidFill>
            <a:prstDash val="solid"/>
          </a:ln>
        </p:spPr>
      </p:sp>
      <p:sp>
        <p:nvSpPr>
          <p:cNvPr id="96" name="path-11">
            <a:extLst>
              <a:ext uri="{FF2B5EF4-FFF2-40B4-BE49-F238E27FC236}">
                <a16:creationId xmlns:a16="http://schemas.microsoft.com/office/drawing/2014/main" id="{987FB562-E8C0-4776-B2E5-851E1B656043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0" y="485775"/>
                </a:moveTo>
                <a:lnTo>
                  <a:pt x="276225" y="447675"/>
                </a:lnTo>
                <a:lnTo>
                  <a:pt x="514350" y="333375"/>
                </a:lnTo>
                <a:lnTo>
                  <a:pt x="685800" y="190500"/>
                </a:lnTo>
                <a:lnTo>
                  <a:pt x="82867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7" name="path-12">
            <a:extLst>
              <a:ext uri="{FF2B5EF4-FFF2-40B4-BE49-F238E27FC236}">
                <a16:creationId xmlns:a16="http://schemas.microsoft.com/office/drawing/2014/main" id="{478BE1AF-CEFE-4B51-9836-F55E4387C2FD}"/>
              </a:ext>
            </a:extLst>
          </p:cNvPr>
          <p:cNvSpPr>
            <a:spLocks noGrp="1"/>
          </p:cNvSpPr>
          <p:nvPr/>
        </p:nvSpPr>
        <p:spPr>
          <a:xfrm>
            <a:off x="5000625" y="2928914"/>
            <a:ext cx="86335" cy="138136"/>
          </a:xfrm>
          <a:custGeom>
            <a:avLst/>
            <a:gdLst/>
            <a:ahLst/>
            <a:cxnLst/>
            <a:rect l="0" t="0" r="0" b="0"/>
            <a:pathLst>
              <a:path w="86335" h="138136">
                <a:moveTo>
                  <a:pt x="0" y="138136"/>
                </a:moveTo>
                <a:lnTo>
                  <a:pt x="86335" y="0"/>
                </a:lnTo>
              </a:path>
            </a:pathLst>
          </a:custGeom>
          <a:noFill/>
          <a:ln w="29528">
            <a:solidFill>
              <a:srgbClr val="B56D18"/>
            </a:solidFill>
            <a:prstDash val="solid"/>
          </a:ln>
        </p:spPr>
      </p:sp>
      <p:sp>
        <p:nvSpPr>
          <p:cNvPr id="98" name="path-13">
            <a:extLst>
              <a:ext uri="{FF2B5EF4-FFF2-40B4-BE49-F238E27FC236}">
                <a16:creationId xmlns:a16="http://schemas.microsoft.com/office/drawing/2014/main" id="{343DD6E7-1C66-4253-B9AA-D7A99D9C460B}"/>
              </a:ext>
            </a:extLst>
          </p:cNvPr>
          <p:cNvSpPr>
            <a:spLocks noGrp="1"/>
          </p:cNvSpPr>
          <p:nvPr/>
        </p:nvSpPr>
        <p:spPr>
          <a:xfrm>
            <a:off x="5027592" y="2838450"/>
            <a:ext cx="115908" cy="141351"/>
          </a:xfrm>
          <a:custGeom>
            <a:avLst/>
            <a:gdLst/>
            <a:ahLst/>
            <a:cxnLst/>
            <a:rect l="0" t="0" r="0" b="0"/>
            <a:pathLst>
              <a:path w="115908" h="141351">
                <a:moveTo>
                  <a:pt x="115908" y="0"/>
                </a:moveTo>
                <a:lnTo>
                  <a:pt x="90464" y="141351"/>
                </a:lnTo>
                <a:lnTo>
                  <a:pt x="0" y="8481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99" name="visual-14">
            <a:extLst>
              <a:ext uri="{FF2B5EF4-FFF2-40B4-BE49-F238E27FC236}">
                <a16:creationId xmlns:a16="http://schemas.microsoft.com/office/drawing/2014/main" id="{80E7C007-B58C-4F8F-B531-C6C9CDC85C54}"/>
              </a:ext>
            </a:extLst>
          </p:cNvPr>
          <p:cNvSpPr>
            <a:spLocks noGrp="1"/>
          </p:cNvSpPr>
          <p:nvPr/>
        </p:nvSpPr>
        <p:spPr>
          <a:xfrm>
            <a:off x="2209800" y="3914775"/>
            <a:ext cx="3552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00" name="visual-15">
            <a:extLst>
              <a:ext uri="{FF2B5EF4-FFF2-40B4-BE49-F238E27FC236}">
                <a16:creationId xmlns:a16="http://schemas.microsoft.com/office/drawing/2014/main" id="{F28C8310-6671-438D-90FC-1963F5C0F727}"/>
              </a:ext>
            </a:extLst>
          </p:cNvPr>
          <p:cNvSpPr>
            <a:spLocks noGrp="1"/>
          </p:cNvSpPr>
          <p:nvPr/>
        </p:nvSpPr>
        <p:spPr>
          <a:xfrm>
            <a:off x="4886325" y="3381375"/>
            <a:ext cx="3524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Spatial interference pattern</a:t>
            </a:r>
          </a:p>
        </p:txBody>
      </p:sp>
      <p:sp>
        <p:nvSpPr>
          <p:cNvPr id="101" name="path-16">
            <a:extLst>
              <a:ext uri="{FF2B5EF4-FFF2-40B4-BE49-F238E27FC236}">
                <a16:creationId xmlns:a16="http://schemas.microsoft.com/office/drawing/2014/main" id="{B896F554-B519-43DE-B6AF-EBBCA85F9C3C}"/>
              </a:ext>
            </a:extLst>
          </p:cNvPr>
          <p:cNvSpPr>
            <a:spLocks noGrp="1"/>
          </p:cNvSpPr>
          <p:nvPr/>
        </p:nvSpPr>
        <p:spPr>
          <a:xfrm>
            <a:off x="7972425" y="2057400"/>
            <a:ext cx="697230" cy="953"/>
          </a:xfrm>
          <a:custGeom>
            <a:avLst/>
            <a:gdLst/>
            <a:ahLst/>
            <a:cxnLst/>
            <a:rect l="0" t="0" r="0" b="0"/>
            <a:pathLst>
              <a:path w="697230" h="953">
                <a:moveTo>
                  <a:pt x="0" y="0"/>
                </a:moveTo>
                <a:lnTo>
                  <a:pt x="6972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02" name="path-17">
            <a:extLst>
              <a:ext uri="{FF2B5EF4-FFF2-40B4-BE49-F238E27FC236}">
                <a16:creationId xmlns:a16="http://schemas.microsoft.com/office/drawing/2014/main" id="{674C358A-3D66-4B96-A519-879C8DA8E4B8}"/>
              </a:ext>
            </a:extLst>
          </p:cNvPr>
          <p:cNvSpPr>
            <a:spLocks noGrp="1"/>
          </p:cNvSpPr>
          <p:nvPr/>
        </p:nvSpPr>
        <p:spPr>
          <a:xfrm>
            <a:off x="8639175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3" name="path-18">
            <a:extLst>
              <a:ext uri="{FF2B5EF4-FFF2-40B4-BE49-F238E27FC236}">
                <a16:creationId xmlns:a16="http://schemas.microsoft.com/office/drawing/2014/main" id="{D6A360D2-9056-4DA7-B4C1-893C441285B5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104" name="energy-envelope-area">
            <a:extLst>
              <a:ext uri="{FF2B5EF4-FFF2-40B4-BE49-F238E27FC236}">
                <a16:creationId xmlns:a16="http://schemas.microsoft.com/office/drawing/2014/main" id="{FC16CAB4-2265-4374-B8B0-E2FDE1EB1AB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105" name="energy-envelope">
            <a:extLst>
              <a:ext uri="{FF2B5EF4-FFF2-40B4-BE49-F238E27FC236}">
                <a16:creationId xmlns:a16="http://schemas.microsoft.com/office/drawing/2014/main" id="{85BF6417-CDAA-411F-95AF-E5AB067E7C8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106" name="square-law-oscillations">
            <a:extLst>
              <a:ext uri="{FF2B5EF4-FFF2-40B4-BE49-F238E27FC236}">
                <a16:creationId xmlns:a16="http://schemas.microsoft.com/office/drawing/2014/main" id="{0C41AA8C-3A3E-46BC-AEDE-08D5D7B871F8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7" name="visual-19">
            <a:extLst>
              <a:ext uri="{FF2B5EF4-FFF2-40B4-BE49-F238E27FC236}">
                <a16:creationId xmlns:a16="http://schemas.microsoft.com/office/drawing/2014/main" id="{F9FD7A35-B4B2-4A05-9E5E-7E64F3A9356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08" name="path-20">
            <a:extLst>
              <a:ext uri="{FF2B5EF4-FFF2-40B4-BE49-F238E27FC236}">
                <a16:creationId xmlns:a16="http://schemas.microsoft.com/office/drawing/2014/main" id="{F245F46F-7687-420F-AB26-14285C485FC1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9" name="visual-21">
            <a:extLst>
              <a:ext uri="{FF2B5EF4-FFF2-40B4-BE49-F238E27FC236}">
                <a16:creationId xmlns:a16="http://schemas.microsoft.com/office/drawing/2014/main" id="{DAD6E8ED-4538-432D-AE17-23B007645079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0" name="path-22">
            <a:extLst>
              <a:ext uri="{FF2B5EF4-FFF2-40B4-BE49-F238E27FC236}">
                <a16:creationId xmlns:a16="http://schemas.microsoft.com/office/drawing/2014/main" id="{8929FE05-EFFA-4054-B263-BA6F75480173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1" name="visual-23">
            <a:extLst>
              <a:ext uri="{FF2B5EF4-FFF2-40B4-BE49-F238E27FC236}">
                <a16:creationId xmlns:a16="http://schemas.microsoft.com/office/drawing/2014/main" id="{E3E9BEE5-93D0-4052-BD7A-1649B23174AB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2" name="path-24">
            <a:extLst>
              <a:ext uri="{FF2B5EF4-FFF2-40B4-BE49-F238E27FC236}">
                <a16:creationId xmlns:a16="http://schemas.microsoft.com/office/drawing/2014/main" id="{B54A499E-6E6C-4D4F-951E-D9536FB70616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3" name="visual-25">
            <a:extLst>
              <a:ext uri="{FF2B5EF4-FFF2-40B4-BE49-F238E27FC236}">
                <a16:creationId xmlns:a16="http://schemas.microsoft.com/office/drawing/2014/main" id="{DDA65AE7-1728-4EAD-8EA5-2AE03FADBA0D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4" name="path-26">
            <a:extLst>
              <a:ext uri="{FF2B5EF4-FFF2-40B4-BE49-F238E27FC236}">
                <a16:creationId xmlns:a16="http://schemas.microsoft.com/office/drawing/2014/main" id="{DCDB3CCF-00A0-4218-9338-50679D243D28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5" name="visual-27">
            <a:extLst>
              <a:ext uri="{FF2B5EF4-FFF2-40B4-BE49-F238E27FC236}">
                <a16:creationId xmlns:a16="http://schemas.microsoft.com/office/drawing/2014/main" id="{B1960035-C4B5-4315-9F2A-ADDB827A3942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6" name="path-28">
            <a:extLst>
              <a:ext uri="{FF2B5EF4-FFF2-40B4-BE49-F238E27FC236}">
                <a16:creationId xmlns:a16="http://schemas.microsoft.com/office/drawing/2014/main" id="{F3CE7CA6-3018-45D2-9E8D-A6B8025070D1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7" name="visual-29">
            <a:extLst>
              <a:ext uri="{FF2B5EF4-FFF2-40B4-BE49-F238E27FC236}">
                <a16:creationId xmlns:a16="http://schemas.microsoft.com/office/drawing/2014/main" id="{CFB24B48-A1C2-4C65-861F-68FCEAD7388D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8" name="path-30">
            <a:extLst>
              <a:ext uri="{FF2B5EF4-FFF2-40B4-BE49-F238E27FC236}">
                <a16:creationId xmlns:a16="http://schemas.microsoft.com/office/drawing/2014/main" id="{A33B788C-CEC9-4D87-9F98-6354BD9CFCD1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visual-31">
            <a:extLst>
              <a:ext uri="{FF2B5EF4-FFF2-40B4-BE49-F238E27FC236}">
                <a16:creationId xmlns:a16="http://schemas.microsoft.com/office/drawing/2014/main" id="{6A5B226F-E2CB-4D0F-A95F-B7D492D053F2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0" name="path-32">
            <a:extLst>
              <a:ext uri="{FF2B5EF4-FFF2-40B4-BE49-F238E27FC236}">
                <a16:creationId xmlns:a16="http://schemas.microsoft.com/office/drawing/2014/main" id="{8DB90D3C-3C62-4FE5-82F9-DCA0DC33E1F5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1" name="visual-33">
            <a:extLst>
              <a:ext uri="{FF2B5EF4-FFF2-40B4-BE49-F238E27FC236}">
                <a16:creationId xmlns:a16="http://schemas.microsoft.com/office/drawing/2014/main" id="{F3C24546-779D-4769-B6E7-0A684C70B380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2" name="path-34">
            <a:extLst>
              <a:ext uri="{FF2B5EF4-FFF2-40B4-BE49-F238E27FC236}">
                <a16:creationId xmlns:a16="http://schemas.microsoft.com/office/drawing/2014/main" id="{B384B813-DF66-4905-967B-A324075C9A5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3" name="visual-35">
            <a:extLst>
              <a:ext uri="{FF2B5EF4-FFF2-40B4-BE49-F238E27FC236}">
                <a16:creationId xmlns:a16="http://schemas.microsoft.com/office/drawing/2014/main" id="{25B09556-ED70-4747-BB5F-1D91389B5325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24" name="path-36">
            <a:extLst>
              <a:ext uri="{FF2B5EF4-FFF2-40B4-BE49-F238E27FC236}">
                <a16:creationId xmlns:a16="http://schemas.microsoft.com/office/drawing/2014/main" id="{75D03D65-3F23-4700-9B16-A05099D0282B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5" name="visual-37">
            <a:extLst>
              <a:ext uri="{FF2B5EF4-FFF2-40B4-BE49-F238E27FC236}">
                <a16:creationId xmlns:a16="http://schemas.microsoft.com/office/drawing/2014/main" id="{2770DDB7-902C-4C06-8BFA-855DD5677950}"/>
              </a:ext>
            </a:extLst>
          </p:cNvPr>
          <p:cNvSpPr>
            <a:spLocks noGrp="1"/>
          </p:cNvSpPr>
          <p:nvPr/>
        </p:nvSpPr>
        <p:spPr>
          <a:xfrm>
            <a:off x="8858250" y="3324225"/>
            <a:ext cx="3724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Square-law energy sensing</a:t>
            </a:r>
          </a:p>
        </p:txBody>
      </p:sp>
      <p:sp>
        <p:nvSpPr>
          <p:cNvPr id="126" name="path-38">
            <a:extLst>
              <a:ext uri="{FF2B5EF4-FFF2-40B4-BE49-F238E27FC236}">
                <a16:creationId xmlns:a16="http://schemas.microsoft.com/office/drawing/2014/main" id="{48C0DBF2-4BE4-4C6C-BF7D-6E00F5C040EC}"/>
              </a:ext>
            </a:extLst>
          </p:cNvPr>
          <p:cNvSpPr>
            <a:spLocks noGrp="1"/>
          </p:cNvSpPr>
          <p:nvPr/>
        </p:nvSpPr>
        <p:spPr>
          <a:xfrm>
            <a:off x="12287250" y="2057400"/>
            <a:ext cx="773430" cy="953"/>
          </a:xfrm>
          <a:custGeom>
            <a:avLst/>
            <a:gdLst/>
            <a:ahLst/>
            <a:cxnLst/>
            <a:rect l="0" t="0" r="0" b="0"/>
            <a:pathLst>
              <a:path w="773430" h="953">
                <a:moveTo>
                  <a:pt x="0" y="0"/>
                </a:moveTo>
                <a:lnTo>
                  <a:pt x="773430" y="0"/>
                </a:lnTo>
              </a:path>
            </a:pathLst>
          </a:custGeom>
          <a:noFill/>
          <a:ln w="32385">
            <a:solidFill>
              <a:srgbClr val="246A96"/>
            </a:solidFill>
            <a:prstDash val="solid"/>
          </a:ln>
        </p:spPr>
      </p:sp>
      <p:sp>
        <p:nvSpPr>
          <p:cNvPr id="127" name="path-39">
            <a:extLst>
              <a:ext uri="{FF2B5EF4-FFF2-40B4-BE49-F238E27FC236}">
                <a16:creationId xmlns:a16="http://schemas.microsoft.com/office/drawing/2014/main" id="{9CE7A996-CD23-4331-A9DB-EBBA9D3F655E}"/>
              </a:ext>
            </a:extLst>
          </p:cNvPr>
          <p:cNvSpPr>
            <a:spLocks noGrp="1"/>
          </p:cNvSpPr>
          <p:nvPr/>
        </p:nvSpPr>
        <p:spPr>
          <a:xfrm>
            <a:off x="13030200" y="1996440"/>
            <a:ext cx="152400" cy="121920"/>
          </a:xfrm>
          <a:custGeom>
            <a:avLst/>
            <a:gdLst/>
            <a:ahLst/>
            <a:cxnLst/>
            <a:rect l="0" t="0" r="0" b="0"/>
            <a:pathLst>
              <a:path w="152400" h="121920">
                <a:moveTo>
                  <a:pt x="15240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8" name="visual-40">
            <a:extLst>
              <a:ext uri="{FF2B5EF4-FFF2-40B4-BE49-F238E27FC236}">
                <a16:creationId xmlns:a16="http://schemas.microsoft.com/office/drawing/2014/main" id="{A422CDA4-BB0C-4B02-BB63-696E1EBD25D8}"/>
              </a:ext>
            </a:extLst>
          </p:cNvPr>
          <p:cNvSpPr>
            <a:spLocks noGrp="1"/>
          </p:cNvSpPr>
          <p:nvPr/>
        </p:nvSpPr>
        <p:spPr>
          <a:xfrm>
            <a:off x="13716000" y="1133475"/>
            <a:ext cx="2705100" cy="1695450"/>
          </a:xfrm>
          <a:prstGeom prst="rect">
            <a:avLst/>
          </a:prstGeom>
          <a:solidFill>
            <a:srgbClr val="F7FAFC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29" name="visual-41">
            <a:extLst>
              <a:ext uri="{FF2B5EF4-FFF2-40B4-BE49-F238E27FC236}">
                <a16:creationId xmlns:a16="http://schemas.microsoft.com/office/drawing/2014/main" id="{2E24DB9F-D7CE-4EB6-AA60-61A397DDF869}"/>
              </a:ext>
            </a:extLst>
          </p:cNvPr>
          <p:cNvSpPr>
            <a:spLocks noGrp="1"/>
          </p:cNvSpPr>
          <p:nvPr/>
        </p:nvSpPr>
        <p:spPr>
          <a:xfrm>
            <a:off x="13573125" y="1266825"/>
            <a:ext cx="2705100" cy="1695450"/>
          </a:xfrm>
          <a:prstGeom prst="rect">
            <a:avLst/>
          </a:prstGeom>
          <a:solidFill>
            <a:srgbClr val="EEF5F9"/>
          </a:solidFill>
          <a:ln w="12383">
            <a:solidFill>
              <a:srgbClr val="56788E"/>
            </a:solidFill>
            <a:prstDash val="solid"/>
          </a:ln>
        </p:spPr>
      </p:sp>
      <p:sp>
        <p:nvSpPr>
          <p:cNvPr id="130" name="visual-42">
            <a:extLst>
              <a:ext uri="{FF2B5EF4-FFF2-40B4-BE49-F238E27FC236}">
                <a16:creationId xmlns:a16="http://schemas.microsoft.com/office/drawing/2014/main" id="{EF887D76-D28B-439E-A6BC-8D176BAC93EF}"/>
              </a:ext>
            </a:extLst>
          </p:cNvPr>
          <p:cNvSpPr>
            <a:spLocks noGrp="1"/>
          </p:cNvSpPr>
          <p:nvPr/>
        </p:nvSpPr>
        <p:spPr>
          <a:xfrm>
            <a:off x="13430250" y="1400175"/>
            <a:ext cx="2705100" cy="1695450"/>
          </a:xfrm>
          <a:prstGeom prst="rect">
            <a:avLst/>
          </a:prstGeom>
          <a:solidFill>
            <a:srgbClr val="FFFFFF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131" name="space-time-samples-0-0">
            <a:extLst>
              <a:ext uri="{FF2B5EF4-FFF2-40B4-BE49-F238E27FC236}">
                <a16:creationId xmlns:a16="http://schemas.microsoft.com/office/drawing/2014/main" id="{B0112777-1EB0-4FB5-9151-86AB7E85E560}"/>
              </a:ext>
            </a:extLst>
          </p:cNvPr>
          <p:cNvSpPr>
            <a:spLocks noGrp="1"/>
          </p:cNvSpPr>
          <p:nvPr/>
        </p:nvSpPr>
        <p:spPr>
          <a:xfrm>
            <a:off x="135255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2BD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2" name="space-time-samples-0-1">
            <a:extLst>
              <a:ext uri="{FF2B5EF4-FFF2-40B4-BE49-F238E27FC236}">
                <a16:creationId xmlns:a16="http://schemas.microsoft.com/office/drawing/2014/main" id="{2EEC6264-8EC0-4457-9CEA-3A465D5F581D}"/>
              </a:ext>
            </a:extLst>
          </p:cNvPr>
          <p:cNvSpPr>
            <a:spLocks noGrp="1"/>
          </p:cNvSpPr>
          <p:nvPr/>
        </p:nvSpPr>
        <p:spPr>
          <a:xfrm>
            <a:off x="137350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3" name="space-time-samples-0-2">
            <a:extLst>
              <a:ext uri="{FF2B5EF4-FFF2-40B4-BE49-F238E27FC236}">
                <a16:creationId xmlns:a16="http://schemas.microsoft.com/office/drawing/2014/main" id="{D8B890FC-67FB-4C3F-B319-95B37903ADAC}"/>
              </a:ext>
            </a:extLst>
          </p:cNvPr>
          <p:cNvSpPr>
            <a:spLocks noGrp="1"/>
          </p:cNvSpPr>
          <p:nvPr/>
        </p:nvSpPr>
        <p:spPr>
          <a:xfrm>
            <a:off x="139446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4" name="space-time-samples-0-3">
            <a:extLst>
              <a:ext uri="{FF2B5EF4-FFF2-40B4-BE49-F238E27FC236}">
                <a16:creationId xmlns:a16="http://schemas.microsoft.com/office/drawing/2014/main" id="{E01E9C80-379D-4DC0-97B2-8E14F3BE2B15}"/>
              </a:ext>
            </a:extLst>
          </p:cNvPr>
          <p:cNvSpPr>
            <a:spLocks noGrp="1"/>
          </p:cNvSpPr>
          <p:nvPr/>
        </p:nvSpPr>
        <p:spPr>
          <a:xfrm>
            <a:off x="141541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5" name="space-time-samples-0-4">
            <a:extLst>
              <a:ext uri="{FF2B5EF4-FFF2-40B4-BE49-F238E27FC236}">
                <a16:creationId xmlns:a16="http://schemas.microsoft.com/office/drawing/2014/main" id="{B04482FE-2327-4BDB-8890-2162FF6420D2}"/>
              </a:ext>
            </a:extLst>
          </p:cNvPr>
          <p:cNvSpPr>
            <a:spLocks noGrp="1"/>
          </p:cNvSpPr>
          <p:nvPr/>
        </p:nvSpPr>
        <p:spPr>
          <a:xfrm>
            <a:off x="143637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6" name="space-time-samples-0-5">
            <a:extLst>
              <a:ext uri="{FF2B5EF4-FFF2-40B4-BE49-F238E27FC236}">
                <a16:creationId xmlns:a16="http://schemas.microsoft.com/office/drawing/2014/main" id="{62CBC169-44F5-4912-9F91-0361E49BAB02}"/>
              </a:ext>
            </a:extLst>
          </p:cNvPr>
          <p:cNvSpPr>
            <a:spLocks noGrp="1"/>
          </p:cNvSpPr>
          <p:nvPr/>
        </p:nvSpPr>
        <p:spPr>
          <a:xfrm>
            <a:off x="145732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7" name="space-time-samples-0-6">
            <a:extLst>
              <a:ext uri="{FF2B5EF4-FFF2-40B4-BE49-F238E27FC236}">
                <a16:creationId xmlns:a16="http://schemas.microsoft.com/office/drawing/2014/main" id="{1BF3E47A-11AA-4BAB-BD69-919D99EB6359}"/>
              </a:ext>
            </a:extLst>
          </p:cNvPr>
          <p:cNvSpPr>
            <a:spLocks noGrp="1"/>
          </p:cNvSpPr>
          <p:nvPr/>
        </p:nvSpPr>
        <p:spPr>
          <a:xfrm>
            <a:off x="147828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8" name="space-time-samples-0-7">
            <a:extLst>
              <a:ext uri="{FF2B5EF4-FFF2-40B4-BE49-F238E27FC236}">
                <a16:creationId xmlns:a16="http://schemas.microsoft.com/office/drawing/2014/main" id="{3784FD8A-A45D-4C48-968A-E032AA03E456}"/>
              </a:ext>
            </a:extLst>
          </p:cNvPr>
          <p:cNvSpPr>
            <a:spLocks noGrp="1"/>
          </p:cNvSpPr>
          <p:nvPr/>
        </p:nvSpPr>
        <p:spPr>
          <a:xfrm>
            <a:off x="149923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39" name="space-time-samples-0-8">
            <a:extLst>
              <a:ext uri="{FF2B5EF4-FFF2-40B4-BE49-F238E27FC236}">
                <a16:creationId xmlns:a16="http://schemas.microsoft.com/office/drawing/2014/main" id="{C40505A1-D526-4E86-8E20-51E06D06B02B}"/>
              </a:ext>
            </a:extLst>
          </p:cNvPr>
          <p:cNvSpPr>
            <a:spLocks noGrp="1"/>
          </p:cNvSpPr>
          <p:nvPr/>
        </p:nvSpPr>
        <p:spPr>
          <a:xfrm>
            <a:off x="152019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0" name="space-time-samples-0-9">
            <a:extLst>
              <a:ext uri="{FF2B5EF4-FFF2-40B4-BE49-F238E27FC236}">
                <a16:creationId xmlns:a16="http://schemas.microsoft.com/office/drawing/2014/main" id="{43BDAB73-F581-4AEC-81B8-6ACD6FF0196C}"/>
              </a:ext>
            </a:extLst>
          </p:cNvPr>
          <p:cNvSpPr>
            <a:spLocks noGrp="1"/>
          </p:cNvSpPr>
          <p:nvPr/>
        </p:nvSpPr>
        <p:spPr>
          <a:xfrm>
            <a:off x="154114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1" name="space-time-samples-0-10">
            <a:extLst>
              <a:ext uri="{FF2B5EF4-FFF2-40B4-BE49-F238E27FC236}">
                <a16:creationId xmlns:a16="http://schemas.microsoft.com/office/drawing/2014/main" id="{2086CA7A-A087-48B4-8F1F-D19FA69FF9AD}"/>
              </a:ext>
            </a:extLst>
          </p:cNvPr>
          <p:cNvSpPr>
            <a:spLocks noGrp="1"/>
          </p:cNvSpPr>
          <p:nvPr/>
        </p:nvSpPr>
        <p:spPr>
          <a:xfrm>
            <a:off x="1562100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2" name="space-time-samples-0-11">
            <a:extLst>
              <a:ext uri="{FF2B5EF4-FFF2-40B4-BE49-F238E27FC236}">
                <a16:creationId xmlns:a16="http://schemas.microsoft.com/office/drawing/2014/main" id="{24D0F562-9656-49ED-B422-4107B8F95C03}"/>
              </a:ext>
            </a:extLst>
          </p:cNvPr>
          <p:cNvSpPr>
            <a:spLocks noGrp="1"/>
          </p:cNvSpPr>
          <p:nvPr/>
        </p:nvSpPr>
        <p:spPr>
          <a:xfrm>
            <a:off x="15830550" y="1495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3" name="space-time-samples-1-0">
            <a:extLst>
              <a:ext uri="{FF2B5EF4-FFF2-40B4-BE49-F238E27FC236}">
                <a16:creationId xmlns:a16="http://schemas.microsoft.com/office/drawing/2014/main" id="{DDEE8C7B-C4E9-4941-90D0-C93E8B4AED55}"/>
              </a:ext>
            </a:extLst>
          </p:cNvPr>
          <p:cNvSpPr>
            <a:spLocks noGrp="1"/>
          </p:cNvSpPr>
          <p:nvPr/>
        </p:nvSpPr>
        <p:spPr>
          <a:xfrm>
            <a:off x="135255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4" name="space-time-samples-1-1">
            <a:extLst>
              <a:ext uri="{FF2B5EF4-FFF2-40B4-BE49-F238E27FC236}">
                <a16:creationId xmlns:a16="http://schemas.microsoft.com/office/drawing/2014/main" id="{D2806F87-9895-44E0-816F-150FE143CD11}"/>
              </a:ext>
            </a:extLst>
          </p:cNvPr>
          <p:cNvSpPr>
            <a:spLocks noGrp="1"/>
          </p:cNvSpPr>
          <p:nvPr/>
        </p:nvSpPr>
        <p:spPr>
          <a:xfrm>
            <a:off x="137350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5" name="space-time-samples-1-2">
            <a:extLst>
              <a:ext uri="{FF2B5EF4-FFF2-40B4-BE49-F238E27FC236}">
                <a16:creationId xmlns:a16="http://schemas.microsoft.com/office/drawing/2014/main" id="{03817170-C0CF-4299-BE49-2EEA4AA9DE36}"/>
              </a:ext>
            </a:extLst>
          </p:cNvPr>
          <p:cNvSpPr>
            <a:spLocks noGrp="1"/>
          </p:cNvSpPr>
          <p:nvPr/>
        </p:nvSpPr>
        <p:spPr>
          <a:xfrm>
            <a:off x="139446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6" name="space-time-samples-1-3">
            <a:extLst>
              <a:ext uri="{FF2B5EF4-FFF2-40B4-BE49-F238E27FC236}">
                <a16:creationId xmlns:a16="http://schemas.microsoft.com/office/drawing/2014/main" id="{266EE1AF-CDB0-45A9-B679-E579A3FDD9FA}"/>
              </a:ext>
            </a:extLst>
          </p:cNvPr>
          <p:cNvSpPr>
            <a:spLocks noGrp="1"/>
          </p:cNvSpPr>
          <p:nvPr/>
        </p:nvSpPr>
        <p:spPr>
          <a:xfrm>
            <a:off x="141541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8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7" name="space-time-samples-1-4">
            <a:extLst>
              <a:ext uri="{FF2B5EF4-FFF2-40B4-BE49-F238E27FC236}">
                <a16:creationId xmlns:a16="http://schemas.microsoft.com/office/drawing/2014/main" id="{C1D32ED2-F379-4F4A-9E4C-5D3ED77730E7}"/>
              </a:ext>
            </a:extLst>
          </p:cNvPr>
          <p:cNvSpPr>
            <a:spLocks noGrp="1"/>
          </p:cNvSpPr>
          <p:nvPr/>
        </p:nvSpPr>
        <p:spPr>
          <a:xfrm>
            <a:off x="143637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A88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8" name="space-time-samples-1-5">
            <a:extLst>
              <a:ext uri="{FF2B5EF4-FFF2-40B4-BE49-F238E27FC236}">
                <a16:creationId xmlns:a16="http://schemas.microsoft.com/office/drawing/2014/main" id="{BDEED9D7-1993-4702-BAC9-40C07144FB55}"/>
              </a:ext>
            </a:extLst>
          </p:cNvPr>
          <p:cNvSpPr>
            <a:spLocks noGrp="1"/>
          </p:cNvSpPr>
          <p:nvPr/>
        </p:nvSpPr>
        <p:spPr>
          <a:xfrm>
            <a:off x="145732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49" name="space-time-samples-1-6">
            <a:extLst>
              <a:ext uri="{FF2B5EF4-FFF2-40B4-BE49-F238E27FC236}">
                <a16:creationId xmlns:a16="http://schemas.microsoft.com/office/drawing/2014/main" id="{32E18ED3-4B67-478E-AFCB-12CE7F968DCB}"/>
              </a:ext>
            </a:extLst>
          </p:cNvPr>
          <p:cNvSpPr>
            <a:spLocks noGrp="1"/>
          </p:cNvSpPr>
          <p:nvPr/>
        </p:nvSpPr>
        <p:spPr>
          <a:xfrm>
            <a:off x="147828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0" name="space-time-samples-1-7">
            <a:extLst>
              <a:ext uri="{FF2B5EF4-FFF2-40B4-BE49-F238E27FC236}">
                <a16:creationId xmlns:a16="http://schemas.microsoft.com/office/drawing/2014/main" id="{BBF7756C-E754-47C0-8034-04E74604CCC3}"/>
              </a:ext>
            </a:extLst>
          </p:cNvPr>
          <p:cNvSpPr>
            <a:spLocks noGrp="1"/>
          </p:cNvSpPr>
          <p:nvPr/>
        </p:nvSpPr>
        <p:spPr>
          <a:xfrm>
            <a:off x="149923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1" name="space-time-samples-1-8">
            <a:extLst>
              <a:ext uri="{FF2B5EF4-FFF2-40B4-BE49-F238E27FC236}">
                <a16:creationId xmlns:a16="http://schemas.microsoft.com/office/drawing/2014/main" id="{92C4C31E-8387-4BC3-BD68-BAB5DDD51C1F}"/>
              </a:ext>
            </a:extLst>
          </p:cNvPr>
          <p:cNvSpPr>
            <a:spLocks noGrp="1"/>
          </p:cNvSpPr>
          <p:nvPr/>
        </p:nvSpPr>
        <p:spPr>
          <a:xfrm>
            <a:off x="152019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2" name="space-time-samples-1-9">
            <a:extLst>
              <a:ext uri="{FF2B5EF4-FFF2-40B4-BE49-F238E27FC236}">
                <a16:creationId xmlns:a16="http://schemas.microsoft.com/office/drawing/2014/main" id="{5FB046CB-936C-495F-BED3-E8A7118A0AFF}"/>
              </a:ext>
            </a:extLst>
          </p:cNvPr>
          <p:cNvSpPr>
            <a:spLocks noGrp="1"/>
          </p:cNvSpPr>
          <p:nvPr/>
        </p:nvSpPr>
        <p:spPr>
          <a:xfrm>
            <a:off x="154114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3" name="space-time-samples-1-10">
            <a:extLst>
              <a:ext uri="{FF2B5EF4-FFF2-40B4-BE49-F238E27FC236}">
                <a16:creationId xmlns:a16="http://schemas.microsoft.com/office/drawing/2014/main" id="{889903D8-A8DB-4BEE-9482-6AAC270D9DC4}"/>
              </a:ext>
            </a:extLst>
          </p:cNvPr>
          <p:cNvSpPr>
            <a:spLocks noGrp="1"/>
          </p:cNvSpPr>
          <p:nvPr/>
        </p:nvSpPr>
        <p:spPr>
          <a:xfrm>
            <a:off x="1562100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4" name="space-time-samples-1-11">
            <a:extLst>
              <a:ext uri="{FF2B5EF4-FFF2-40B4-BE49-F238E27FC236}">
                <a16:creationId xmlns:a16="http://schemas.microsoft.com/office/drawing/2014/main" id="{0E900DDC-F52F-4B9B-A57C-466B52D49D02}"/>
              </a:ext>
            </a:extLst>
          </p:cNvPr>
          <p:cNvSpPr>
            <a:spLocks noGrp="1"/>
          </p:cNvSpPr>
          <p:nvPr/>
        </p:nvSpPr>
        <p:spPr>
          <a:xfrm>
            <a:off x="15830550" y="1704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5" name="space-time-samples-2-0">
            <a:extLst>
              <a:ext uri="{FF2B5EF4-FFF2-40B4-BE49-F238E27FC236}">
                <a16:creationId xmlns:a16="http://schemas.microsoft.com/office/drawing/2014/main" id="{36F2F8BA-F12B-40F8-9214-4B9AA4CBA9C7}"/>
              </a:ext>
            </a:extLst>
          </p:cNvPr>
          <p:cNvSpPr>
            <a:spLocks noGrp="1"/>
          </p:cNvSpPr>
          <p:nvPr/>
        </p:nvSpPr>
        <p:spPr>
          <a:xfrm>
            <a:off x="135255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6" name="space-time-samples-2-1">
            <a:extLst>
              <a:ext uri="{FF2B5EF4-FFF2-40B4-BE49-F238E27FC236}">
                <a16:creationId xmlns:a16="http://schemas.microsoft.com/office/drawing/2014/main" id="{C652398D-995B-4EB2-B512-055B9BAD61B6}"/>
              </a:ext>
            </a:extLst>
          </p:cNvPr>
          <p:cNvSpPr>
            <a:spLocks noGrp="1"/>
          </p:cNvSpPr>
          <p:nvPr/>
        </p:nvSpPr>
        <p:spPr>
          <a:xfrm>
            <a:off x="137350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7" name="space-time-samples-2-2">
            <a:extLst>
              <a:ext uri="{FF2B5EF4-FFF2-40B4-BE49-F238E27FC236}">
                <a16:creationId xmlns:a16="http://schemas.microsoft.com/office/drawing/2014/main" id="{8B8BCB55-1B8B-4764-BB15-16990E98BC8A}"/>
              </a:ext>
            </a:extLst>
          </p:cNvPr>
          <p:cNvSpPr>
            <a:spLocks noGrp="1"/>
          </p:cNvSpPr>
          <p:nvPr/>
        </p:nvSpPr>
        <p:spPr>
          <a:xfrm>
            <a:off x="139446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3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8" name="space-time-samples-2-3">
            <a:extLst>
              <a:ext uri="{FF2B5EF4-FFF2-40B4-BE49-F238E27FC236}">
                <a16:creationId xmlns:a16="http://schemas.microsoft.com/office/drawing/2014/main" id="{3A2CFB2B-F11B-4FC1-8F04-66D209D743D7}"/>
              </a:ext>
            </a:extLst>
          </p:cNvPr>
          <p:cNvSpPr>
            <a:spLocks noGrp="1"/>
          </p:cNvSpPr>
          <p:nvPr/>
        </p:nvSpPr>
        <p:spPr>
          <a:xfrm>
            <a:off x="141541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9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59" name="space-time-samples-2-4">
            <a:extLst>
              <a:ext uri="{FF2B5EF4-FFF2-40B4-BE49-F238E27FC236}">
                <a16:creationId xmlns:a16="http://schemas.microsoft.com/office/drawing/2014/main" id="{13F9AAE6-C653-4269-BF50-56ABABBCA586}"/>
              </a:ext>
            </a:extLst>
          </p:cNvPr>
          <p:cNvSpPr>
            <a:spLocks noGrp="1"/>
          </p:cNvSpPr>
          <p:nvPr/>
        </p:nvSpPr>
        <p:spPr>
          <a:xfrm>
            <a:off x="143637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0" name="space-time-samples-2-5">
            <a:extLst>
              <a:ext uri="{FF2B5EF4-FFF2-40B4-BE49-F238E27FC236}">
                <a16:creationId xmlns:a16="http://schemas.microsoft.com/office/drawing/2014/main" id="{13378B99-1577-4754-BA40-3B9E2D8A75AD}"/>
              </a:ext>
            </a:extLst>
          </p:cNvPr>
          <p:cNvSpPr>
            <a:spLocks noGrp="1"/>
          </p:cNvSpPr>
          <p:nvPr/>
        </p:nvSpPr>
        <p:spPr>
          <a:xfrm>
            <a:off x="145732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D8A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1" name="space-time-samples-2-6">
            <a:extLst>
              <a:ext uri="{FF2B5EF4-FFF2-40B4-BE49-F238E27FC236}">
                <a16:creationId xmlns:a16="http://schemas.microsoft.com/office/drawing/2014/main" id="{CCC2AFF7-3228-4F4C-B946-2935139C9F0C}"/>
              </a:ext>
            </a:extLst>
          </p:cNvPr>
          <p:cNvSpPr>
            <a:spLocks noGrp="1"/>
          </p:cNvSpPr>
          <p:nvPr/>
        </p:nvSpPr>
        <p:spPr>
          <a:xfrm>
            <a:off x="147828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2" name="space-time-samples-2-7">
            <a:extLst>
              <a:ext uri="{FF2B5EF4-FFF2-40B4-BE49-F238E27FC236}">
                <a16:creationId xmlns:a16="http://schemas.microsoft.com/office/drawing/2014/main" id="{1F943F1D-5B13-455F-8CB8-1790EA759981}"/>
              </a:ext>
            </a:extLst>
          </p:cNvPr>
          <p:cNvSpPr>
            <a:spLocks noGrp="1"/>
          </p:cNvSpPr>
          <p:nvPr/>
        </p:nvSpPr>
        <p:spPr>
          <a:xfrm>
            <a:off x="149923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3" name="space-time-samples-2-8">
            <a:extLst>
              <a:ext uri="{FF2B5EF4-FFF2-40B4-BE49-F238E27FC236}">
                <a16:creationId xmlns:a16="http://schemas.microsoft.com/office/drawing/2014/main" id="{E0E06CB1-AE87-40D5-A572-DA32465020E3}"/>
              </a:ext>
            </a:extLst>
          </p:cNvPr>
          <p:cNvSpPr>
            <a:spLocks noGrp="1"/>
          </p:cNvSpPr>
          <p:nvPr/>
        </p:nvSpPr>
        <p:spPr>
          <a:xfrm>
            <a:off x="152019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4" name="space-time-samples-2-9">
            <a:extLst>
              <a:ext uri="{FF2B5EF4-FFF2-40B4-BE49-F238E27FC236}">
                <a16:creationId xmlns:a16="http://schemas.microsoft.com/office/drawing/2014/main" id="{7DF0E2ED-6160-4B33-9C28-19ED3E77A4F1}"/>
              </a:ext>
            </a:extLst>
          </p:cNvPr>
          <p:cNvSpPr>
            <a:spLocks noGrp="1"/>
          </p:cNvSpPr>
          <p:nvPr/>
        </p:nvSpPr>
        <p:spPr>
          <a:xfrm>
            <a:off x="154114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5" name="space-time-samples-2-10">
            <a:extLst>
              <a:ext uri="{FF2B5EF4-FFF2-40B4-BE49-F238E27FC236}">
                <a16:creationId xmlns:a16="http://schemas.microsoft.com/office/drawing/2014/main" id="{AF60F197-9BD4-4A68-92EA-D037E7FED5C8}"/>
              </a:ext>
            </a:extLst>
          </p:cNvPr>
          <p:cNvSpPr>
            <a:spLocks noGrp="1"/>
          </p:cNvSpPr>
          <p:nvPr/>
        </p:nvSpPr>
        <p:spPr>
          <a:xfrm>
            <a:off x="1562100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6" name="space-time-samples-2-11">
            <a:extLst>
              <a:ext uri="{FF2B5EF4-FFF2-40B4-BE49-F238E27FC236}">
                <a16:creationId xmlns:a16="http://schemas.microsoft.com/office/drawing/2014/main" id="{A90D6309-F414-4244-B94B-B8F8490DD632}"/>
              </a:ext>
            </a:extLst>
          </p:cNvPr>
          <p:cNvSpPr>
            <a:spLocks noGrp="1"/>
          </p:cNvSpPr>
          <p:nvPr/>
        </p:nvSpPr>
        <p:spPr>
          <a:xfrm>
            <a:off x="15830550" y="19145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4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7" name="space-time-samples-3-0">
            <a:extLst>
              <a:ext uri="{FF2B5EF4-FFF2-40B4-BE49-F238E27FC236}">
                <a16:creationId xmlns:a16="http://schemas.microsoft.com/office/drawing/2014/main" id="{9F9538A0-4152-4377-B6AC-EEE8F674FB8F}"/>
              </a:ext>
            </a:extLst>
          </p:cNvPr>
          <p:cNvSpPr>
            <a:spLocks noGrp="1"/>
          </p:cNvSpPr>
          <p:nvPr/>
        </p:nvSpPr>
        <p:spPr>
          <a:xfrm>
            <a:off x="135255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8" name="space-time-samples-3-1">
            <a:extLst>
              <a:ext uri="{FF2B5EF4-FFF2-40B4-BE49-F238E27FC236}">
                <a16:creationId xmlns:a16="http://schemas.microsoft.com/office/drawing/2014/main" id="{4AC0433C-D31B-4684-853C-EC2E32EBF561}"/>
              </a:ext>
            </a:extLst>
          </p:cNvPr>
          <p:cNvSpPr>
            <a:spLocks noGrp="1"/>
          </p:cNvSpPr>
          <p:nvPr/>
        </p:nvSpPr>
        <p:spPr>
          <a:xfrm>
            <a:off x="137350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C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69" name="space-time-samples-3-2">
            <a:extLst>
              <a:ext uri="{FF2B5EF4-FFF2-40B4-BE49-F238E27FC236}">
                <a16:creationId xmlns:a16="http://schemas.microsoft.com/office/drawing/2014/main" id="{74D7DD2C-F0D5-43C0-B099-BCE88F153081}"/>
              </a:ext>
            </a:extLst>
          </p:cNvPr>
          <p:cNvSpPr>
            <a:spLocks noGrp="1"/>
          </p:cNvSpPr>
          <p:nvPr/>
        </p:nvSpPr>
        <p:spPr>
          <a:xfrm>
            <a:off x="139446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9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0" name="space-time-samples-3-3">
            <a:extLst>
              <a:ext uri="{FF2B5EF4-FFF2-40B4-BE49-F238E27FC236}">
                <a16:creationId xmlns:a16="http://schemas.microsoft.com/office/drawing/2014/main" id="{1AE5C2AD-AFF5-44F7-A27E-806D0D1AC08C}"/>
              </a:ext>
            </a:extLst>
          </p:cNvPr>
          <p:cNvSpPr>
            <a:spLocks noGrp="1"/>
          </p:cNvSpPr>
          <p:nvPr/>
        </p:nvSpPr>
        <p:spPr>
          <a:xfrm>
            <a:off x="141541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1" name="space-time-samples-3-4">
            <a:extLst>
              <a:ext uri="{FF2B5EF4-FFF2-40B4-BE49-F238E27FC236}">
                <a16:creationId xmlns:a16="http://schemas.microsoft.com/office/drawing/2014/main" id="{A23E3B39-6E43-4D87-9486-3DD5962EA4C1}"/>
              </a:ext>
            </a:extLst>
          </p:cNvPr>
          <p:cNvSpPr>
            <a:spLocks noGrp="1"/>
          </p:cNvSpPr>
          <p:nvPr/>
        </p:nvSpPr>
        <p:spPr>
          <a:xfrm>
            <a:off x="143637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2" name="space-time-samples-3-5">
            <a:extLst>
              <a:ext uri="{FF2B5EF4-FFF2-40B4-BE49-F238E27FC236}">
                <a16:creationId xmlns:a16="http://schemas.microsoft.com/office/drawing/2014/main" id="{BC7B0428-C176-4F22-8A9C-D155868F4B66}"/>
              </a:ext>
            </a:extLst>
          </p:cNvPr>
          <p:cNvSpPr>
            <a:spLocks noGrp="1"/>
          </p:cNvSpPr>
          <p:nvPr/>
        </p:nvSpPr>
        <p:spPr>
          <a:xfrm>
            <a:off x="145732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E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3" name="space-time-samples-3-6">
            <a:extLst>
              <a:ext uri="{FF2B5EF4-FFF2-40B4-BE49-F238E27FC236}">
                <a16:creationId xmlns:a16="http://schemas.microsoft.com/office/drawing/2014/main" id="{63D6DC99-71B8-4A17-BF9F-F335A2FCC6ED}"/>
              </a:ext>
            </a:extLst>
          </p:cNvPr>
          <p:cNvSpPr>
            <a:spLocks noGrp="1"/>
          </p:cNvSpPr>
          <p:nvPr/>
        </p:nvSpPr>
        <p:spPr>
          <a:xfrm>
            <a:off x="147828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4" name="space-time-samples-3-7">
            <a:extLst>
              <a:ext uri="{FF2B5EF4-FFF2-40B4-BE49-F238E27FC236}">
                <a16:creationId xmlns:a16="http://schemas.microsoft.com/office/drawing/2014/main" id="{77BDF264-F422-407B-8F0F-C2BB9D51BDC5}"/>
              </a:ext>
            </a:extLst>
          </p:cNvPr>
          <p:cNvSpPr>
            <a:spLocks noGrp="1"/>
          </p:cNvSpPr>
          <p:nvPr/>
        </p:nvSpPr>
        <p:spPr>
          <a:xfrm>
            <a:off x="149923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5" name="space-time-samples-3-8">
            <a:extLst>
              <a:ext uri="{FF2B5EF4-FFF2-40B4-BE49-F238E27FC236}">
                <a16:creationId xmlns:a16="http://schemas.microsoft.com/office/drawing/2014/main" id="{AA9CB79A-7AEA-431D-8937-CEA22C068224}"/>
              </a:ext>
            </a:extLst>
          </p:cNvPr>
          <p:cNvSpPr>
            <a:spLocks noGrp="1"/>
          </p:cNvSpPr>
          <p:nvPr/>
        </p:nvSpPr>
        <p:spPr>
          <a:xfrm>
            <a:off x="152019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6" name="space-time-samples-3-9">
            <a:extLst>
              <a:ext uri="{FF2B5EF4-FFF2-40B4-BE49-F238E27FC236}">
                <a16:creationId xmlns:a16="http://schemas.microsoft.com/office/drawing/2014/main" id="{E3C7DC6C-FC64-455F-8216-E0000F364AB8}"/>
              </a:ext>
            </a:extLst>
          </p:cNvPr>
          <p:cNvSpPr>
            <a:spLocks noGrp="1"/>
          </p:cNvSpPr>
          <p:nvPr/>
        </p:nvSpPr>
        <p:spPr>
          <a:xfrm>
            <a:off x="154114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FBA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7" name="space-time-samples-3-10">
            <a:extLst>
              <a:ext uri="{FF2B5EF4-FFF2-40B4-BE49-F238E27FC236}">
                <a16:creationId xmlns:a16="http://schemas.microsoft.com/office/drawing/2014/main" id="{801A17E5-F962-4830-A0DC-65B51F552FA4}"/>
              </a:ext>
            </a:extLst>
          </p:cNvPr>
          <p:cNvSpPr>
            <a:spLocks noGrp="1"/>
          </p:cNvSpPr>
          <p:nvPr/>
        </p:nvSpPr>
        <p:spPr>
          <a:xfrm>
            <a:off x="1562100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080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8" name="space-time-samples-3-11">
            <a:extLst>
              <a:ext uri="{FF2B5EF4-FFF2-40B4-BE49-F238E27FC236}">
                <a16:creationId xmlns:a16="http://schemas.microsoft.com/office/drawing/2014/main" id="{787167AF-05CA-4704-91FE-9C88A97B550A}"/>
              </a:ext>
            </a:extLst>
          </p:cNvPr>
          <p:cNvSpPr>
            <a:spLocks noGrp="1"/>
          </p:cNvSpPr>
          <p:nvPr/>
        </p:nvSpPr>
        <p:spPr>
          <a:xfrm>
            <a:off x="15830550" y="21240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79" name="space-time-samples-4-0">
            <a:extLst>
              <a:ext uri="{FF2B5EF4-FFF2-40B4-BE49-F238E27FC236}">
                <a16:creationId xmlns:a16="http://schemas.microsoft.com/office/drawing/2014/main" id="{37D2E4F1-3E47-407C-969B-E2D903B264FE}"/>
              </a:ext>
            </a:extLst>
          </p:cNvPr>
          <p:cNvSpPr>
            <a:spLocks noGrp="1"/>
          </p:cNvSpPr>
          <p:nvPr/>
        </p:nvSpPr>
        <p:spPr>
          <a:xfrm>
            <a:off x="135255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0" name="space-time-samples-4-1">
            <a:extLst>
              <a:ext uri="{FF2B5EF4-FFF2-40B4-BE49-F238E27FC236}">
                <a16:creationId xmlns:a16="http://schemas.microsoft.com/office/drawing/2014/main" id="{47FC7A12-0635-42C8-9AF2-27252D185713}"/>
              </a:ext>
            </a:extLst>
          </p:cNvPr>
          <p:cNvSpPr>
            <a:spLocks noGrp="1"/>
          </p:cNvSpPr>
          <p:nvPr/>
        </p:nvSpPr>
        <p:spPr>
          <a:xfrm>
            <a:off x="137350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9AA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1" name="space-time-samples-4-2">
            <a:extLst>
              <a:ext uri="{FF2B5EF4-FFF2-40B4-BE49-F238E27FC236}">
                <a16:creationId xmlns:a16="http://schemas.microsoft.com/office/drawing/2014/main" id="{488AEC7E-E4B6-4982-AEE7-41FB61F9A035}"/>
              </a:ext>
            </a:extLst>
          </p:cNvPr>
          <p:cNvSpPr>
            <a:spLocks noGrp="1"/>
          </p:cNvSpPr>
          <p:nvPr/>
        </p:nvSpPr>
        <p:spPr>
          <a:xfrm>
            <a:off x="139446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2" name="space-time-samples-4-3">
            <a:extLst>
              <a:ext uri="{FF2B5EF4-FFF2-40B4-BE49-F238E27FC236}">
                <a16:creationId xmlns:a16="http://schemas.microsoft.com/office/drawing/2014/main" id="{62CD9EEA-10F7-4815-914F-6A2B28329CBF}"/>
              </a:ext>
            </a:extLst>
          </p:cNvPr>
          <p:cNvSpPr>
            <a:spLocks noGrp="1"/>
          </p:cNvSpPr>
          <p:nvPr/>
        </p:nvSpPr>
        <p:spPr>
          <a:xfrm>
            <a:off x="141541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3" name="space-time-samples-4-4">
            <a:extLst>
              <a:ext uri="{FF2B5EF4-FFF2-40B4-BE49-F238E27FC236}">
                <a16:creationId xmlns:a16="http://schemas.microsoft.com/office/drawing/2014/main" id="{0567CB18-ACEE-4BDC-993E-29580F20FEF0}"/>
              </a:ext>
            </a:extLst>
          </p:cNvPr>
          <p:cNvSpPr>
            <a:spLocks noGrp="1"/>
          </p:cNvSpPr>
          <p:nvPr/>
        </p:nvSpPr>
        <p:spPr>
          <a:xfrm>
            <a:off x="143637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AFC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4" name="space-time-samples-4-5">
            <a:extLst>
              <a:ext uri="{FF2B5EF4-FFF2-40B4-BE49-F238E27FC236}">
                <a16:creationId xmlns:a16="http://schemas.microsoft.com/office/drawing/2014/main" id="{E2AE245C-4646-40B0-A11D-2A651B8CB6FC}"/>
              </a:ext>
            </a:extLst>
          </p:cNvPr>
          <p:cNvSpPr>
            <a:spLocks noGrp="1"/>
          </p:cNvSpPr>
          <p:nvPr/>
        </p:nvSpPr>
        <p:spPr>
          <a:xfrm>
            <a:off x="145732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5" name="space-time-samples-4-6">
            <a:extLst>
              <a:ext uri="{FF2B5EF4-FFF2-40B4-BE49-F238E27FC236}">
                <a16:creationId xmlns:a16="http://schemas.microsoft.com/office/drawing/2014/main" id="{AB300664-D243-479B-A87E-495C1A686031}"/>
              </a:ext>
            </a:extLst>
          </p:cNvPr>
          <p:cNvSpPr>
            <a:spLocks noGrp="1"/>
          </p:cNvSpPr>
          <p:nvPr/>
        </p:nvSpPr>
        <p:spPr>
          <a:xfrm>
            <a:off x="147828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6" name="space-time-samples-4-7">
            <a:extLst>
              <a:ext uri="{FF2B5EF4-FFF2-40B4-BE49-F238E27FC236}">
                <a16:creationId xmlns:a16="http://schemas.microsoft.com/office/drawing/2014/main" id="{2615C088-7F65-400C-94BB-EE291989DC63}"/>
              </a:ext>
            </a:extLst>
          </p:cNvPr>
          <p:cNvSpPr>
            <a:spLocks noGrp="1"/>
          </p:cNvSpPr>
          <p:nvPr/>
        </p:nvSpPr>
        <p:spPr>
          <a:xfrm>
            <a:off x="149923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7" name="space-time-samples-4-8">
            <a:extLst>
              <a:ext uri="{FF2B5EF4-FFF2-40B4-BE49-F238E27FC236}">
                <a16:creationId xmlns:a16="http://schemas.microsoft.com/office/drawing/2014/main" id="{5C1C3F20-5457-4028-9A02-DB3C8AF7498C}"/>
              </a:ext>
            </a:extLst>
          </p:cNvPr>
          <p:cNvSpPr>
            <a:spLocks noGrp="1"/>
          </p:cNvSpPr>
          <p:nvPr/>
        </p:nvSpPr>
        <p:spPr>
          <a:xfrm>
            <a:off x="152019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8" name="space-time-samples-4-9">
            <a:extLst>
              <a:ext uri="{FF2B5EF4-FFF2-40B4-BE49-F238E27FC236}">
                <a16:creationId xmlns:a16="http://schemas.microsoft.com/office/drawing/2014/main" id="{50C41AEB-340C-4EF6-A1FD-F724776028F6}"/>
              </a:ext>
            </a:extLst>
          </p:cNvPr>
          <p:cNvSpPr>
            <a:spLocks noGrp="1"/>
          </p:cNvSpPr>
          <p:nvPr/>
        </p:nvSpPr>
        <p:spPr>
          <a:xfrm>
            <a:off x="154114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89" name="space-time-samples-4-10">
            <a:extLst>
              <a:ext uri="{FF2B5EF4-FFF2-40B4-BE49-F238E27FC236}">
                <a16:creationId xmlns:a16="http://schemas.microsoft.com/office/drawing/2014/main" id="{9FAE9830-3FE3-4066-96B7-A5F7AA46B641}"/>
              </a:ext>
            </a:extLst>
          </p:cNvPr>
          <p:cNvSpPr>
            <a:spLocks noGrp="1"/>
          </p:cNvSpPr>
          <p:nvPr/>
        </p:nvSpPr>
        <p:spPr>
          <a:xfrm>
            <a:off x="1562100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0" name="space-time-samples-4-11">
            <a:extLst>
              <a:ext uri="{FF2B5EF4-FFF2-40B4-BE49-F238E27FC236}">
                <a16:creationId xmlns:a16="http://schemas.microsoft.com/office/drawing/2014/main" id="{41D83636-7716-40A1-99E8-BFA007DA1BB5}"/>
              </a:ext>
            </a:extLst>
          </p:cNvPr>
          <p:cNvSpPr>
            <a:spLocks noGrp="1"/>
          </p:cNvSpPr>
          <p:nvPr/>
        </p:nvSpPr>
        <p:spPr>
          <a:xfrm>
            <a:off x="15830550" y="2333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8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1" name="space-time-samples-5-0">
            <a:extLst>
              <a:ext uri="{FF2B5EF4-FFF2-40B4-BE49-F238E27FC236}">
                <a16:creationId xmlns:a16="http://schemas.microsoft.com/office/drawing/2014/main" id="{9084918F-D22A-4D61-913F-8BD3F82EF9ED}"/>
              </a:ext>
            </a:extLst>
          </p:cNvPr>
          <p:cNvSpPr>
            <a:spLocks noGrp="1"/>
          </p:cNvSpPr>
          <p:nvPr/>
        </p:nvSpPr>
        <p:spPr>
          <a:xfrm>
            <a:off x="135255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8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2" name="space-time-samples-5-1">
            <a:extLst>
              <a:ext uri="{FF2B5EF4-FFF2-40B4-BE49-F238E27FC236}">
                <a16:creationId xmlns:a16="http://schemas.microsoft.com/office/drawing/2014/main" id="{34606BAC-7487-44F1-9DB8-B4F741EE73C5}"/>
              </a:ext>
            </a:extLst>
          </p:cNvPr>
          <p:cNvSpPr>
            <a:spLocks noGrp="1"/>
          </p:cNvSpPr>
          <p:nvPr/>
        </p:nvSpPr>
        <p:spPr>
          <a:xfrm>
            <a:off x="137350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9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3" name="space-time-samples-5-2">
            <a:extLst>
              <a:ext uri="{FF2B5EF4-FFF2-40B4-BE49-F238E27FC236}">
                <a16:creationId xmlns:a16="http://schemas.microsoft.com/office/drawing/2014/main" id="{9861E118-32A1-4BE6-8984-83CA951511EC}"/>
              </a:ext>
            </a:extLst>
          </p:cNvPr>
          <p:cNvSpPr>
            <a:spLocks noGrp="1"/>
          </p:cNvSpPr>
          <p:nvPr/>
        </p:nvSpPr>
        <p:spPr>
          <a:xfrm>
            <a:off x="139446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4" name="space-time-samples-5-3">
            <a:extLst>
              <a:ext uri="{FF2B5EF4-FFF2-40B4-BE49-F238E27FC236}">
                <a16:creationId xmlns:a16="http://schemas.microsoft.com/office/drawing/2014/main" id="{9FD5E8F3-34DB-4D70-AA83-FBFE7AC50423}"/>
              </a:ext>
            </a:extLst>
          </p:cNvPr>
          <p:cNvSpPr>
            <a:spLocks noGrp="1"/>
          </p:cNvSpPr>
          <p:nvPr/>
        </p:nvSpPr>
        <p:spPr>
          <a:xfrm>
            <a:off x="141541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0A4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5" name="space-time-samples-5-4">
            <a:extLst>
              <a:ext uri="{FF2B5EF4-FFF2-40B4-BE49-F238E27FC236}">
                <a16:creationId xmlns:a16="http://schemas.microsoft.com/office/drawing/2014/main" id="{6878AC0A-1E29-453D-90AF-D992E6E93A2F}"/>
              </a:ext>
            </a:extLst>
          </p:cNvPr>
          <p:cNvSpPr>
            <a:spLocks noGrp="1"/>
          </p:cNvSpPr>
          <p:nvPr/>
        </p:nvSpPr>
        <p:spPr>
          <a:xfrm>
            <a:off x="143637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F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6" name="space-time-samples-5-5">
            <a:extLst>
              <a:ext uri="{FF2B5EF4-FFF2-40B4-BE49-F238E27FC236}">
                <a16:creationId xmlns:a16="http://schemas.microsoft.com/office/drawing/2014/main" id="{499A77FF-5A0D-4BCD-B110-605217432CDF}"/>
              </a:ext>
            </a:extLst>
          </p:cNvPr>
          <p:cNvSpPr>
            <a:spLocks noGrp="1"/>
          </p:cNvSpPr>
          <p:nvPr/>
        </p:nvSpPr>
        <p:spPr>
          <a:xfrm>
            <a:off x="145732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7" name="space-time-samples-5-6">
            <a:extLst>
              <a:ext uri="{FF2B5EF4-FFF2-40B4-BE49-F238E27FC236}">
                <a16:creationId xmlns:a16="http://schemas.microsoft.com/office/drawing/2014/main" id="{A0694109-C938-4CF4-A213-7BA5598E8446}"/>
              </a:ext>
            </a:extLst>
          </p:cNvPr>
          <p:cNvSpPr>
            <a:spLocks noGrp="1"/>
          </p:cNvSpPr>
          <p:nvPr/>
        </p:nvSpPr>
        <p:spPr>
          <a:xfrm>
            <a:off x="147828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8" name="space-time-samples-5-7">
            <a:extLst>
              <a:ext uri="{FF2B5EF4-FFF2-40B4-BE49-F238E27FC236}">
                <a16:creationId xmlns:a16="http://schemas.microsoft.com/office/drawing/2014/main" id="{ECF52A01-3727-4D78-BE7E-66B627B11962}"/>
              </a:ext>
            </a:extLst>
          </p:cNvPr>
          <p:cNvSpPr>
            <a:spLocks noGrp="1"/>
          </p:cNvSpPr>
          <p:nvPr/>
        </p:nvSpPr>
        <p:spPr>
          <a:xfrm>
            <a:off x="149923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99" name="space-time-samples-5-8">
            <a:extLst>
              <a:ext uri="{FF2B5EF4-FFF2-40B4-BE49-F238E27FC236}">
                <a16:creationId xmlns:a16="http://schemas.microsoft.com/office/drawing/2014/main" id="{2FB6BD05-0421-42E4-93B5-94059A9D0689}"/>
              </a:ext>
            </a:extLst>
          </p:cNvPr>
          <p:cNvSpPr>
            <a:spLocks noGrp="1"/>
          </p:cNvSpPr>
          <p:nvPr/>
        </p:nvSpPr>
        <p:spPr>
          <a:xfrm>
            <a:off x="152019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0" name="space-time-samples-5-9">
            <a:extLst>
              <a:ext uri="{FF2B5EF4-FFF2-40B4-BE49-F238E27FC236}">
                <a16:creationId xmlns:a16="http://schemas.microsoft.com/office/drawing/2014/main" id="{9DD28E42-F77E-4BEF-90E1-C36B42D1C5E4}"/>
              </a:ext>
            </a:extLst>
          </p:cNvPr>
          <p:cNvSpPr>
            <a:spLocks noGrp="1"/>
          </p:cNvSpPr>
          <p:nvPr/>
        </p:nvSpPr>
        <p:spPr>
          <a:xfrm>
            <a:off x="154114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1" name="space-time-samples-5-10">
            <a:extLst>
              <a:ext uri="{FF2B5EF4-FFF2-40B4-BE49-F238E27FC236}">
                <a16:creationId xmlns:a16="http://schemas.microsoft.com/office/drawing/2014/main" id="{300AE730-09E4-4C6E-862F-A147F3F57768}"/>
              </a:ext>
            </a:extLst>
          </p:cNvPr>
          <p:cNvSpPr>
            <a:spLocks noGrp="1"/>
          </p:cNvSpPr>
          <p:nvPr/>
        </p:nvSpPr>
        <p:spPr>
          <a:xfrm>
            <a:off x="1562100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2" name="space-time-samples-5-11">
            <a:extLst>
              <a:ext uri="{FF2B5EF4-FFF2-40B4-BE49-F238E27FC236}">
                <a16:creationId xmlns:a16="http://schemas.microsoft.com/office/drawing/2014/main" id="{CCE0EE99-5C77-4979-B279-E2B811783314}"/>
              </a:ext>
            </a:extLst>
          </p:cNvPr>
          <p:cNvSpPr>
            <a:spLocks noGrp="1"/>
          </p:cNvSpPr>
          <p:nvPr/>
        </p:nvSpPr>
        <p:spPr>
          <a:xfrm>
            <a:off x="15830550" y="2543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1D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3" name="space-time-samples-6-0">
            <a:extLst>
              <a:ext uri="{FF2B5EF4-FFF2-40B4-BE49-F238E27FC236}">
                <a16:creationId xmlns:a16="http://schemas.microsoft.com/office/drawing/2014/main" id="{CF59EE8F-55B6-4E9B-9FAA-93DB0AE75A3F}"/>
              </a:ext>
            </a:extLst>
          </p:cNvPr>
          <p:cNvSpPr>
            <a:spLocks noGrp="1"/>
          </p:cNvSpPr>
          <p:nvPr/>
        </p:nvSpPr>
        <p:spPr>
          <a:xfrm>
            <a:off x="135255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685A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4" name="space-time-samples-6-1">
            <a:extLst>
              <a:ext uri="{FF2B5EF4-FFF2-40B4-BE49-F238E27FC236}">
                <a16:creationId xmlns:a16="http://schemas.microsoft.com/office/drawing/2014/main" id="{469DFF2C-1FD7-47BA-8223-7FC456D13EF5}"/>
              </a:ext>
            </a:extLst>
          </p:cNvPr>
          <p:cNvSpPr>
            <a:spLocks noGrp="1"/>
          </p:cNvSpPr>
          <p:nvPr/>
        </p:nvSpPr>
        <p:spPr>
          <a:xfrm>
            <a:off x="137350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5" name="space-time-samples-6-2">
            <a:extLst>
              <a:ext uri="{FF2B5EF4-FFF2-40B4-BE49-F238E27FC236}">
                <a16:creationId xmlns:a16="http://schemas.microsoft.com/office/drawing/2014/main" id="{6616A6EF-F307-4BA5-AD5B-243A1103DF49}"/>
              </a:ext>
            </a:extLst>
          </p:cNvPr>
          <p:cNvSpPr>
            <a:spLocks noGrp="1"/>
          </p:cNvSpPr>
          <p:nvPr/>
        </p:nvSpPr>
        <p:spPr>
          <a:xfrm>
            <a:off x="139446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98B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space-time-samples-6-3">
            <a:extLst>
              <a:ext uri="{FF2B5EF4-FFF2-40B4-BE49-F238E27FC236}">
                <a16:creationId xmlns:a16="http://schemas.microsoft.com/office/drawing/2014/main" id="{AFB7C588-C20B-42CC-9E15-4529C0208C1E}"/>
              </a:ext>
            </a:extLst>
          </p:cNvPr>
          <p:cNvSpPr>
            <a:spLocks noGrp="1"/>
          </p:cNvSpPr>
          <p:nvPr/>
        </p:nvSpPr>
        <p:spPr>
          <a:xfrm>
            <a:off x="141541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space-time-samples-6-4">
            <a:extLst>
              <a:ext uri="{FF2B5EF4-FFF2-40B4-BE49-F238E27FC236}">
                <a16:creationId xmlns:a16="http://schemas.microsoft.com/office/drawing/2014/main" id="{8B68A6FB-F786-47D2-B812-5D10D77010B1}"/>
              </a:ext>
            </a:extLst>
          </p:cNvPr>
          <p:cNvSpPr>
            <a:spLocks noGrp="1"/>
          </p:cNvSpPr>
          <p:nvPr/>
        </p:nvSpPr>
        <p:spPr>
          <a:xfrm>
            <a:off x="143637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space-time-samples-6-5">
            <a:extLst>
              <a:ext uri="{FF2B5EF4-FFF2-40B4-BE49-F238E27FC236}">
                <a16:creationId xmlns:a16="http://schemas.microsoft.com/office/drawing/2014/main" id="{4FEA31E2-B243-4550-87D0-908787ED0881}"/>
              </a:ext>
            </a:extLst>
          </p:cNvPr>
          <p:cNvSpPr>
            <a:spLocks noGrp="1"/>
          </p:cNvSpPr>
          <p:nvPr/>
        </p:nvSpPr>
        <p:spPr>
          <a:xfrm>
            <a:off x="145732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space-time-samples-6-6">
            <a:extLst>
              <a:ext uri="{FF2B5EF4-FFF2-40B4-BE49-F238E27FC236}">
                <a16:creationId xmlns:a16="http://schemas.microsoft.com/office/drawing/2014/main" id="{8089D712-CE49-4573-9865-2D3A9E224DC5}"/>
              </a:ext>
            </a:extLst>
          </p:cNvPr>
          <p:cNvSpPr>
            <a:spLocks noGrp="1"/>
          </p:cNvSpPr>
          <p:nvPr/>
        </p:nvSpPr>
        <p:spPr>
          <a:xfrm>
            <a:off x="147828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space-time-samples-6-7">
            <a:extLst>
              <a:ext uri="{FF2B5EF4-FFF2-40B4-BE49-F238E27FC236}">
                <a16:creationId xmlns:a16="http://schemas.microsoft.com/office/drawing/2014/main" id="{A82262CF-CA8F-41D2-A5A4-1789798E8F45}"/>
              </a:ext>
            </a:extLst>
          </p:cNvPr>
          <p:cNvSpPr>
            <a:spLocks noGrp="1"/>
          </p:cNvSpPr>
          <p:nvPr/>
        </p:nvSpPr>
        <p:spPr>
          <a:xfrm>
            <a:off x="149923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space-time-samples-6-8">
            <a:extLst>
              <a:ext uri="{FF2B5EF4-FFF2-40B4-BE49-F238E27FC236}">
                <a16:creationId xmlns:a16="http://schemas.microsoft.com/office/drawing/2014/main" id="{F887AC60-280C-40B7-A2E9-589287B8D615}"/>
              </a:ext>
            </a:extLst>
          </p:cNvPr>
          <p:cNvSpPr>
            <a:spLocks noGrp="1"/>
          </p:cNvSpPr>
          <p:nvPr/>
        </p:nvSpPr>
        <p:spPr>
          <a:xfrm>
            <a:off x="152019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space-time-samples-6-9">
            <a:extLst>
              <a:ext uri="{FF2B5EF4-FFF2-40B4-BE49-F238E27FC236}">
                <a16:creationId xmlns:a16="http://schemas.microsoft.com/office/drawing/2014/main" id="{49B7554B-813D-4817-9B4A-BA46C3852677}"/>
              </a:ext>
            </a:extLst>
          </p:cNvPr>
          <p:cNvSpPr>
            <a:spLocks noGrp="1"/>
          </p:cNvSpPr>
          <p:nvPr/>
        </p:nvSpPr>
        <p:spPr>
          <a:xfrm>
            <a:off x="154114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space-time-samples-6-10">
            <a:extLst>
              <a:ext uri="{FF2B5EF4-FFF2-40B4-BE49-F238E27FC236}">
                <a16:creationId xmlns:a16="http://schemas.microsoft.com/office/drawing/2014/main" id="{514B9A3D-15DA-4DFF-81D7-41AD16F8BB61}"/>
              </a:ext>
            </a:extLst>
          </p:cNvPr>
          <p:cNvSpPr>
            <a:spLocks noGrp="1"/>
          </p:cNvSpPr>
          <p:nvPr/>
        </p:nvSpPr>
        <p:spPr>
          <a:xfrm>
            <a:off x="1562100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AB7C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space-time-samples-6-11">
            <a:extLst>
              <a:ext uri="{FF2B5EF4-FFF2-40B4-BE49-F238E27FC236}">
                <a16:creationId xmlns:a16="http://schemas.microsoft.com/office/drawing/2014/main" id="{53DE501D-A3AA-4C2E-A2F3-584D61D6203D}"/>
              </a:ext>
            </a:extLst>
          </p:cNvPr>
          <p:cNvSpPr>
            <a:spLocks noGrp="1"/>
          </p:cNvSpPr>
          <p:nvPr/>
        </p:nvSpPr>
        <p:spPr>
          <a:xfrm>
            <a:off x="15830550" y="27527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visual-43">
            <a:extLst>
              <a:ext uri="{FF2B5EF4-FFF2-40B4-BE49-F238E27FC236}">
                <a16:creationId xmlns:a16="http://schemas.microsoft.com/office/drawing/2014/main" id="{A6E60603-81B7-4F9F-AB64-499DF568E38E}"/>
              </a:ext>
            </a:extLst>
          </p:cNvPr>
          <p:cNvSpPr>
            <a:spLocks noGrp="1"/>
          </p:cNvSpPr>
          <p:nvPr/>
        </p:nvSpPr>
        <p:spPr>
          <a:xfrm>
            <a:off x="13525500" y="33337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Space × time</a:t>
            </a:r>
          </a:p>
        </p:txBody>
      </p:sp>
      <p:sp>
        <p:nvSpPr>
          <p:cNvPr id="216" name="path-44">
            <a:extLst>
              <a:ext uri="{FF2B5EF4-FFF2-40B4-BE49-F238E27FC236}">
                <a16:creationId xmlns:a16="http://schemas.microsoft.com/office/drawing/2014/main" id="{0A6C914F-FDAE-434B-9DB9-EEC4D7FAC5A4}"/>
              </a:ext>
            </a:extLst>
          </p:cNvPr>
          <p:cNvSpPr>
            <a:spLocks noGrp="1"/>
          </p:cNvSpPr>
          <p:nvPr/>
        </p:nvSpPr>
        <p:spPr>
          <a:xfrm>
            <a:off x="16135350" y="2743200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7" name="path-45">
            <a:extLst>
              <a:ext uri="{FF2B5EF4-FFF2-40B4-BE49-F238E27FC236}">
                <a16:creationId xmlns:a16="http://schemas.microsoft.com/office/drawing/2014/main" id="{0ACB1936-3A34-48F5-A749-34768CB6A724}"/>
              </a:ext>
            </a:extLst>
          </p:cNvPr>
          <p:cNvSpPr>
            <a:spLocks noGrp="1"/>
          </p:cNvSpPr>
          <p:nvPr/>
        </p:nvSpPr>
        <p:spPr>
          <a:xfrm>
            <a:off x="16764000" y="2743200"/>
            <a:ext cx="953" cy="1733550"/>
          </a:xfrm>
          <a:custGeom>
            <a:avLst/>
            <a:gdLst/>
            <a:ahLst/>
            <a:cxnLst/>
            <a:rect l="0" t="0" r="0" b="0"/>
            <a:pathLst>
              <a:path w="953" h="1733550">
                <a:moveTo>
                  <a:pt x="0" y="0"/>
                </a:moveTo>
                <a:lnTo>
                  <a:pt x="0" y="173355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8" name="path-46">
            <a:extLst>
              <a:ext uri="{FF2B5EF4-FFF2-40B4-BE49-F238E27FC236}">
                <a16:creationId xmlns:a16="http://schemas.microsoft.com/office/drawing/2014/main" id="{22823009-E97B-47EB-ABC4-87F13ED1CB3B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16287750" cy="953"/>
          </a:xfrm>
          <a:custGeom>
            <a:avLst/>
            <a:gdLst/>
            <a:ahLst/>
            <a:cxnLst/>
            <a:rect l="0" t="0" r="0" b="0"/>
            <a:pathLst>
              <a:path w="16287750" h="953">
                <a:moveTo>
                  <a:pt x="16287750" y="0"/>
                </a:moveTo>
                <a:lnTo>
                  <a:pt x="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19" name="path-47">
            <a:extLst>
              <a:ext uri="{FF2B5EF4-FFF2-40B4-BE49-F238E27FC236}">
                <a16:creationId xmlns:a16="http://schemas.microsoft.com/office/drawing/2014/main" id="{5361679E-42E4-496C-BE19-39A33EB23A9C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0" name="path-48">
            <a:extLst>
              <a:ext uri="{FF2B5EF4-FFF2-40B4-BE49-F238E27FC236}">
                <a16:creationId xmlns:a16="http://schemas.microsoft.com/office/drawing/2014/main" id="{54C8AFEC-746B-4E16-B4D1-D82037B97843}"/>
              </a:ext>
            </a:extLst>
          </p:cNvPr>
          <p:cNvSpPr>
            <a:spLocks noGrp="1"/>
          </p:cNvSpPr>
          <p:nvPr/>
        </p:nvSpPr>
        <p:spPr>
          <a:xfrm>
            <a:off x="476250" y="7000875"/>
            <a:ext cx="270510" cy="953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1" name="path-49">
            <a:extLst>
              <a:ext uri="{FF2B5EF4-FFF2-40B4-BE49-F238E27FC236}">
                <a16:creationId xmlns:a16="http://schemas.microsoft.com/office/drawing/2014/main" id="{E69EBF69-FCF1-4F8D-B4A7-849DCA98A45B}"/>
              </a:ext>
            </a:extLst>
          </p:cNvPr>
          <p:cNvSpPr>
            <a:spLocks noGrp="1"/>
          </p:cNvSpPr>
          <p:nvPr/>
        </p:nvSpPr>
        <p:spPr>
          <a:xfrm>
            <a:off x="723900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2" name="path-50">
            <a:extLst>
              <a:ext uri="{FF2B5EF4-FFF2-40B4-BE49-F238E27FC236}">
                <a16:creationId xmlns:a16="http://schemas.microsoft.com/office/drawing/2014/main" id="{18BB8F35-58DC-473B-B460-62A86F9878C8}"/>
              </a:ext>
            </a:extLst>
          </p:cNvPr>
          <p:cNvSpPr>
            <a:spLocks noGrp="1"/>
          </p:cNvSpPr>
          <p:nvPr/>
        </p:nvSpPr>
        <p:spPr>
          <a:xfrm>
            <a:off x="8562975" y="4476750"/>
            <a:ext cx="953" cy="2524125"/>
          </a:xfrm>
          <a:custGeom>
            <a:avLst/>
            <a:gdLst/>
            <a:ahLst/>
            <a:cxnLst/>
            <a:rect l="0" t="0" r="0" b="0"/>
            <a:pathLst>
              <a:path w="953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3" name="path-51">
            <a:extLst>
              <a:ext uri="{FF2B5EF4-FFF2-40B4-BE49-F238E27FC236}">
                <a16:creationId xmlns:a16="http://schemas.microsoft.com/office/drawing/2014/main" id="{5B0C82D0-149F-4535-AAD8-9F581AD8F4DD}"/>
              </a:ext>
            </a:extLst>
          </p:cNvPr>
          <p:cNvSpPr>
            <a:spLocks noGrp="1"/>
          </p:cNvSpPr>
          <p:nvPr/>
        </p:nvSpPr>
        <p:spPr>
          <a:xfrm>
            <a:off x="8562975" y="7000875"/>
            <a:ext cx="384810" cy="953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0003">
            <a:solidFill>
              <a:srgbClr val="6A879C"/>
            </a:solidFill>
            <a:prstDash val="solid"/>
          </a:ln>
        </p:spPr>
      </p:sp>
      <p:sp>
        <p:nvSpPr>
          <p:cNvPr id="224" name="path-52">
            <a:extLst>
              <a:ext uri="{FF2B5EF4-FFF2-40B4-BE49-F238E27FC236}">
                <a16:creationId xmlns:a16="http://schemas.microsoft.com/office/drawing/2014/main" id="{243C3943-C96E-4762-A424-C793DC00FA3C}"/>
              </a:ext>
            </a:extLst>
          </p:cNvPr>
          <p:cNvSpPr>
            <a:spLocks noGrp="1"/>
          </p:cNvSpPr>
          <p:nvPr/>
        </p:nvSpPr>
        <p:spPr>
          <a:xfrm>
            <a:off x="8924925" y="695515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5" name="visual-53">
            <a:extLst>
              <a:ext uri="{FF2B5EF4-FFF2-40B4-BE49-F238E27FC236}">
                <a16:creationId xmlns:a16="http://schemas.microsoft.com/office/drawing/2014/main" id="{1A911704-901C-4DF3-B72F-FFA2916B5270}"/>
              </a:ext>
            </a:extLst>
          </p:cNvPr>
          <p:cNvSpPr>
            <a:spLocks noGrp="1"/>
          </p:cNvSpPr>
          <p:nvPr/>
        </p:nvSpPr>
        <p:spPr>
          <a:xfrm>
            <a:off x="8524875" y="4438650"/>
            <a:ext cx="76200" cy="76200"/>
          </a:xfrm>
          <a:prstGeom prst="ellipse">
            <a:avLst/>
          </a:prstGeom>
          <a:solidFill>
            <a:srgbClr val="6A879C"/>
          </a:solidFill>
          <a:ln w="0">
            <a:noFill/>
            <a:prstDash val="solid"/>
          </a:ln>
        </p:spPr>
      </p:sp>
      <p:sp>
        <p:nvSpPr>
          <p:cNvPr id="226" name="visual-54">
            <a:extLst>
              <a:ext uri="{FF2B5EF4-FFF2-40B4-BE49-F238E27FC236}">
                <a16:creationId xmlns:a16="http://schemas.microsoft.com/office/drawing/2014/main" id="{E169971F-29A9-44B3-9E37-B2A7B2B8B2DC}"/>
              </a:ext>
            </a:extLst>
          </p:cNvPr>
          <p:cNvSpPr>
            <a:spLocks noGrp="1"/>
          </p:cNvSpPr>
          <p:nvPr/>
        </p:nvSpPr>
        <p:spPr>
          <a:xfrm>
            <a:off x="809625" y="4286250"/>
            <a:ext cx="2571750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7" name="visual-55">
            <a:extLst>
              <a:ext uri="{FF2B5EF4-FFF2-40B4-BE49-F238E27FC236}">
                <a16:creationId xmlns:a16="http://schemas.microsoft.com/office/drawing/2014/main" id="{81C5C05C-FBA1-4EBA-8479-DD0543F9E580}"/>
              </a:ext>
            </a:extLst>
          </p:cNvPr>
          <p:cNvSpPr>
            <a:spLocks noGrp="1"/>
          </p:cNvSpPr>
          <p:nvPr/>
        </p:nvSpPr>
        <p:spPr>
          <a:xfrm>
            <a:off x="904875" y="4295775"/>
            <a:ext cx="243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 interval</a:t>
            </a:r>
          </a:p>
        </p:txBody>
      </p:sp>
      <p:sp>
        <p:nvSpPr>
          <p:cNvPr id="228" name="visual-56">
            <a:extLst>
              <a:ext uri="{FF2B5EF4-FFF2-40B4-BE49-F238E27FC236}">
                <a16:creationId xmlns:a16="http://schemas.microsoft.com/office/drawing/2014/main" id="{7AA8F355-325C-4B9F-BC92-07C4EE59E92D}"/>
              </a:ext>
            </a:extLst>
          </p:cNvPr>
          <p:cNvSpPr>
            <a:spLocks noGrp="1"/>
          </p:cNvSpPr>
          <p:nvPr/>
        </p:nvSpPr>
        <p:spPr>
          <a:xfrm>
            <a:off x="10953750" y="4286250"/>
            <a:ext cx="2428875" cy="3714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9" name="visual-57">
            <a:extLst>
              <a:ext uri="{FF2B5EF4-FFF2-40B4-BE49-F238E27FC236}">
                <a16:creationId xmlns:a16="http://schemas.microsoft.com/office/drawing/2014/main" id="{94F09185-81E7-4431-AA79-0D4643D78C56}"/>
              </a:ext>
            </a:extLst>
          </p:cNvPr>
          <p:cNvSpPr>
            <a:spLocks noGrp="1"/>
          </p:cNvSpPr>
          <p:nvPr/>
        </p:nvSpPr>
        <p:spPr>
          <a:xfrm>
            <a:off x="11049000" y="4295775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Data interval</a:t>
            </a:r>
          </a:p>
        </p:txBody>
      </p:sp>
      <p:sp>
        <p:nvSpPr>
          <p:cNvPr id="230" name="visual-58">
            <a:extLst>
              <a:ext uri="{FF2B5EF4-FFF2-40B4-BE49-F238E27FC236}">
                <a16:creationId xmlns:a16="http://schemas.microsoft.com/office/drawing/2014/main" id="{B9129144-49FE-4B59-A6A8-FAD9DFE61051}"/>
              </a:ext>
            </a:extLst>
          </p:cNvPr>
          <p:cNvSpPr>
            <a:spLocks noGrp="1"/>
          </p:cNvSpPr>
          <p:nvPr/>
        </p:nvSpPr>
        <p:spPr>
          <a:xfrm>
            <a:off x="714375" y="4848225"/>
            <a:ext cx="7029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   Learn the channel</a:t>
            </a:r>
          </a:p>
        </p:txBody>
      </p:sp>
      <p:sp>
        <p:nvSpPr>
          <p:cNvPr id="231" name="visual-59">
            <a:extLst>
              <a:ext uri="{FF2B5EF4-FFF2-40B4-BE49-F238E27FC236}">
                <a16:creationId xmlns:a16="http://schemas.microsoft.com/office/drawing/2014/main" id="{8C2A8DAD-DD80-452A-8356-9B31D5B77769}"/>
              </a:ext>
            </a:extLst>
          </p:cNvPr>
          <p:cNvSpPr>
            <a:spLocks noGrp="1"/>
          </p:cNvSpPr>
          <p:nvPr/>
        </p:nvSpPr>
        <p:spPr>
          <a:xfrm>
            <a:off x="742950" y="5353050"/>
            <a:ext cx="702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Pilot-guided direction and gain estimation</a:t>
            </a:r>
          </a:p>
        </p:txBody>
      </p:sp>
      <p:sp>
        <p:nvSpPr>
          <p:cNvPr id="232" name="visual-60">
            <a:extLst>
              <a:ext uri="{FF2B5EF4-FFF2-40B4-BE49-F238E27FC236}">
                <a16:creationId xmlns:a16="http://schemas.microsoft.com/office/drawing/2014/main" id="{20E92FE1-08CB-417E-A92D-6D4ACDE23EA1}"/>
              </a:ext>
            </a:extLst>
          </p:cNvPr>
          <p:cNvSpPr>
            <a:spLocks noGrp="1"/>
          </p:cNvSpPr>
          <p:nvPr/>
        </p:nvSpPr>
        <p:spPr>
          <a:xfrm>
            <a:off x="1276350" y="61817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33" name="pilot-pattern-0-0">
            <a:extLst>
              <a:ext uri="{FF2B5EF4-FFF2-40B4-BE49-F238E27FC236}">
                <a16:creationId xmlns:a16="http://schemas.microsoft.com/office/drawing/2014/main" id="{E4CEE99F-588A-43E0-BCAB-9DF1B5090549}"/>
              </a:ext>
            </a:extLst>
          </p:cNvPr>
          <p:cNvSpPr>
            <a:spLocks noGrp="1"/>
          </p:cNvSpPr>
          <p:nvPr/>
        </p:nvSpPr>
        <p:spPr>
          <a:xfrm>
            <a:off x="13430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ilot-pattern-0-1">
            <a:extLst>
              <a:ext uri="{FF2B5EF4-FFF2-40B4-BE49-F238E27FC236}">
                <a16:creationId xmlns:a16="http://schemas.microsoft.com/office/drawing/2014/main" id="{CC5F18C5-89AA-4BA6-9007-E8F26EDFAC5D}"/>
              </a:ext>
            </a:extLst>
          </p:cNvPr>
          <p:cNvSpPr>
            <a:spLocks noGrp="1"/>
          </p:cNvSpPr>
          <p:nvPr/>
        </p:nvSpPr>
        <p:spPr>
          <a:xfrm>
            <a:off x="156210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ilot-pattern-0-2">
            <a:extLst>
              <a:ext uri="{FF2B5EF4-FFF2-40B4-BE49-F238E27FC236}">
                <a16:creationId xmlns:a16="http://schemas.microsoft.com/office/drawing/2014/main" id="{23064551-A4AB-470F-AEC5-96DE2CF1C7DD}"/>
              </a:ext>
            </a:extLst>
          </p:cNvPr>
          <p:cNvSpPr>
            <a:spLocks noGrp="1"/>
          </p:cNvSpPr>
          <p:nvPr/>
        </p:nvSpPr>
        <p:spPr>
          <a:xfrm>
            <a:off x="178117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ilot-pattern-0-3">
            <a:extLst>
              <a:ext uri="{FF2B5EF4-FFF2-40B4-BE49-F238E27FC236}">
                <a16:creationId xmlns:a16="http://schemas.microsoft.com/office/drawing/2014/main" id="{8CB2530F-19D7-4935-8C42-2D7437D11646}"/>
              </a:ext>
            </a:extLst>
          </p:cNvPr>
          <p:cNvSpPr>
            <a:spLocks noGrp="1"/>
          </p:cNvSpPr>
          <p:nvPr/>
        </p:nvSpPr>
        <p:spPr>
          <a:xfrm>
            <a:off x="2000250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ilot-pattern-0-4">
            <a:extLst>
              <a:ext uri="{FF2B5EF4-FFF2-40B4-BE49-F238E27FC236}">
                <a16:creationId xmlns:a16="http://schemas.microsoft.com/office/drawing/2014/main" id="{CA596DA4-5D21-4444-8DBB-2105702CF8DB}"/>
              </a:ext>
            </a:extLst>
          </p:cNvPr>
          <p:cNvSpPr>
            <a:spLocks noGrp="1"/>
          </p:cNvSpPr>
          <p:nvPr/>
        </p:nvSpPr>
        <p:spPr>
          <a:xfrm>
            <a:off x="2219325" y="6248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BC4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ilot-pattern-1-0">
            <a:extLst>
              <a:ext uri="{FF2B5EF4-FFF2-40B4-BE49-F238E27FC236}">
                <a16:creationId xmlns:a16="http://schemas.microsoft.com/office/drawing/2014/main" id="{6579AD0F-B0D8-470B-BE95-ABEBC7C0BAD1}"/>
              </a:ext>
            </a:extLst>
          </p:cNvPr>
          <p:cNvSpPr>
            <a:spLocks noGrp="1"/>
          </p:cNvSpPr>
          <p:nvPr/>
        </p:nvSpPr>
        <p:spPr>
          <a:xfrm>
            <a:off x="13430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ilot-pattern-1-1">
            <a:extLst>
              <a:ext uri="{FF2B5EF4-FFF2-40B4-BE49-F238E27FC236}">
                <a16:creationId xmlns:a16="http://schemas.microsoft.com/office/drawing/2014/main" id="{C944190F-AA3C-4B8D-AAD4-B7B08405A33E}"/>
              </a:ext>
            </a:extLst>
          </p:cNvPr>
          <p:cNvSpPr>
            <a:spLocks noGrp="1"/>
          </p:cNvSpPr>
          <p:nvPr/>
        </p:nvSpPr>
        <p:spPr>
          <a:xfrm>
            <a:off x="156210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ilot-pattern-1-2">
            <a:extLst>
              <a:ext uri="{FF2B5EF4-FFF2-40B4-BE49-F238E27FC236}">
                <a16:creationId xmlns:a16="http://schemas.microsoft.com/office/drawing/2014/main" id="{66826C0F-106F-4BCF-B522-DA35F515AF8C}"/>
              </a:ext>
            </a:extLst>
          </p:cNvPr>
          <p:cNvSpPr>
            <a:spLocks noGrp="1"/>
          </p:cNvSpPr>
          <p:nvPr/>
        </p:nvSpPr>
        <p:spPr>
          <a:xfrm>
            <a:off x="178117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ilot-pattern-1-3">
            <a:extLst>
              <a:ext uri="{FF2B5EF4-FFF2-40B4-BE49-F238E27FC236}">
                <a16:creationId xmlns:a16="http://schemas.microsoft.com/office/drawing/2014/main" id="{3E6F5900-905E-4F72-A2C1-8D61DA1DE669}"/>
              </a:ext>
            </a:extLst>
          </p:cNvPr>
          <p:cNvSpPr>
            <a:spLocks noGrp="1"/>
          </p:cNvSpPr>
          <p:nvPr/>
        </p:nvSpPr>
        <p:spPr>
          <a:xfrm>
            <a:off x="2000250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6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ilot-pattern-1-4">
            <a:extLst>
              <a:ext uri="{FF2B5EF4-FFF2-40B4-BE49-F238E27FC236}">
                <a16:creationId xmlns:a16="http://schemas.microsoft.com/office/drawing/2014/main" id="{0A020B6C-4C99-4B6B-AC2A-CD3E13C7FE1D}"/>
              </a:ext>
            </a:extLst>
          </p:cNvPr>
          <p:cNvSpPr>
            <a:spLocks noGrp="1"/>
          </p:cNvSpPr>
          <p:nvPr/>
        </p:nvSpPr>
        <p:spPr>
          <a:xfrm>
            <a:off x="2219325" y="64674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D96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ilot-pattern-2-0">
            <a:extLst>
              <a:ext uri="{FF2B5EF4-FFF2-40B4-BE49-F238E27FC236}">
                <a16:creationId xmlns:a16="http://schemas.microsoft.com/office/drawing/2014/main" id="{5BFCFC39-99A2-433D-822B-E493CC26DF9C}"/>
              </a:ext>
            </a:extLst>
          </p:cNvPr>
          <p:cNvSpPr>
            <a:spLocks noGrp="1"/>
          </p:cNvSpPr>
          <p:nvPr/>
        </p:nvSpPr>
        <p:spPr>
          <a:xfrm>
            <a:off x="13430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ilot-pattern-2-1">
            <a:extLst>
              <a:ext uri="{FF2B5EF4-FFF2-40B4-BE49-F238E27FC236}">
                <a16:creationId xmlns:a16="http://schemas.microsoft.com/office/drawing/2014/main" id="{F762E561-3880-493D-A7DD-405F4C3FF7C7}"/>
              </a:ext>
            </a:extLst>
          </p:cNvPr>
          <p:cNvSpPr>
            <a:spLocks noGrp="1"/>
          </p:cNvSpPr>
          <p:nvPr/>
        </p:nvSpPr>
        <p:spPr>
          <a:xfrm>
            <a:off x="156210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ilot-pattern-2-2">
            <a:extLst>
              <a:ext uri="{FF2B5EF4-FFF2-40B4-BE49-F238E27FC236}">
                <a16:creationId xmlns:a16="http://schemas.microsoft.com/office/drawing/2014/main" id="{8D6AD49C-D5EC-441E-8AB9-9EF23F312674}"/>
              </a:ext>
            </a:extLst>
          </p:cNvPr>
          <p:cNvSpPr>
            <a:spLocks noGrp="1"/>
          </p:cNvSpPr>
          <p:nvPr/>
        </p:nvSpPr>
        <p:spPr>
          <a:xfrm>
            <a:off x="178117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ED1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ilot-pattern-2-3">
            <a:extLst>
              <a:ext uri="{FF2B5EF4-FFF2-40B4-BE49-F238E27FC236}">
                <a16:creationId xmlns:a16="http://schemas.microsoft.com/office/drawing/2014/main" id="{35F826DC-CC08-45CF-BDE7-B3A797BBA455}"/>
              </a:ext>
            </a:extLst>
          </p:cNvPr>
          <p:cNvSpPr>
            <a:spLocks noGrp="1"/>
          </p:cNvSpPr>
          <p:nvPr/>
        </p:nvSpPr>
        <p:spPr>
          <a:xfrm>
            <a:off x="2000250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D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ilot-pattern-2-4">
            <a:extLst>
              <a:ext uri="{FF2B5EF4-FFF2-40B4-BE49-F238E27FC236}">
                <a16:creationId xmlns:a16="http://schemas.microsoft.com/office/drawing/2014/main" id="{4B432604-F8BD-40D9-A599-EF4A9926FF0D}"/>
              </a:ext>
            </a:extLst>
          </p:cNvPr>
          <p:cNvSpPr>
            <a:spLocks noGrp="1"/>
          </p:cNvSpPr>
          <p:nvPr/>
        </p:nvSpPr>
        <p:spPr>
          <a:xfrm>
            <a:off x="2219325" y="66865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ilot-pattern-3-0">
            <a:extLst>
              <a:ext uri="{FF2B5EF4-FFF2-40B4-BE49-F238E27FC236}">
                <a16:creationId xmlns:a16="http://schemas.microsoft.com/office/drawing/2014/main" id="{C3E07B14-DCC1-45CB-85FE-3DCD225CE13B}"/>
              </a:ext>
            </a:extLst>
          </p:cNvPr>
          <p:cNvSpPr>
            <a:spLocks noGrp="1"/>
          </p:cNvSpPr>
          <p:nvPr/>
        </p:nvSpPr>
        <p:spPr>
          <a:xfrm>
            <a:off x="13430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ilot-pattern-3-1">
            <a:extLst>
              <a:ext uri="{FF2B5EF4-FFF2-40B4-BE49-F238E27FC236}">
                <a16:creationId xmlns:a16="http://schemas.microsoft.com/office/drawing/2014/main" id="{36D552E1-D48F-4BA6-8D4A-584E25CADD60}"/>
              </a:ext>
            </a:extLst>
          </p:cNvPr>
          <p:cNvSpPr>
            <a:spLocks noGrp="1"/>
          </p:cNvSpPr>
          <p:nvPr/>
        </p:nvSpPr>
        <p:spPr>
          <a:xfrm>
            <a:off x="156210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4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ilot-pattern-3-2">
            <a:extLst>
              <a:ext uri="{FF2B5EF4-FFF2-40B4-BE49-F238E27FC236}">
                <a16:creationId xmlns:a16="http://schemas.microsoft.com/office/drawing/2014/main" id="{B58EA1FB-08DD-47F7-B246-BABCBEBA96D8}"/>
              </a:ext>
            </a:extLst>
          </p:cNvPr>
          <p:cNvSpPr>
            <a:spLocks noGrp="1"/>
          </p:cNvSpPr>
          <p:nvPr/>
        </p:nvSpPr>
        <p:spPr>
          <a:xfrm>
            <a:off x="178117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CADC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ilot-pattern-3-3">
            <a:extLst>
              <a:ext uri="{FF2B5EF4-FFF2-40B4-BE49-F238E27FC236}">
                <a16:creationId xmlns:a16="http://schemas.microsoft.com/office/drawing/2014/main" id="{7309C14C-2013-4DA3-B1FC-8E0916042EB9}"/>
              </a:ext>
            </a:extLst>
          </p:cNvPr>
          <p:cNvSpPr>
            <a:spLocks noGrp="1"/>
          </p:cNvSpPr>
          <p:nvPr/>
        </p:nvSpPr>
        <p:spPr>
          <a:xfrm>
            <a:off x="2000250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ilot-pattern-3-4">
            <a:extLst>
              <a:ext uri="{FF2B5EF4-FFF2-40B4-BE49-F238E27FC236}">
                <a16:creationId xmlns:a16="http://schemas.microsoft.com/office/drawing/2014/main" id="{DDA9E640-027F-43CE-BE73-83F22835A777}"/>
              </a:ext>
            </a:extLst>
          </p:cNvPr>
          <p:cNvSpPr>
            <a:spLocks noGrp="1"/>
          </p:cNvSpPr>
          <p:nvPr/>
        </p:nvSpPr>
        <p:spPr>
          <a:xfrm>
            <a:off x="2219325" y="69056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175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ilot-pattern-4-0">
            <a:extLst>
              <a:ext uri="{FF2B5EF4-FFF2-40B4-BE49-F238E27FC236}">
                <a16:creationId xmlns:a16="http://schemas.microsoft.com/office/drawing/2014/main" id="{F98E67AE-D0D0-400B-9619-47FBA072591B}"/>
              </a:ext>
            </a:extLst>
          </p:cNvPr>
          <p:cNvSpPr>
            <a:spLocks noGrp="1"/>
          </p:cNvSpPr>
          <p:nvPr/>
        </p:nvSpPr>
        <p:spPr>
          <a:xfrm>
            <a:off x="13430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ilot-pattern-4-1">
            <a:extLst>
              <a:ext uri="{FF2B5EF4-FFF2-40B4-BE49-F238E27FC236}">
                <a16:creationId xmlns:a16="http://schemas.microsoft.com/office/drawing/2014/main" id="{FEA94093-CDCE-4A1C-B682-4D5A3E43525A}"/>
              </a:ext>
            </a:extLst>
          </p:cNvPr>
          <p:cNvSpPr>
            <a:spLocks noGrp="1"/>
          </p:cNvSpPr>
          <p:nvPr/>
        </p:nvSpPr>
        <p:spPr>
          <a:xfrm>
            <a:off x="156210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B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ilot-pattern-4-2">
            <a:extLst>
              <a:ext uri="{FF2B5EF4-FFF2-40B4-BE49-F238E27FC236}">
                <a16:creationId xmlns:a16="http://schemas.microsoft.com/office/drawing/2014/main" id="{9647E4B1-BE67-4277-A5D4-9231025BEF25}"/>
              </a:ext>
            </a:extLst>
          </p:cNvPr>
          <p:cNvSpPr>
            <a:spLocks noGrp="1"/>
          </p:cNvSpPr>
          <p:nvPr/>
        </p:nvSpPr>
        <p:spPr>
          <a:xfrm>
            <a:off x="178117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C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ilot-pattern-4-3">
            <a:extLst>
              <a:ext uri="{FF2B5EF4-FFF2-40B4-BE49-F238E27FC236}">
                <a16:creationId xmlns:a16="http://schemas.microsoft.com/office/drawing/2014/main" id="{7516D69C-7362-46B4-B48A-67342BC231AD}"/>
              </a:ext>
            </a:extLst>
          </p:cNvPr>
          <p:cNvSpPr>
            <a:spLocks noGrp="1"/>
          </p:cNvSpPr>
          <p:nvPr/>
        </p:nvSpPr>
        <p:spPr>
          <a:xfrm>
            <a:off x="2000250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9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ilot-pattern-4-4">
            <a:extLst>
              <a:ext uri="{FF2B5EF4-FFF2-40B4-BE49-F238E27FC236}">
                <a16:creationId xmlns:a16="http://schemas.microsoft.com/office/drawing/2014/main" id="{5EFA9A2E-1CC8-430C-942F-71804CA789D0}"/>
              </a:ext>
            </a:extLst>
          </p:cNvPr>
          <p:cNvSpPr>
            <a:spLocks noGrp="1"/>
          </p:cNvSpPr>
          <p:nvPr/>
        </p:nvSpPr>
        <p:spPr>
          <a:xfrm>
            <a:off x="2219325" y="71247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CA1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visual-61">
            <a:extLst>
              <a:ext uri="{FF2B5EF4-FFF2-40B4-BE49-F238E27FC236}">
                <a16:creationId xmlns:a16="http://schemas.microsoft.com/office/drawing/2014/main" id="{A79A99EB-8836-4BBE-A5CA-EFADB82C9E60}"/>
              </a:ext>
            </a:extLst>
          </p:cNvPr>
          <p:cNvSpPr>
            <a:spLocks noGrp="1"/>
          </p:cNvSpPr>
          <p:nvPr/>
        </p:nvSpPr>
        <p:spPr>
          <a:xfrm>
            <a:off x="1143000" y="631507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259" name="pilot-pattern-0-0">
            <a:extLst>
              <a:ext uri="{FF2B5EF4-FFF2-40B4-BE49-F238E27FC236}">
                <a16:creationId xmlns:a16="http://schemas.microsoft.com/office/drawing/2014/main" id="{059E35E1-110E-4201-9424-2921CD3D49E1}"/>
              </a:ext>
            </a:extLst>
          </p:cNvPr>
          <p:cNvSpPr>
            <a:spLocks noGrp="1"/>
          </p:cNvSpPr>
          <p:nvPr/>
        </p:nvSpPr>
        <p:spPr>
          <a:xfrm>
            <a:off x="12096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ilot-pattern-0-1">
            <a:extLst>
              <a:ext uri="{FF2B5EF4-FFF2-40B4-BE49-F238E27FC236}">
                <a16:creationId xmlns:a16="http://schemas.microsoft.com/office/drawing/2014/main" id="{A8801B24-043A-405F-90DF-7560AB46E1E9}"/>
              </a:ext>
            </a:extLst>
          </p:cNvPr>
          <p:cNvSpPr>
            <a:spLocks noGrp="1"/>
          </p:cNvSpPr>
          <p:nvPr/>
        </p:nvSpPr>
        <p:spPr>
          <a:xfrm>
            <a:off x="142875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ilot-pattern-0-2">
            <a:extLst>
              <a:ext uri="{FF2B5EF4-FFF2-40B4-BE49-F238E27FC236}">
                <a16:creationId xmlns:a16="http://schemas.microsoft.com/office/drawing/2014/main" id="{61629242-0E09-49B7-9E48-B6D3B876FCB6}"/>
              </a:ext>
            </a:extLst>
          </p:cNvPr>
          <p:cNvSpPr>
            <a:spLocks noGrp="1"/>
          </p:cNvSpPr>
          <p:nvPr/>
        </p:nvSpPr>
        <p:spPr>
          <a:xfrm>
            <a:off x="164782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ilot-pattern-0-3">
            <a:extLst>
              <a:ext uri="{FF2B5EF4-FFF2-40B4-BE49-F238E27FC236}">
                <a16:creationId xmlns:a16="http://schemas.microsoft.com/office/drawing/2014/main" id="{DC86DCC6-BC1E-40D5-81C7-EAB88888188F}"/>
              </a:ext>
            </a:extLst>
          </p:cNvPr>
          <p:cNvSpPr>
            <a:spLocks noGrp="1"/>
          </p:cNvSpPr>
          <p:nvPr/>
        </p:nvSpPr>
        <p:spPr>
          <a:xfrm>
            <a:off x="1866900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ilot-pattern-0-4">
            <a:extLst>
              <a:ext uri="{FF2B5EF4-FFF2-40B4-BE49-F238E27FC236}">
                <a16:creationId xmlns:a16="http://schemas.microsoft.com/office/drawing/2014/main" id="{DBA54D0C-F6BB-4F52-A803-DA17BE7437B4}"/>
              </a:ext>
            </a:extLst>
          </p:cNvPr>
          <p:cNvSpPr>
            <a:spLocks noGrp="1"/>
          </p:cNvSpPr>
          <p:nvPr/>
        </p:nvSpPr>
        <p:spPr>
          <a:xfrm>
            <a:off x="2085975" y="63817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D9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ilot-pattern-1-0">
            <a:extLst>
              <a:ext uri="{FF2B5EF4-FFF2-40B4-BE49-F238E27FC236}">
                <a16:creationId xmlns:a16="http://schemas.microsoft.com/office/drawing/2014/main" id="{2C9F6E9E-819C-4BF4-9006-81A1A6C4E52A}"/>
              </a:ext>
            </a:extLst>
          </p:cNvPr>
          <p:cNvSpPr>
            <a:spLocks noGrp="1"/>
          </p:cNvSpPr>
          <p:nvPr/>
        </p:nvSpPr>
        <p:spPr>
          <a:xfrm>
            <a:off x="12096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3B2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ilot-pattern-1-1">
            <a:extLst>
              <a:ext uri="{FF2B5EF4-FFF2-40B4-BE49-F238E27FC236}">
                <a16:creationId xmlns:a16="http://schemas.microsoft.com/office/drawing/2014/main" id="{B2FAA389-1D6F-4131-A0FE-75C4BF9AA479}"/>
              </a:ext>
            </a:extLst>
          </p:cNvPr>
          <p:cNvSpPr>
            <a:spLocks noGrp="1"/>
          </p:cNvSpPr>
          <p:nvPr/>
        </p:nvSpPr>
        <p:spPr>
          <a:xfrm>
            <a:off x="142875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ilot-pattern-1-2">
            <a:extLst>
              <a:ext uri="{FF2B5EF4-FFF2-40B4-BE49-F238E27FC236}">
                <a16:creationId xmlns:a16="http://schemas.microsoft.com/office/drawing/2014/main" id="{DF658857-37FF-487A-B2CA-222A5228809D}"/>
              </a:ext>
            </a:extLst>
          </p:cNvPr>
          <p:cNvSpPr>
            <a:spLocks noGrp="1"/>
          </p:cNvSpPr>
          <p:nvPr/>
        </p:nvSpPr>
        <p:spPr>
          <a:xfrm>
            <a:off x="164782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ilot-pattern-1-3">
            <a:extLst>
              <a:ext uri="{FF2B5EF4-FFF2-40B4-BE49-F238E27FC236}">
                <a16:creationId xmlns:a16="http://schemas.microsoft.com/office/drawing/2014/main" id="{4480CDB3-9AD6-4BB4-8339-B69A771D4FC6}"/>
              </a:ext>
            </a:extLst>
          </p:cNvPr>
          <p:cNvSpPr>
            <a:spLocks noGrp="1"/>
          </p:cNvSpPr>
          <p:nvPr/>
        </p:nvSpPr>
        <p:spPr>
          <a:xfrm>
            <a:off x="1866900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ilot-pattern-1-4">
            <a:extLst>
              <a:ext uri="{FF2B5EF4-FFF2-40B4-BE49-F238E27FC236}">
                <a16:creationId xmlns:a16="http://schemas.microsoft.com/office/drawing/2014/main" id="{2D8A65E1-68EE-4086-93C1-D63A470DE66A}"/>
              </a:ext>
            </a:extLst>
          </p:cNvPr>
          <p:cNvSpPr>
            <a:spLocks noGrp="1"/>
          </p:cNvSpPr>
          <p:nvPr/>
        </p:nvSpPr>
        <p:spPr>
          <a:xfrm>
            <a:off x="2085975" y="66008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ilot-pattern-2-0">
            <a:extLst>
              <a:ext uri="{FF2B5EF4-FFF2-40B4-BE49-F238E27FC236}">
                <a16:creationId xmlns:a16="http://schemas.microsoft.com/office/drawing/2014/main" id="{09D2005C-CBEE-4BB5-B9BA-C0494FE6CA13}"/>
              </a:ext>
            </a:extLst>
          </p:cNvPr>
          <p:cNvSpPr>
            <a:spLocks noGrp="1"/>
          </p:cNvSpPr>
          <p:nvPr/>
        </p:nvSpPr>
        <p:spPr>
          <a:xfrm>
            <a:off x="12096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1D4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ilot-pattern-2-1">
            <a:extLst>
              <a:ext uri="{FF2B5EF4-FFF2-40B4-BE49-F238E27FC236}">
                <a16:creationId xmlns:a16="http://schemas.microsoft.com/office/drawing/2014/main" id="{979AC02C-1453-4589-AEC6-359A9C64A2E0}"/>
              </a:ext>
            </a:extLst>
          </p:cNvPr>
          <p:cNvSpPr>
            <a:spLocks noGrp="1"/>
          </p:cNvSpPr>
          <p:nvPr/>
        </p:nvSpPr>
        <p:spPr>
          <a:xfrm>
            <a:off x="142875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ilot-pattern-2-2">
            <a:extLst>
              <a:ext uri="{FF2B5EF4-FFF2-40B4-BE49-F238E27FC236}">
                <a16:creationId xmlns:a16="http://schemas.microsoft.com/office/drawing/2014/main" id="{6C5CD91C-DD9B-41EC-BB71-11DFFF9302B0}"/>
              </a:ext>
            </a:extLst>
          </p:cNvPr>
          <p:cNvSpPr>
            <a:spLocks noGrp="1"/>
          </p:cNvSpPr>
          <p:nvPr/>
        </p:nvSpPr>
        <p:spPr>
          <a:xfrm>
            <a:off x="164782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ilot-pattern-2-3">
            <a:extLst>
              <a:ext uri="{FF2B5EF4-FFF2-40B4-BE49-F238E27FC236}">
                <a16:creationId xmlns:a16="http://schemas.microsoft.com/office/drawing/2014/main" id="{A649F092-1F3F-4BDB-94CF-C700BE2A0D86}"/>
              </a:ext>
            </a:extLst>
          </p:cNvPr>
          <p:cNvSpPr>
            <a:spLocks noGrp="1"/>
          </p:cNvSpPr>
          <p:nvPr/>
        </p:nvSpPr>
        <p:spPr>
          <a:xfrm>
            <a:off x="1866900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4CAD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ilot-pattern-2-4">
            <a:extLst>
              <a:ext uri="{FF2B5EF4-FFF2-40B4-BE49-F238E27FC236}">
                <a16:creationId xmlns:a16="http://schemas.microsoft.com/office/drawing/2014/main" id="{66C5ED67-3D35-4158-80F8-C1DEE74A0346}"/>
              </a:ext>
            </a:extLst>
          </p:cNvPr>
          <p:cNvSpPr>
            <a:spLocks noGrp="1"/>
          </p:cNvSpPr>
          <p:nvPr/>
        </p:nvSpPr>
        <p:spPr>
          <a:xfrm>
            <a:off x="2085975" y="68199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A94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ilot-pattern-3-0">
            <a:extLst>
              <a:ext uri="{FF2B5EF4-FFF2-40B4-BE49-F238E27FC236}">
                <a16:creationId xmlns:a16="http://schemas.microsoft.com/office/drawing/2014/main" id="{408864A8-6E82-4A4C-9C8E-75DB6771532C}"/>
              </a:ext>
            </a:extLst>
          </p:cNvPr>
          <p:cNvSpPr>
            <a:spLocks noGrp="1"/>
          </p:cNvSpPr>
          <p:nvPr/>
        </p:nvSpPr>
        <p:spPr>
          <a:xfrm>
            <a:off x="12096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ilot-pattern-3-1">
            <a:extLst>
              <a:ext uri="{FF2B5EF4-FFF2-40B4-BE49-F238E27FC236}">
                <a16:creationId xmlns:a16="http://schemas.microsoft.com/office/drawing/2014/main" id="{7AE1BE9F-E0C8-447C-83E4-A6DAB1C3962C}"/>
              </a:ext>
            </a:extLst>
          </p:cNvPr>
          <p:cNvSpPr>
            <a:spLocks noGrp="1"/>
          </p:cNvSpPr>
          <p:nvPr/>
        </p:nvSpPr>
        <p:spPr>
          <a:xfrm>
            <a:off x="142875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ilot-pattern-3-2">
            <a:extLst>
              <a:ext uri="{FF2B5EF4-FFF2-40B4-BE49-F238E27FC236}">
                <a16:creationId xmlns:a16="http://schemas.microsoft.com/office/drawing/2014/main" id="{1B4E8F0E-EDBC-4A80-BCBA-3250FD9E449B}"/>
              </a:ext>
            </a:extLst>
          </p:cNvPr>
          <p:cNvSpPr>
            <a:spLocks noGrp="1"/>
          </p:cNvSpPr>
          <p:nvPr/>
        </p:nvSpPr>
        <p:spPr>
          <a:xfrm>
            <a:off x="164782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DD0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ilot-pattern-3-3">
            <a:extLst>
              <a:ext uri="{FF2B5EF4-FFF2-40B4-BE49-F238E27FC236}">
                <a16:creationId xmlns:a16="http://schemas.microsoft.com/office/drawing/2014/main" id="{00620CF7-21CB-4E7D-BEDE-5E83BB50915D}"/>
              </a:ext>
            </a:extLst>
          </p:cNvPr>
          <p:cNvSpPr>
            <a:spLocks noGrp="1"/>
          </p:cNvSpPr>
          <p:nvPr/>
        </p:nvSpPr>
        <p:spPr>
          <a:xfrm>
            <a:off x="1866900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A9FB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ilot-pattern-3-4">
            <a:extLst>
              <a:ext uri="{FF2B5EF4-FFF2-40B4-BE49-F238E27FC236}">
                <a16:creationId xmlns:a16="http://schemas.microsoft.com/office/drawing/2014/main" id="{67D3F426-149D-4292-A291-A3D0BBEE4E25}"/>
              </a:ext>
            </a:extLst>
          </p:cNvPr>
          <p:cNvSpPr>
            <a:spLocks noGrp="1"/>
          </p:cNvSpPr>
          <p:nvPr/>
        </p:nvSpPr>
        <p:spPr>
          <a:xfrm>
            <a:off x="2085975" y="70389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ilot-pattern-4-0">
            <a:extLst>
              <a:ext uri="{FF2B5EF4-FFF2-40B4-BE49-F238E27FC236}">
                <a16:creationId xmlns:a16="http://schemas.microsoft.com/office/drawing/2014/main" id="{3B31FD55-D3A9-4B56-8E9D-D9F3CDC1DADB}"/>
              </a:ext>
            </a:extLst>
          </p:cNvPr>
          <p:cNvSpPr>
            <a:spLocks noGrp="1"/>
          </p:cNvSpPr>
          <p:nvPr/>
        </p:nvSpPr>
        <p:spPr>
          <a:xfrm>
            <a:off x="12096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ilot-pattern-4-1">
            <a:extLst>
              <a:ext uri="{FF2B5EF4-FFF2-40B4-BE49-F238E27FC236}">
                <a16:creationId xmlns:a16="http://schemas.microsoft.com/office/drawing/2014/main" id="{E170D403-0A96-4954-86BB-6E462A6A77FE}"/>
              </a:ext>
            </a:extLst>
          </p:cNvPr>
          <p:cNvSpPr>
            <a:spLocks noGrp="1"/>
          </p:cNvSpPr>
          <p:nvPr/>
        </p:nvSpPr>
        <p:spPr>
          <a:xfrm>
            <a:off x="142875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3D5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ilot-pattern-4-2">
            <a:extLst>
              <a:ext uri="{FF2B5EF4-FFF2-40B4-BE49-F238E27FC236}">
                <a16:creationId xmlns:a16="http://schemas.microsoft.com/office/drawing/2014/main" id="{0870A2B9-B6B0-413D-B26D-98419083CD49}"/>
              </a:ext>
            </a:extLst>
          </p:cNvPr>
          <p:cNvSpPr>
            <a:spLocks noGrp="1"/>
          </p:cNvSpPr>
          <p:nvPr/>
        </p:nvSpPr>
        <p:spPr>
          <a:xfrm>
            <a:off x="164782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ilot-pattern-4-3">
            <a:extLst>
              <a:ext uri="{FF2B5EF4-FFF2-40B4-BE49-F238E27FC236}">
                <a16:creationId xmlns:a16="http://schemas.microsoft.com/office/drawing/2014/main" id="{A10BD6A1-2E43-4A70-8826-6264C1C5DCDD}"/>
              </a:ext>
            </a:extLst>
          </p:cNvPr>
          <p:cNvSpPr>
            <a:spLocks noGrp="1"/>
          </p:cNvSpPr>
          <p:nvPr/>
        </p:nvSpPr>
        <p:spPr>
          <a:xfrm>
            <a:off x="1866900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ilot-pattern-4-4">
            <a:extLst>
              <a:ext uri="{FF2B5EF4-FFF2-40B4-BE49-F238E27FC236}">
                <a16:creationId xmlns:a16="http://schemas.microsoft.com/office/drawing/2014/main" id="{E13E5188-E6A4-40A7-9BD7-1A191582C29E}"/>
              </a:ext>
            </a:extLst>
          </p:cNvPr>
          <p:cNvSpPr>
            <a:spLocks noGrp="1"/>
          </p:cNvSpPr>
          <p:nvPr/>
        </p:nvSpPr>
        <p:spPr>
          <a:xfrm>
            <a:off x="2085975" y="72580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377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visual-62">
            <a:extLst>
              <a:ext uri="{FF2B5EF4-FFF2-40B4-BE49-F238E27FC236}">
                <a16:creationId xmlns:a16="http://schemas.microsoft.com/office/drawing/2014/main" id="{9BB4CA38-3CEA-45D5-991F-6477E931C790}"/>
              </a:ext>
            </a:extLst>
          </p:cNvPr>
          <p:cNvSpPr>
            <a:spLocks noGrp="1"/>
          </p:cNvSpPr>
          <p:nvPr/>
        </p:nvSpPr>
        <p:spPr>
          <a:xfrm>
            <a:off x="1009650" y="6448425"/>
            <a:ext cx="1247775" cy="1266825"/>
          </a:xfrm>
          <a:prstGeom prst="rect">
            <a:avLst/>
          </a:prstGeom>
          <a:solidFill>
            <a:srgbClr val="FFFFFF"/>
          </a:solidFill>
          <a:ln w="11430">
            <a:solidFill>
              <a:srgbClr val="56788E"/>
            </a:solidFill>
            <a:prstDash val="solid"/>
          </a:ln>
        </p:spPr>
      </p:sp>
      <p:sp>
        <p:nvSpPr>
          <p:cNvPr id="285" name="pilot-pattern-0-0">
            <a:extLst>
              <a:ext uri="{FF2B5EF4-FFF2-40B4-BE49-F238E27FC236}">
                <a16:creationId xmlns:a16="http://schemas.microsoft.com/office/drawing/2014/main" id="{184920C2-A771-4F19-A821-E3716298636D}"/>
              </a:ext>
            </a:extLst>
          </p:cNvPr>
          <p:cNvSpPr>
            <a:spLocks noGrp="1"/>
          </p:cNvSpPr>
          <p:nvPr/>
        </p:nvSpPr>
        <p:spPr>
          <a:xfrm>
            <a:off x="10763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ilot-pattern-0-1">
            <a:extLst>
              <a:ext uri="{FF2B5EF4-FFF2-40B4-BE49-F238E27FC236}">
                <a16:creationId xmlns:a16="http://schemas.microsoft.com/office/drawing/2014/main" id="{1DE41903-17C1-4B89-A71A-DF44192AD5C2}"/>
              </a:ext>
            </a:extLst>
          </p:cNvPr>
          <p:cNvSpPr>
            <a:spLocks noGrp="1"/>
          </p:cNvSpPr>
          <p:nvPr/>
        </p:nvSpPr>
        <p:spPr>
          <a:xfrm>
            <a:off x="129540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38E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ilot-pattern-0-2">
            <a:extLst>
              <a:ext uri="{FF2B5EF4-FFF2-40B4-BE49-F238E27FC236}">
                <a16:creationId xmlns:a16="http://schemas.microsoft.com/office/drawing/2014/main" id="{DC88AD7B-81D9-419D-BFFB-BE9AB75E9219}"/>
              </a:ext>
            </a:extLst>
          </p:cNvPr>
          <p:cNvSpPr>
            <a:spLocks noGrp="1"/>
          </p:cNvSpPr>
          <p:nvPr/>
        </p:nvSpPr>
        <p:spPr>
          <a:xfrm>
            <a:off x="151447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ilot-pattern-0-3">
            <a:extLst>
              <a:ext uri="{FF2B5EF4-FFF2-40B4-BE49-F238E27FC236}">
                <a16:creationId xmlns:a16="http://schemas.microsoft.com/office/drawing/2014/main" id="{DA066140-83AD-4210-A5F5-2C72A6C7C302}"/>
              </a:ext>
            </a:extLst>
          </p:cNvPr>
          <p:cNvSpPr>
            <a:spLocks noGrp="1"/>
          </p:cNvSpPr>
          <p:nvPr/>
        </p:nvSpPr>
        <p:spPr>
          <a:xfrm>
            <a:off x="1733550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ilot-pattern-0-4">
            <a:extLst>
              <a:ext uri="{FF2B5EF4-FFF2-40B4-BE49-F238E27FC236}">
                <a16:creationId xmlns:a16="http://schemas.microsoft.com/office/drawing/2014/main" id="{613EB2F2-CE91-4747-8F7A-97B609EC5D8E}"/>
              </a:ext>
            </a:extLst>
          </p:cNvPr>
          <p:cNvSpPr>
            <a:spLocks noGrp="1"/>
          </p:cNvSpPr>
          <p:nvPr/>
        </p:nvSpPr>
        <p:spPr>
          <a:xfrm>
            <a:off x="1952625" y="65151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ilot-pattern-1-0">
            <a:extLst>
              <a:ext uri="{FF2B5EF4-FFF2-40B4-BE49-F238E27FC236}">
                <a16:creationId xmlns:a16="http://schemas.microsoft.com/office/drawing/2014/main" id="{8EA2FA23-1338-44FD-AC06-0B830661319A}"/>
              </a:ext>
            </a:extLst>
          </p:cNvPr>
          <p:cNvSpPr>
            <a:spLocks noGrp="1"/>
          </p:cNvSpPr>
          <p:nvPr/>
        </p:nvSpPr>
        <p:spPr>
          <a:xfrm>
            <a:off x="10763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484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ilot-pattern-1-1">
            <a:extLst>
              <a:ext uri="{FF2B5EF4-FFF2-40B4-BE49-F238E27FC236}">
                <a16:creationId xmlns:a16="http://schemas.microsoft.com/office/drawing/2014/main" id="{EB455E02-51A1-4DA0-BC88-6BC8047EE980}"/>
              </a:ext>
            </a:extLst>
          </p:cNvPr>
          <p:cNvSpPr>
            <a:spLocks noGrp="1"/>
          </p:cNvSpPr>
          <p:nvPr/>
        </p:nvSpPr>
        <p:spPr>
          <a:xfrm>
            <a:off x="129540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3BEC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ilot-pattern-1-2">
            <a:extLst>
              <a:ext uri="{FF2B5EF4-FFF2-40B4-BE49-F238E27FC236}">
                <a16:creationId xmlns:a16="http://schemas.microsoft.com/office/drawing/2014/main" id="{4E9EEC26-D41A-4689-AFD7-1EE59B4A37AC}"/>
              </a:ext>
            </a:extLst>
          </p:cNvPr>
          <p:cNvSpPr>
            <a:spLocks noGrp="1"/>
          </p:cNvSpPr>
          <p:nvPr/>
        </p:nvSpPr>
        <p:spPr>
          <a:xfrm>
            <a:off x="151447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A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ilot-pattern-1-3">
            <a:extLst>
              <a:ext uri="{FF2B5EF4-FFF2-40B4-BE49-F238E27FC236}">
                <a16:creationId xmlns:a16="http://schemas.microsoft.com/office/drawing/2014/main" id="{F296FD74-0C17-44BB-A96A-78EE19C09178}"/>
              </a:ext>
            </a:extLst>
          </p:cNvPr>
          <p:cNvSpPr>
            <a:spLocks noGrp="1"/>
          </p:cNvSpPr>
          <p:nvPr/>
        </p:nvSpPr>
        <p:spPr>
          <a:xfrm>
            <a:off x="1733550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ilot-pattern-1-4">
            <a:extLst>
              <a:ext uri="{FF2B5EF4-FFF2-40B4-BE49-F238E27FC236}">
                <a16:creationId xmlns:a16="http://schemas.microsoft.com/office/drawing/2014/main" id="{77EFBE4E-871C-4E4C-B2FB-3727FA8B8A45}"/>
              </a:ext>
            </a:extLst>
          </p:cNvPr>
          <p:cNvSpPr>
            <a:spLocks noGrp="1"/>
          </p:cNvSpPr>
          <p:nvPr/>
        </p:nvSpPr>
        <p:spPr>
          <a:xfrm>
            <a:off x="1952625" y="67341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ilot-pattern-2-0">
            <a:extLst>
              <a:ext uri="{FF2B5EF4-FFF2-40B4-BE49-F238E27FC236}">
                <a16:creationId xmlns:a16="http://schemas.microsoft.com/office/drawing/2014/main" id="{F0414C57-74A9-4A56-BB6E-EA163B32FBC6}"/>
              </a:ext>
            </a:extLst>
          </p:cNvPr>
          <p:cNvSpPr>
            <a:spLocks noGrp="1"/>
          </p:cNvSpPr>
          <p:nvPr/>
        </p:nvSpPr>
        <p:spPr>
          <a:xfrm>
            <a:off x="10763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5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ilot-pattern-2-1">
            <a:extLst>
              <a:ext uri="{FF2B5EF4-FFF2-40B4-BE49-F238E27FC236}">
                <a16:creationId xmlns:a16="http://schemas.microsoft.com/office/drawing/2014/main" id="{BF4E3C88-2986-47CE-916A-FAACE342C2DE}"/>
              </a:ext>
            </a:extLst>
          </p:cNvPr>
          <p:cNvSpPr>
            <a:spLocks noGrp="1"/>
          </p:cNvSpPr>
          <p:nvPr/>
        </p:nvSpPr>
        <p:spPr>
          <a:xfrm>
            <a:off x="129540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ilot-pattern-2-2">
            <a:extLst>
              <a:ext uri="{FF2B5EF4-FFF2-40B4-BE49-F238E27FC236}">
                <a16:creationId xmlns:a16="http://schemas.microsoft.com/office/drawing/2014/main" id="{8A30CA87-AA1D-4437-A3AE-F567E4AC5957}"/>
              </a:ext>
            </a:extLst>
          </p:cNvPr>
          <p:cNvSpPr>
            <a:spLocks noGrp="1"/>
          </p:cNvSpPr>
          <p:nvPr/>
        </p:nvSpPr>
        <p:spPr>
          <a:xfrm>
            <a:off x="151447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ilot-pattern-2-3">
            <a:extLst>
              <a:ext uri="{FF2B5EF4-FFF2-40B4-BE49-F238E27FC236}">
                <a16:creationId xmlns:a16="http://schemas.microsoft.com/office/drawing/2014/main" id="{2B83A60F-FE59-41B6-A38A-5D3EF990C107}"/>
              </a:ext>
            </a:extLst>
          </p:cNvPr>
          <p:cNvSpPr>
            <a:spLocks noGrp="1"/>
          </p:cNvSpPr>
          <p:nvPr/>
        </p:nvSpPr>
        <p:spPr>
          <a:xfrm>
            <a:off x="1733550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ilot-pattern-2-4">
            <a:extLst>
              <a:ext uri="{FF2B5EF4-FFF2-40B4-BE49-F238E27FC236}">
                <a16:creationId xmlns:a16="http://schemas.microsoft.com/office/drawing/2014/main" id="{8AEE7A97-40FD-4761-A2E3-B5EFDE18A1F0}"/>
              </a:ext>
            </a:extLst>
          </p:cNvPr>
          <p:cNvSpPr>
            <a:spLocks noGrp="1"/>
          </p:cNvSpPr>
          <p:nvPr/>
        </p:nvSpPr>
        <p:spPr>
          <a:xfrm>
            <a:off x="1952625" y="69532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ilot-pattern-3-0">
            <a:extLst>
              <a:ext uri="{FF2B5EF4-FFF2-40B4-BE49-F238E27FC236}">
                <a16:creationId xmlns:a16="http://schemas.microsoft.com/office/drawing/2014/main" id="{17A2A9A1-B388-4A4A-ADEB-98E9B80C2774}"/>
              </a:ext>
            </a:extLst>
          </p:cNvPr>
          <p:cNvSpPr>
            <a:spLocks noGrp="1"/>
          </p:cNvSpPr>
          <p:nvPr/>
        </p:nvSpPr>
        <p:spPr>
          <a:xfrm>
            <a:off x="10763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pilot-pattern-3-1">
            <a:extLst>
              <a:ext uri="{FF2B5EF4-FFF2-40B4-BE49-F238E27FC236}">
                <a16:creationId xmlns:a16="http://schemas.microsoft.com/office/drawing/2014/main" id="{5817F9ED-58BD-485D-8072-9C8AA124A549}"/>
              </a:ext>
            </a:extLst>
          </p:cNvPr>
          <p:cNvSpPr>
            <a:spLocks noGrp="1"/>
          </p:cNvSpPr>
          <p:nvPr/>
        </p:nvSpPr>
        <p:spPr>
          <a:xfrm>
            <a:off x="129540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2" name="pilot-pattern-3-2">
            <a:extLst>
              <a:ext uri="{FF2B5EF4-FFF2-40B4-BE49-F238E27FC236}">
                <a16:creationId xmlns:a16="http://schemas.microsoft.com/office/drawing/2014/main" id="{6A3BD8D7-18D2-4669-A1BC-C9260A0AC8B4}"/>
              </a:ext>
            </a:extLst>
          </p:cNvPr>
          <p:cNvSpPr>
            <a:spLocks noGrp="1"/>
          </p:cNvSpPr>
          <p:nvPr/>
        </p:nvSpPr>
        <p:spPr>
          <a:xfrm>
            <a:off x="151447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3" name="pilot-pattern-3-3">
            <a:extLst>
              <a:ext uri="{FF2B5EF4-FFF2-40B4-BE49-F238E27FC236}">
                <a16:creationId xmlns:a16="http://schemas.microsoft.com/office/drawing/2014/main" id="{802F1F38-557A-4E6F-960A-63646DE1DA0E}"/>
              </a:ext>
            </a:extLst>
          </p:cNvPr>
          <p:cNvSpPr>
            <a:spLocks noGrp="1"/>
          </p:cNvSpPr>
          <p:nvPr/>
        </p:nvSpPr>
        <p:spPr>
          <a:xfrm>
            <a:off x="1733550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4" name="pilot-pattern-3-4">
            <a:extLst>
              <a:ext uri="{FF2B5EF4-FFF2-40B4-BE49-F238E27FC236}">
                <a16:creationId xmlns:a16="http://schemas.microsoft.com/office/drawing/2014/main" id="{5C391861-2796-4070-A376-27077E1AC828}"/>
              </a:ext>
            </a:extLst>
          </p:cNvPr>
          <p:cNvSpPr>
            <a:spLocks noGrp="1"/>
          </p:cNvSpPr>
          <p:nvPr/>
        </p:nvSpPr>
        <p:spPr>
          <a:xfrm>
            <a:off x="1952625" y="71723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ilot-pattern-4-0">
            <a:extLst>
              <a:ext uri="{FF2B5EF4-FFF2-40B4-BE49-F238E27FC236}">
                <a16:creationId xmlns:a16="http://schemas.microsoft.com/office/drawing/2014/main" id="{364C93C2-A0B7-476E-9578-357237671854}"/>
              </a:ext>
            </a:extLst>
          </p:cNvPr>
          <p:cNvSpPr>
            <a:spLocks noGrp="1"/>
          </p:cNvSpPr>
          <p:nvPr/>
        </p:nvSpPr>
        <p:spPr>
          <a:xfrm>
            <a:off x="10763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6" name="pilot-pattern-4-1">
            <a:extLst>
              <a:ext uri="{FF2B5EF4-FFF2-40B4-BE49-F238E27FC236}">
                <a16:creationId xmlns:a16="http://schemas.microsoft.com/office/drawing/2014/main" id="{193B5AD4-C1BC-4F1C-9898-BEE88F79B808}"/>
              </a:ext>
            </a:extLst>
          </p:cNvPr>
          <p:cNvSpPr>
            <a:spLocks noGrp="1"/>
          </p:cNvSpPr>
          <p:nvPr/>
        </p:nvSpPr>
        <p:spPr>
          <a:xfrm>
            <a:off x="129540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7" name="pilot-pattern-4-2">
            <a:extLst>
              <a:ext uri="{FF2B5EF4-FFF2-40B4-BE49-F238E27FC236}">
                <a16:creationId xmlns:a16="http://schemas.microsoft.com/office/drawing/2014/main" id="{1C6FD65E-D5B5-4AE7-91E1-B2B373529632}"/>
              </a:ext>
            </a:extLst>
          </p:cNvPr>
          <p:cNvSpPr>
            <a:spLocks noGrp="1"/>
          </p:cNvSpPr>
          <p:nvPr/>
        </p:nvSpPr>
        <p:spPr>
          <a:xfrm>
            <a:off x="151447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8" name="pilot-pattern-4-3">
            <a:extLst>
              <a:ext uri="{FF2B5EF4-FFF2-40B4-BE49-F238E27FC236}">
                <a16:creationId xmlns:a16="http://schemas.microsoft.com/office/drawing/2014/main" id="{405FAD99-5069-4C36-9945-69C7C5B62769}"/>
              </a:ext>
            </a:extLst>
          </p:cNvPr>
          <p:cNvSpPr>
            <a:spLocks noGrp="1"/>
          </p:cNvSpPr>
          <p:nvPr/>
        </p:nvSpPr>
        <p:spPr>
          <a:xfrm>
            <a:off x="1733550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9" name="pilot-pattern-4-4">
            <a:extLst>
              <a:ext uri="{FF2B5EF4-FFF2-40B4-BE49-F238E27FC236}">
                <a16:creationId xmlns:a16="http://schemas.microsoft.com/office/drawing/2014/main" id="{12F5AB90-F600-43E3-9303-CDDF25D002DB}"/>
              </a:ext>
            </a:extLst>
          </p:cNvPr>
          <p:cNvSpPr>
            <a:spLocks noGrp="1"/>
          </p:cNvSpPr>
          <p:nvPr/>
        </p:nvSpPr>
        <p:spPr>
          <a:xfrm>
            <a:off x="1952625" y="73914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10" name="visual-63">
            <a:extLst>
              <a:ext uri="{FF2B5EF4-FFF2-40B4-BE49-F238E27FC236}">
                <a16:creationId xmlns:a16="http://schemas.microsoft.com/office/drawing/2014/main" id="{2CEB012E-20DA-4BEF-849C-CCABCAA8895B}"/>
              </a:ext>
            </a:extLst>
          </p:cNvPr>
          <p:cNvSpPr>
            <a:spLocks noGrp="1"/>
          </p:cNvSpPr>
          <p:nvPr/>
        </p:nvSpPr>
        <p:spPr>
          <a:xfrm>
            <a:off x="704850" y="8001000"/>
            <a:ext cx="22002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Pilot patterns</a:t>
            </a:r>
          </a:p>
        </p:txBody>
      </p:sp>
      <p:sp>
        <p:nvSpPr>
          <p:cNvPr id="311" name="path-64">
            <a:extLst>
              <a:ext uri="{FF2B5EF4-FFF2-40B4-BE49-F238E27FC236}">
                <a16:creationId xmlns:a16="http://schemas.microsoft.com/office/drawing/2014/main" id="{1F6AD3B8-58A3-42A6-9007-791FE0676FED}"/>
              </a:ext>
            </a:extLst>
          </p:cNvPr>
          <p:cNvSpPr>
            <a:spLocks noGrp="1"/>
          </p:cNvSpPr>
          <p:nvPr/>
        </p:nvSpPr>
        <p:spPr>
          <a:xfrm>
            <a:off x="2505075" y="7058025"/>
            <a:ext cx="520065" cy="953"/>
          </a:xfrm>
          <a:custGeom>
            <a:avLst/>
            <a:gdLst/>
            <a:ahLst/>
            <a:cxnLst/>
            <a:rect l="0" t="0" r="0" b="0"/>
            <a:pathLst>
              <a:path w="520065" h="953">
                <a:moveTo>
                  <a:pt x="0" y="0"/>
                </a:moveTo>
                <a:lnTo>
                  <a:pt x="5200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12" name="path-65">
            <a:extLst>
              <a:ext uri="{FF2B5EF4-FFF2-40B4-BE49-F238E27FC236}">
                <a16:creationId xmlns:a16="http://schemas.microsoft.com/office/drawing/2014/main" id="{8092AEAB-F1A7-4DDC-9D4A-009597672AB4}"/>
              </a:ext>
            </a:extLst>
          </p:cNvPr>
          <p:cNvSpPr>
            <a:spLocks noGrp="1"/>
          </p:cNvSpPr>
          <p:nvPr/>
        </p:nvSpPr>
        <p:spPr>
          <a:xfrm>
            <a:off x="3000375" y="70084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13" name="path-66">
            <a:extLst>
              <a:ext uri="{FF2B5EF4-FFF2-40B4-BE49-F238E27FC236}">
                <a16:creationId xmlns:a16="http://schemas.microsoft.com/office/drawing/2014/main" id="{09618604-F722-4D39-BA8D-9625983FD5D6}"/>
              </a:ext>
            </a:extLst>
          </p:cNvPr>
          <p:cNvSpPr>
            <a:spLocks noGrp="1"/>
          </p:cNvSpPr>
          <p:nvPr/>
        </p:nvSpPr>
        <p:spPr>
          <a:xfrm>
            <a:off x="3324225" y="6181725"/>
            <a:ext cx="800100" cy="1409700"/>
          </a:xfrm>
          <a:custGeom>
            <a:avLst/>
            <a:gdLst/>
            <a:ahLst/>
            <a:cxnLst/>
            <a:rect l="0" t="0" r="0" b="0"/>
            <a:pathLst>
              <a:path w="800100" h="1409700">
                <a:moveTo>
                  <a:pt x="800100" y="1409700"/>
                </a:moveTo>
                <a:lnTo>
                  <a:pt x="0" y="95250"/>
                </a:lnTo>
                <a:lnTo>
                  <a:pt x="180975" y="0"/>
                </a:lnTo>
                <a:lnTo>
                  <a:pt x="800100" y="14097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4" name="path-67">
            <a:extLst>
              <a:ext uri="{FF2B5EF4-FFF2-40B4-BE49-F238E27FC236}">
                <a16:creationId xmlns:a16="http://schemas.microsoft.com/office/drawing/2014/main" id="{7FA23BE9-8CDD-4725-82ED-8C1A0BF67F7C}"/>
              </a:ext>
            </a:extLst>
          </p:cNvPr>
          <p:cNvSpPr>
            <a:spLocks noGrp="1"/>
          </p:cNvSpPr>
          <p:nvPr/>
        </p:nvSpPr>
        <p:spPr>
          <a:xfrm>
            <a:off x="4124325" y="6105525"/>
            <a:ext cx="438150" cy="1485900"/>
          </a:xfrm>
          <a:custGeom>
            <a:avLst/>
            <a:gdLst/>
            <a:ahLst/>
            <a:cxnLst/>
            <a:rect l="0" t="0" r="0" b="0"/>
            <a:pathLst>
              <a:path w="438150" h="1485900">
                <a:moveTo>
                  <a:pt x="0" y="1485900"/>
                </a:moveTo>
                <a:lnTo>
                  <a:pt x="200025" y="0"/>
                </a:lnTo>
                <a:lnTo>
                  <a:pt x="438150" y="47625"/>
                </a:lnTo>
                <a:lnTo>
                  <a:pt x="0" y="1485900"/>
                </a:lnTo>
                <a:close/>
              </a:path>
            </a:pathLst>
          </a:custGeom>
          <a:solidFill>
            <a:srgbClr val="246A9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15" name="path-68">
            <a:extLst>
              <a:ext uri="{FF2B5EF4-FFF2-40B4-BE49-F238E27FC236}">
                <a16:creationId xmlns:a16="http://schemas.microsoft.com/office/drawing/2014/main" id="{2DE3B2A0-F58F-4652-9A03-82CF52DD3262}"/>
              </a:ext>
            </a:extLst>
          </p:cNvPr>
          <p:cNvSpPr>
            <a:spLocks noGrp="1"/>
          </p:cNvSpPr>
          <p:nvPr/>
        </p:nvSpPr>
        <p:spPr>
          <a:xfrm>
            <a:off x="3117317" y="6473029"/>
            <a:ext cx="1007008" cy="1118396"/>
          </a:xfrm>
          <a:custGeom>
            <a:avLst/>
            <a:gdLst/>
            <a:ahLst/>
            <a:cxnLst/>
            <a:rect l="0" t="0" r="0" b="0"/>
            <a:pathLst>
              <a:path w="1007008" h="1118396">
                <a:moveTo>
                  <a:pt x="1007008" y="1118396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6" name="path-69">
            <a:extLst>
              <a:ext uri="{FF2B5EF4-FFF2-40B4-BE49-F238E27FC236}">
                <a16:creationId xmlns:a16="http://schemas.microsoft.com/office/drawing/2014/main" id="{87456B55-64F3-41A0-8098-9207B77B2B17}"/>
              </a:ext>
            </a:extLst>
          </p:cNvPr>
          <p:cNvSpPr>
            <a:spLocks noGrp="1"/>
          </p:cNvSpPr>
          <p:nvPr/>
        </p:nvSpPr>
        <p:spPr>
          <a:xfrm>
            <a:off x="3349218" y="6301431"/>
            <a:ext cx="775107" cy="1289994"/>
          </a:xfrm>
          <a:custGeom>
            <a:avLst/>
            <a:gdLst/>
            <a:ahLst/>
            <a:cxnLst/>
            <a:rect l="0" t="0" r="0" b="0"/>
            <a:pathLst>
              <a:path w="775107" h="1289994">
                <a:moveTo>
                  <a:pt x="775107" y="128999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7" name="path-70">
            <a:extLst>
              <a:ext uri="{FF2B5EF4-FFF2-40B4-BE49-F238E27FC236}">
                <a16:creationId xmlns:a16="http://schemas.microsoft.com/office/drawing/2014/main" id="{6F12CBAC-ABAD-4A06-9213-AC568C19EE2B}"/>
              </a:ext>
            </a:extLst>
          </p:cNvPr>
          <p:cNvSpPr>
            <a:spLocks noGrp="1"/>
          </p:cNvSpPr>
          <p:nvPr/>
        </p:nvSpPr>
        <p:spPr>
          <a:xfrm>
            <a:off x="3536294" y="6206111"/>
            <a:ext cx="588031" cy="1385314"/>
          </a:xfrm>
          <a:custGeom>
            <a:avLst/>
            <a:gdLst/>
            <a:ahLst/>
            <a:cxnLst/>
            <a:rect l="0" t="0" r="0" b="0"/>
            <a:pathLst>
              <a:path w="588031" h="1385314">
                <a:moveTo>
                  <a:pt x="588031" y="138531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8" name="path-71">
            <a:extLst>
              <a:ext uri="{FF2B5EF4-FFF2-40B4-BE49-F238E27FC236}">
                <a16:creationId xmlns:a16="http://schemas.microsoft.com/office/drawing/2014/main" id="{A484ABA9-E756-4454-9E41-5F6841877439}"/>
              </a:ext>
            </a:extLst>
          </p:cNvPr>
          <p:cNvSpPr>
            <a:spLocks noGrp="1"/>
          </p:cNvSpPr>
          <p:nvPr/>
        </p:nvSpPr>
        <p:spPr>
          <a:xfrm>
            <a:off x="4098060" y="6086704"/>
            <a:ext cx="26265" cy="1504721"/>
          </a:xfrm>
          <a:custGeom>
            <a:avLst/>
            <a:gdLst/>
            <a:ahLst/>
            <a:cxnLst/>
            <a:rect l="0" t="0" r="0" b="0"/>
            <a:pathLst>
              <a:path w="26265" h="1504721">
                <a:moveTo>
                  <a:pt x="26265" y="1504721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19" name="path-72">
            <a:extLst>
              <a:ext uri="{FF2B5EF4-FFF2-40B4-BE49-F238E27FC236}">
                <a16:creationId xmlns:a16="http://schemas.microsoft.com/office/drawing/2014/main" id="{D082385D-F65F-4073-AC8C-211BA69F001C}"/>
              </a:ext>
            </a:extLst>
          </p:cNvPr>
          <p:cNvSpPr>
            <a:spLocks noGrp="1"/>
          </p:cNvSpPr>
          <p:nvPr/>
        </p:nvSpPr>
        <p:spPr>
          <a:xfrm>
            <a:off x="4124325" y="6101121"/>
            <a:ext cx="209449" cy="1490304"/>
          </a:xfrm>
          <a:custGeom>
            <a:avLst/>
            <a:gdLst/>
            <a:ahLst/>
            <a:cxnLst/>
            <a:rect l="0" t="0" r="0" b="0"/>
            <a:pathLst>
              <a:path w="209449" h="1490304">
                <a:moveTo>
                  <a:pt x="0" y="1490304"/>
                </a:moveTo>
                <a:lnTo>
                  <a:pt x="209449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0" name="path-73">
            <a:extLst>
              <a:ext uri="{FF2B5EF4-FFF2-40B4-BE49-F238E27FC236}">
                <a16:creationId xmlns:a16="http://schemas.microsoft.com/office/drawing/2014/main" id="{D14B7003-E67D-45ED-BE71-3B1C665F517A}"/>
              </a:ext>
            </a:extLst>
          </p:cNvPr>
          <p:cNvSpPr>
            <a:spLocks noGrp="1"/>
          </p:cNvSpPr>
          <p:nvPr/>
        </p:nvSpPr>
        <p:spPr>
          <a:xfrm>
            <a:off x="4124325" y="6177235"/>
            <a:ext cx="514723" cy="1414190"/>
          </a:xfrm>
          <a:custGeom>
            <a:avLst/>
            <a:gdLst/>
            <a:ahLst/>
            <a:cxnLst/>
            <a:rect l="0" t="0" r="0" b="0"/>
            <a:pathLst>
              <a:path w="514723" h="1414190">
                <a:moveTo>
                  <a:pt x="0" y="1414190"/>
                </a:moveTo>
                <a:lnTo>
                  <a:pt x="514723" y="0"/>
                </a:lnTo>
              </a:path>
            </a:pathLst>
          </a:custGeom>
          <a:noFill/>
          <a:ln w="14288">
            <a:solidFill>
              <a:srgbClr val="A4BED0"/>
            </a:solidFill>
            <a:prstDash val="solid"/>
          </a:ln>
        </p:spPr>
      </p:sp>
      <p:sp>
        <p:nvSpPr>
          <p:cNvPr id="321" name="path-74">
            <a:extLst>
              <a:ext uri="{FF2B5EF4-FFF2-40B4-BE49-F238E27FC236}">
                <a16:creationId xmlns:a16="http://schemas.microsoft.com/office/drawing/2014/main" id="{6A7C66A2-12EA-4796-BF48-CE5BCC64A7F7}"/>
              </a:ext>
            </a:extLst>
          </p:cNvPr>
          <p:cNvSpPr>
            <a:spLocks noGrp="1"/>
          </p:cNvSpPr>
          <p:nvPr/>
        </p:nvSpPr>
        <p:spPr>
          <a:xfrm>
            <a:off x="3381502" y="6810439"/>
            <a:ext cx="1476770" cy="539629"/>
          </a:xfrm>
          <a:custGeom>
            <a:avLst/>
            <a:gdLst/>
            <a:ahLst/>
            <a:cxnLst/>
            <a:rect l="0" t="0" r="0" b="0"/>
            <a:pathLst>
              <a:path w="1476770" h="539629">
                <a:moveTo>
                  <a:pt x="0" y="539629"/>
                </a:moveTo>
                <a:lnTo>
                  <a:pt x="15937" y="495195"/>
                </a:lnTo>
                <a:lnTo>
                  <a:pt x="34530" y="451805"/>
                </a:lnTo>
                <a:lnTo>
                  <a:pt x="55710" y="409617"/>
                </a:lnTo>
                <a:lnTo>
                  <a:pt x="79400" y="368786"/>
                </a:lnTo>
                <a:lnTo>
                  <a:pt x="105513" y="329461"/>
                </a:lnTo>
                <a:lnTo>
                  <a:pt x="133954" y="291785"/>
                </a:lnTo>
                <a:lnTo>
                  <a:pt x="164619" y="255896"/>
                </a:lnTo>
                <a:lnTo>
                  <a:pt x="197397" y="221925"/>
                </a:lnTo>
                <a:lnTo>
                  <a:pt x="232167" y="189996"/>
                </a:lnTo>
                <a:lnTo>
                  <a:pt x="268802" y="160226"/>
                </a:lnTo>
                <a:lnTo>
                  <a:pt x="307168" y="132724"/>
                </a:lnTo>
                <a:lnTo>
                  <a:pt x="347126" y="107589"/>
                </a:lnTo>
                <a:lnTo>
                  <a:pt x="388530" y="84915"/>
                </a:lnTo>
                <a:lnTo>
                  <a:pt x="431227" y="64783"/>
                </a:lnTo>
                <a:lnTo>
                  <a:pt x="475063" y="47267"/>
                </a:lnTo>
                <a:lnTo>
                  <a:pt x="519877" y="32431"/>
                </a:lnTo>
                <a:lnTo>
                  <a:pt x="565505" y="20330"/>
                </a:lnTo>
                <a:lnTo>
                  <a:pt x="611781" y="11008"/>
                </a:lnTo>
                <a:lnTo>
                  <a:pt x="658536" y="4498"/>
                </a:lnTo>
                <a:lnTo>
                  <a:pt x="705598" y="824"/>
                </a:lnTo>
                <a:lnTo>
                  <a:pt x="752797" y="0"/>
                </a:lnTo>
                <a:lnTo>
                  <a:pt x="799959" y="2029"/>
                </a:lnTo>
                <a:lnTo>
                  <a:pt x="846912" y="6903"/>
                </a:lnTo>
                <a:lnTo>
                  <a:pt x="893486" y="14605"/>
                </a:lnTo>
                <a:lnTo>
                  <a:pt x="939508" y="25107"/>
                </a:lnTo>
                <a:lnTo>
                  <a:pt x="984813" y="38369"/>
                </a:lnTo>
                <a:lnTo>
                  <a:pt x="1029233" y="54345"/>
                </a:lnTo>
                <a:lnTo>
                  <a:pt x="1072607" y="72974"/>
                </a:lnTo>
                <a:lnTo>
                  <a:pt x="1114777" y="94190"/>
                </a:lnTo>
                <a:lnTo>
                  <a:pt x="1155588" y="117915"/>
                </a:lnTo>
                <a:lnTo>
                  <a:pt x="1194891" y="144061"/>
                </a:lnTo>
                <a:lnTo>
                  <a:pt x="1232542" y="172534"/>
                </a:lnTo>
                <a:lnTo>
                  <a:pt x="1268405" y="203230"/>
                </a:lnTo>
                <a:lnTo>
                  <a:pt x="1302348" y="236037"/>
                </a:lnTo>
                <a:lnTo>
                  <a:pt x="1334247" y="270834"/>
                </a:lnTo>
                <a:lnTo>
                  <a:pt x="1363986" y="307494"/>
                </a:lnTo>
                <a:lnTo>
                  <a:pt x="1391456" y="345884"/>
                </a:lnTo>
                <a:lnTo>
                  <a:pt x="1416556" y="385863"/>
                </a:lnTo>
                <a:lnTo>
                  <a:pt x="1439196" y="427286"/>
                </a:lnTo>
                <a:lnTo>
                  <a:pt x="1459291" y="470001"/>
                </a:lnTo>
                <a:lnTo>
                  <a:pt x="1476770" y="513851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322" name="path-75">
            <a:extLst>
              <a:ext uri="{FF2B5EF4-FFF2-40B4-BE49-F238E27FC236}">
                <a16:creationId xmlns:a16="http://schemas.microsoft.com/office/drawing/2014/main" id="{98D2D173-0774-46C6-A7B9-52BCCB44C7DC}"/>
              </a:ext>
            </a:extLst>
          </p:cNvPr>
          <p:cNvSpPr>
            <a:spLocks noGrp="1"/>
          </p:cNvSpPr>
          <p:nvPr/>
        </p:nvSpPr>
        <p:spPr>
          <a:xfrm>
            <a:off x="3452466" y="6389151"/>
            <a:ext cx="671859" cy="1202274"/>
          </a:xfrm>
          <a:custGeom>
            <a:avLst/>
            <a:gdLst/>
            <a:ahLst/>
            <a:cxnLst/>
            <a:rect l="0" t="0" r="0" b="0"/>
            <a:pathLst>
              <a:path w="671859" h="1202274">
                <a:moveTo>
                  <a:pt x="671859" y="1202274"/>
                </a:moveTo>
                <a:lnTo>
                  <a:pt x="0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3" name="path-76">
            <a:extLst>
              <a:ext uri="{FF2B5EF4-FFF2-40B4-BE49-F238E27FC236}">
                <a16:creationId xmlns:a16="http://schemas.microsoft.com/office/drawing/2014/main" id="{8352B9B8-E687-49D3-AC1C-B6FFEB6EEB39}"/>
              </a:ext>
            </a:extLst>
          </p:cNvPr>
          <p:cNvSpPr>
            <a:spLocks noGrp="1"/>
          </p:cNvSpPr>
          <p:nvPr/>
        </p:nvSpPr>
        <p:spPr>
          <a:xfrm>
            <a:off x="3400425" y="6296025"/>
            <a:ext cx="111614" cy="142427"/>
          </a:xfrm>
          <a:custGeom>
            <a:avLst/>
            <a:gdLst/>
            <a:ahLst/>
            <a:cxnLst/>
            <a:rect l="0" t="0" r="0" b="0"/>
            <a:pathLst>
              <a:path w="111614" h="142427">
                <a:moveTo>
                  <a:pt x="0" y="0"/>
                </a:moveTo>
                <a:lnTo>
                  <a:pt x="111614" y="90387"/>
                </a:lnTo>
                <a:lnTo>
                  <a:pt x="18488" y="142427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4" name="path-77">
            <a:extLst>
              <a:ext uri="{FF2B5EF4-FFF2-40B4-BE49-F238E27FC236}">
                <a16:creationId xmlns:a16="http://schemas.microsoft.com/office/drawing/2014/main" id="{B053BC9D-1DE3-4CD5-8890-D9FD82AE8381}"/>
              </a:ext>
            </a:extLst>
          </p:cNvPr>
          <p:cNvSpPr>
            <a:spLocks noGrp="1"/>
          </p:cNvSpPr>
          <p:nvPr/>
        </p:nvSpPr>
        <p:spPr>
          <a:xfrm>
            <a:off x="4124325" y="6266863"/>
            <a:ext cx="291404" cy="1324562"/>
          </a:xfrm>
          <a:custGeom>
            <a:avLst/>
            <a:gdLst/>
            <a:ahLst/>
            <a:cxnLst/>
            <a:rect l="0" t="0" r="0" b="0"/>
            <a:pathLst>
              <a:path w="291404" h="1324562">
                <a:moveTo>
                  <a:pt x="0" y="1324562"/>
                </a:moveTo>
                <a:lnTo>
                  <a:pt x="291404" y="0"/>
                </a:lnTo>
              </a:path>
            </a:pathLst>
          </a:custGeom>
          <a:noFill/>
          <a:ln w="36195">
            <a:solidFill>
              <a:srgbClr val="246A96"/>
            </a:solidFill>
            <a:prstDash val="solid"/>
          </a:ln>
        </p:spPr>
      </p:sp>
      <p:sp>
        <p:nvSpPr>
          <p:cNvPr id="325" name="path-78">
            <a:extLst>
              <a:ext uri="{FF2B5EF4-FFF2-40B4-BE49-F238E27FC236}">
                <a16:creationId xmlns:a16="http://schemas.microsoft.com/office/drawing/2014/main" id="{813B2537-C48A-4418-ADAD-4A42F8F3685D}"/>
              </a:ext>
            </a:extLst>
          </p:cNvPr>
          <p:cNvSpPr>
            <a:spLocks noGrp="1"/>
          </p:cNvSpPr>
          <p:nvPr/>
        </p:nvSpPr>
        <p:spPr>
          <a:xfrm>
            <a:off x="4357904" y="6162675"/>
            <a:ext cx="104188" cy="141696"/>
          </a:xfrm>
          <a:custGeom>
            <a:avLst/>
            <a:gdLst/>
            <a:ahLst/>
            <a:cxnLst/>
            <a:rect l="0" t="0" r="0" b="0"/>
            <a:pathLst>
              <a:path w="104188" h="141696">
                <a:moveTo>
                  <a:pt x="80746" y="0"/>
                </a:moveTo>
                <a:lnTo>
                  <a:pt x="104188" y="141696"/>
                </a:lnTo>
                <a:lnTo>
                  <a:pt x="0" y="118775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6" name="visual-79">
            <a:extLst>
              <a:ext uri="{FF2B5EF4-FFF2-40B4-BE49-F238E27FC236}">
                <a16:creationId xmlns:a16="http://schemas.microsoft.com/office/drawing/2014/main" id="{7CD40D1A-421D-4182-8379-214F1A6EB8FC}"/>
              </a:ext>
            </a:extLst>
          </p:cNvPr>
          <p:cNvSpPr>
            <a:spLocks noGrp="1"/>
          </p:cNvSpPr>
          <p:nvPr/>
        </p:nvSpPr>
        <p:spPr>
          <a:xfrm>
            <a:off x="4067175" y="7534275"/>
            <a:ext cx="114300" cy="11430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27" name="visual-80">
            <a:extLst>
              <a:ext uri="{FF2B5EF4-FFF2-40B4-BE49-F238E27FC236}">
                <a16:creationId xmlns:a16="http://schemas.microsoft.com/office/drawing/2014/main" id="{EB983234-4B2D-419F-B325-6B971A3899E9}"/>
              </a:ext>
            </a:extLst>
          </p:cNvPr>
          <p:cNvSpPr>
            <a:spLocks noGrp="1"/>
          </p:cNvSpPr>
          <p:nvPr/>
        </p:nvSpPr>
        <p:spPr>
          <a:xfrm>
            <a:off x="3524250" y="7715250"/>
            <a:ext cx="1219200" cy="114300"/>
          </a:xfrm>
          <a:prstGeom prst="rect">
            <a:avLst/>
          </a:prstGeom>
          <a:solidFill>
            <a:srgbClr val="E1ECF3"/>
          </a:solidFill>
          <a:ln w="9525">
            <a:solidFill>
              <a:srgbClr val="56788E"/>
            </a:solidFill>
            <a:prstDash val="solid"/>
          </a:ln>
        </p:spPr>
      </p:sp>
      <p:sp>
        <p:nvSpPr>
          <p:cNvPr id="328" name="visual-81">
            <a:extLst>
              <a:ext uri="{FF2B5EF4-FFF2-40B4-BE49-F238E27FC236}">
                <a16:creationId xmlns:a16="http://schemas.microsoft.com/office/drawing/2014/main" id="{A9D9CCE4-9753-4B74-800F-DFA51EED07F5}"/>
              </a:ext>
            </a:extLst>
          </p:cNvPr>
          <p:cNvSpPr>
            <a:spLocks noGrp="1"/>
          </p:cNvSpPr>
          <p:nvPr/>
        </p:nvSpPr>
        <p:spPr>
          <a:xfrm>
            <a:off x="35528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29" name="visual-82">
            <a:extLst>
              <a:ext uri="{FF2B5EF4-FFF2-40B4-BE49-F238E27FC236}">
                <a16:creationId xmlns:a16="http://schemas.microsoft.com/office/drawing/2014/main" id="{E1DB2828-003A-41DA-A134-CFC624C318D5}"/>
              </a:ext>
            </a:extLst>
          </p:cNvPr>
          <p:cNvSpPr>
            <a:spLocks noGrp="1"/>
          </p:cNvSpPr>
          <p:nvPr/>
        </p:nvSpPr>
        <p:spPr>
          <a:xfrm>
            <a:off x="37528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0" name="visual-83">
            <a:extLst>
              <a:ext uri="{FF2B5EF4-FFF2-40B4-BE49-F238E27FC236}">
                <a16:creationId xmlns:a16="http://schemas.microsoft.com/office/drawing/2014/main" id="{78B58F73-B2A7-4F68-8554-C1EE441A82B9}"/>
              </a:ext>
            </a:extLst>
          </p:cNvPr>
          <p:cNvSpPr>
            <a:spLocks noGrp="1"/>
          </p:cNvSpPr>
          <p:nvPr/>
        </p:nvSpPr>
        <p:spPr>
          <a:xfrm>
            <a:off x="395287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1" name="visual-84">
            <a:extLst>
              <a:ext uri="{FF2B5EF4-FFF2-40B4-BE49-F238E27FC236}">
                <a16:creationId xmlns:a16="http://schemas.microsoft.com/office/drawing/2014/main" id="{F886F421-7E37-414E-862F-D0B0BCEE7C80}"/>
              </a:ext>
            </a:extLst>
          </p:cNvPr>
          <p:cNvSpPr>
            <a:spLocks noGrp="1"/>
          </p:cNvSpPr>
          <p:nvPr/>
        </p:nvSpPr>
        <p:spPr>
          <a:xfrm>
            <a:off x="415290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2" name="visual-85">
            <a:extLst>
              <a:ext uri="{FF2B5EF4-FFF2-40B4-BE49-F238E27FC236}">
                <a16:creationId xmlns:a16="http://schemas.microsoft.com/office/drawing/2014/main" id="{DBEE1740-29A3-4EDD-B5DE-70E662D20FBE}"/>
              </a:ext>
            </a:extLst>
          </p:cNvPr>
          <p:cNvSpPr>
            <a:spLocks noGrp="1"/>
          </p:cNvSpPr>
          <p:nvPr/>
        </p:nvSpPr>
        <p:spPr>
          <a:xfrm>
            <a:off x="4352925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3" name="visual-86">
            <a:extLst>
              <a:ext uri="{FF2B5EF4-FFF2-40B4-BE49-F238E27FC236}">
                <a16:creationId xmlns:a16="http://schemas.microsoft.com/office/drawing/2014/main" id="{D705395C-A64A-4351-97A0-E76B043AE4AE}"/>
              </a:ext>
            </a:extLst>
          </p:cNvPr>
          <p:cNvSpPr>
            <a:spLocks noGrp="1"/>
          </p:cNvSpPr>
          <p:nvPr/>
        </p:nvSpPr>
        <p:spPr>
          <a:xfrm>
            <a:off x="4552950" y="7734300"/>
            <a:ext cx="161925" cy="76200"/>
          </a:xfrm>
          <a:prstGeom prst="rect">
            <a:avLst/>
          </a:prstGeom>
          <a:solidFill>
            <a:srgbClr val="89ADC6"/>
          </a:solidFill>
          <a:ln w="0">
            <a:noFill/>
            <a:prstDash val="solid"/>
          </a:ln>
        </p:spPr>
      </p:sp>
      <p:sp>
        <p:nvSpPr>
          <p:cNvPr id="334" name="visual-87">
            <a:extLst>
              <a:ext uri="{FF2B5EF4-FFF2-40B4-BE49-F238E27FC236}">
                <a16:creationId xmlns:a16="http://schemas.microsoft.com/office/drawing/2014/main" id="{85D68C65-E2E7-423D-8071-413960CE7002}"/>
              </a:ext>
            </a:extLst>
          </p:cNvPr>
          <p:cNvSpPr>
            <a:spLocks noGrp="1"/>
          </p:cNvSpPr>
          <p:nvPr/>
        </p:nvSpPr>
        <p:spPr>
          <a:xfrm>
            <a:off x="4905375" y="61912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5" name="path-88">
            <a:extLst>
              <a:ext uri="{FF2B5EF4-FFF2-40B4-BE49-F238E27FC236}">
                <a16:creationId xmlns:a16="http://schemas.microsoft.com/office/drawing/2014/main" id="{805338B5-F899-44EC-8DF7-97EC051E3C9D}"/>
              </a:ext>
            </a:extLst>
          </p:cNvPr>
          <p:cNvSpPr>
            <a:spLocks noGrp="1"/>
          </p:cNvSpPr>
          <p:nvPr/>
        </p:nvSpPr>
        <p:spPr>
          <a:xfrm>
            <a:off x="5210175" y="6338251"/>
            <a:ext cx="145499" cy="167324"/>
          </a:xfrm>
          <a:custGeom>
            <a:avLst/>
            <a:gdLst/>
            <a:ahLst/>
            <a:cxnLst/>
            <a:rect l="0" t="0" r="0" b="0"/>
            <a:pathLst>
              <a:path w="145499" h="167324">
                <a:moveTo>
                  <a:pt x="0" y="167324"/>
                </a:moveTo>
                <a:lnTo>
                  <a:pt x="145499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6" name="path-89">
            <a:extLst>
              <a:ext uri="{FF2B5EF4-FFF2-40B4-BE49-F238E27FC236}">
                <a16:creationId xmlns:a16="http://schemas.microsoft.com/office/drawing/2014/main" id="{DFC585C5-D874-49E8-8310-CE40C067CCE7}"/>
              </a:ext>
            </a:extLst>
          </p:cNvPr>
          <p:cNvSpPr>
            <a:spLocks noGrp="1"/>
          </p:cNvSpPr>
          <p:nvPr/>
        </p:nvSpPr>
        <p:spPr>
          <a:xfrm>
            <a:off x="5318549" y="6286500"/>
            <a:ext cx="82126" cy="87189"/>
          </a:xfrm>
          <a:custGeom>
            <a:avLst/>
            <a:gdLst/>
            <a:ahLst/>
            <a:cxnLst/>
            <a:rect l="0" t="0" r="0" b="0"/>
            <a:pathLst>
              <a:path w="82126" h="87189">
                <a:moveTo>
                  <a:pt x="82126" y="0"/>
                </a:moveTo>
                <a:lnTo>
                  <a:pt x="51751" y="87189"/>
                </a:lnTo>
                <a:lnTo>
                  <a:pt x="0" y="42188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37" name="visual-90">
            <a:extLst>
              <a:ext uri="{FF2B5EF4-FFF2-40B4-BE49-F238E27FC236}">
                <a16:creationId xmlns:a16="http://schemas.microsoft.com/office/drawing/2014/main" id="{419EB4AC-C4E0-4F66-811F-DF029CC0D5FB}"/>
              </a:ext>
            </a:extLst>
          </p:cNvPr>
          <p:cNvSpPr>
            <a:spLocks noGrp="1"/>
          </p:cNvSpPr>
          <p:nvPr/>
        </p:nvSpPr>
        <p:spPr>
          <a:xfrm>
            <a:off x="4914900" y="7105650"/>
            <a:ext cx="619125" cy="619125"/>
          </a:xfrm>
          <a:prstGeom prst="ellipse">
            <a:avLst/>
          </a:pr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338" name="path-91">
            <a:extLst>
              <a:ext uri="{FF2B5EF4-FFF2-40B4-BE49-F238E27FC236}">
                <a16:creationId xmlns:a16="http://schemas.microsoft.com/office/drawing/2014/main" id="{BBB9406B-1D64-4ECD-9073-825AB6C5EF04}"/>
              </a:ext>
            </a:extLst>
          </p:cNvPr>
          <p:cNvSpPr>
            <a:spLocks noGrp="1"/>
          </p:cNvSpPr>
          <p:nvPr/>
        </p:nvSpPr>
        <p:spPr>
          <a:xfrm>
            <a:off x="5095325" y="7334876"/>
            <a:ext cx="124375" cy="85099"/>
          </a:xfrm>
          <a:custGeom>
            <a:avLst/>
            <a:gdLst/>
            <a:ahLst/>
            <a:cxnLst/>
            <a:rect l="0" t="0" r="0" b="0"/>
            <a:pathLst>
              <a:path w="124375" h="85099">
                <a:moveTo>
                  <a:pt x="124375" y="85099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C7A86"/>
            </a:solidFill>
            <a:prstDash val="solid"/>
          </a:ln>
        </p:spPr>
      </p:sp>
      <p:sp>
        <p:nvSpPr>
          <p:cNvPr id="339" name="path-92">
            <a:extLst>
              <a:ext uri="{FF2B5EF4-FFF2-40B4-BE49-F238E27FC236}">
                <a16:creationId xmlns:a16="http://schemas.microsoft.com/office/drawing/2014/main" id="{30201975-200C-4876-B94A-09D3B7464BE2}"/>
              </a:ext>
            </a:extLst>
          </p:cNvPr>
          <p:cNvSpPr>
            <a:spLocks noGrp="1"/>
          </p:cNvSpPr>
          <p:nvPr/>
        </p:nvSpPr>
        <p:spPr>
          <a:xfrm>
            <a:off x="5038725" y="7296150"/>
            <a:ext cx="90112" cy="76707"/>
          </a:xfrm>
          <a:custGeom>
            <a:avLst/>
            <a:gdLst/>
            <a:ahLst/>
            <a:cxnLst/>
            <a:rect l="0" t="0" r="0" b="0"/>
            <a:pathLst>
              <a:path w="90112" h="76707">
                <a:moveTo>
                  <a:pt x="0" y="0"/>
                </a:moveTo>
                <a:lnTo>
                  <a:pt x="90112" y="20108"/>
                </a:lnTo>
                <a:lnTo>
                  <a:pt x="51386" y="76707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40" name="visual-93">
            <a:extLst>
              <a:ext uri="{FF2B5EF4-FFF2-40B4-BE49-F238E27FC236}">
                <a16:creationId xmlns:a16="http://schemas.microsoft.com/office/drawing/2014/main" id="{A818E9B5-DD5C-4C87-BB4D-98E4B0980134}"/>
              </a:ext>
            </a:extLst>
          </p:cNvPr>
          <p:cNvSpPr>
            <a:spLocks noGrp="1"/>
          </p:cNvSpPr>
          <p:nvPr/>
        </p:nvSpPr>
        <p:spPr>
          <a:xfrm>
            <a:off x="3105150" y="8001000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directions</a:t>
            </a:r>
          </a:p>
        </p:txBody>
      </p:sp>
      <p:sp>
        <p:nvSpPr>
          <p:cNvPr id="341" name="visual-94">
            <a:extLst>
              <a:ext uri="{FF2B5EF4-FFF2-40B4-BE49-F238E27FC236}">
                <a16:creationId xmlns:a16="http://schemas.microsoft.com/office/drawing/2014/main" id="{0114D5A5-46E6-4F9D-8CA4-C1830D486954}"/>
              </a:ext>
            </a:extLst>
          </p:cNvPr>
          <p:cNvSpPr>
            <a:spLocks noGrp="1"/>
          </p:cNvSpPr>
          <p:nvPr/>
        </p:nvSpPr>
        <p:spPr>
          <a:xfrm>
            <a:off x="3105150" y="8353425"/>
            <a:ext cx="27146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and path gains</a:t>
            </a:r>
          </a:p>
        </p:txBody>
      </p:sp>
      <p:sp>
        <p:nvSpPr>
          <p:cNvPr id="342" name="visual-95">
            <a:extLst>
              <a:ext uri="{FF2B5EF4-FFF2-40B4-BE49-F238E27FC236}">
                <a16:creationId xmlns:a16="http://schemas.microsoft.com/office/drawing/2014/main" id="{CB7A2947-3670-4E98-A2AC-FC6ABAF51AFE}"/>
              </a:ext>
            </a:extLst>
          </p:cNvPr>
          <p:cNvSpPr>
            <a:spLocks noGrp="1"/>
          </p:cNvSpPr>
          <p:nvPr/>
        </p:nvSpPr>
        <p:spPr>
          <a:xfrm>
            <a:off x="2771775" y="8943975"/>
            <a:ext cx="3400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Damped Gauss–Newton</a:t>
            </a:r>
          </a:p>
        </p:txBody>
      </p:sp>
      <p:sp>
        <p:nvSpPr>
          <p:cNvPr id="343" name="path-96">
            <a:extLst>
              <a:ext uri="{FF2B5EF4-FFF2-40B4-BE49-F238E27FC236}">
                <a16:creationId xmlns:a16="http://schemas.microsoft.com/office/drawing/2014/main" id="{4A42A81D-4F1C-469E-A99D-9EBE0A9F85D3}"/>
              </a:ext>
            </a:extLst>
          </p:cNvPr>
          <p:cNvSpPr>
            <a:spLocks noGrp="1"/>
          </p:cNvSpPr>
          <p:nvPr/>
        </p:nvSpPr>
        <p:spPr>
          <a:xfrm>
            <a:off x="5686425" y="7058025"/>
            <a:ext cx="337185" cy="953"/>
          </a:xfrm>
          <a:custGeom>
            <a:avLst/>
            <a:gdLst/>
            <a:ahLst/>
            <a:cxnLst/>
            <a:rect l="0" t="0" r="0" b="0"/>
            <a:pathLst>
              <a:path w="337185" h="953">
                <a:moveTo>
                  <a:pt x="0" y="0"/>
                </a:moveTo>
                <a:lnTo>
                  <a:pt x="337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44" name="path-97">
            <a:extLst>
              <a:ext uri="{FF2B5EF4-FFF2-40B4-BE49-F238E27FC236}">
                <a16:creationId xmlns:a16="http://schemas.microsoft.com/office/drawing/2014/main" id="{1E4CE7E2-023D-43E9-9444-CA6C02D80DFC}"/>
              </a:ext>
            </a:extLst>
          </p:cNvPr>
          <p:cNvSpPr>
            <a:spLocks noGrp="1"/>
          </p:cNvSpPr>
          <p:nvPr/>
        </p:nvSpPr>
        <p:spPr>
          <a:xfrm>
            <a:off x="6000750" y="70123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45" name="learned-channel">
            <a:extLst>
              <a:ext uri="{FF2B5EF4-FFF2-40B4-BE49-F238E27FC236}">
                <a16:creationId xmlns:a16="http://schemas.microsoft.com/office/drawing/2014/main" id="{9FF49182-64AA-40F1-931B-155A8FAEE727}"/>
              </a:ext>
            </a:extLst>
          </p:cNvPr>
          <p:cNvSpPr>
            <a:spLocks noGrp="1"/>
          </p:cNvSpPr>
          <p:nvPr/>
        </p:nvSpPr>
        <p:spPr>
          <a:xfrm>
            <a:off x="6334125" y="6372225"/>
            <a:ext cx="1304925" cy="1371600"/>
          </a:xfrm>
          <a:prstGeom prst="rect">
            <a:avLst/>
          </a:prstGeom>
          <a:solidFill>
            <a:srgbClr val="F3F8FB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346" name="visual-98">
            <a:extLst>
              <a:ext uri="{FF2B5EF4-FFF2-40B4-BE49-F238E27FC236}">
                <a16:creationId xmlns:a16="http://schemas.microsoft.com/office/drawing/2014/main" id="{B37E0025-9B71-4313-9698-60CA0C5A5AE6}"/>
              </a:ext>
            </a:extLst>
          </p:cNvPr>
          <p:cNvSpPr>
            <a:spLocks noGrp="1"/>
          </p:cNvSpPr>
          <p:nvPr/>
        </p:nvSpPr>
        <p:spPr>
          <a:xfrm>
            <a:off x="6429375" y="64674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47" name="path-99">
            <a:extLst>
              <a:ext uri="{FF2B5EF4-FFF2-40B4-BE49-F238E27FC236}">
                <a16:creationId xmlns:a16="http://schemas.microsoft.com/office/drawing/2014/main" id="{581565A2-E925-4E1F-B117-3BA875136CD5}"/>
              </a:ext>
            </a:extLst>
          </p:cNvPr>
          <p:cNvSpPr>
            <a:spLocks noGrp="1"/>
          </p:cNvSpPr>
          <p:nvPr/>
        </p:nvSpPr>
        <p:spPr>
          <a:xfrm>
            <a:off x="6515100" y="6553200"/>
            <a:ext cx="66675" cy="953"/>
          </a:xfrm>
          <a:custGeom>
            <a:avLst/>
            <a:gdLst/>
            <a:ahLst/>
            <a:cxnLst/>
            <a:rect l="0" t="0" r="0" b="0"/>
            <a:pathLst>
              <a:path w="66675" h="953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48" name="visual-100">
            <a:extLst>
              <a:ext uri="{FF2B5EF4-FFF2-40B4-BE49-F238E27FC236}">
                <a16:creationId xmlns:a16="http://schemas.microsoft.com/office/drawing/2014/main" id="{4449D277-F02E-447A-96EE-CAF9AF5A1922}"/>
              </a:ext>
            </a:extLst>
          </p:cNvPr>
          <p:cNvSpPr>
            <a:spLocks noGrp="1"/>
          </p:cNvSpPr>
          <p:nvPr/>
        </p:nvSpPr>
        <p:spPr>
          <a:xfrm>
            <a:off x="6724650" y="64674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49" name="path-101">
            <a:extLst>
              <a:ext uri="{FF2B5EF4-FFF2-40B4-BE49-F238E27FC236}">
                <a16:creationId xmlns:a16="http://schemas.microsoft.com/office/drawing/2014/main" id="{D3E0B1B9-3A87-4248-A81F-099BE53E2A83}"/>
              </a:ext>
            </a:extLst>
          </p:cNvPr>
          <p:cNvSpPr>
            <a:spLocks noGrp="1"/>
          </p:cNvSpPr>
          <p:nvPr/>
        </p:nvSpPr>
        <p:spPr>
          <a:xfrm>
            <a:off x="6810375" y="6500972"/>
            <a:ext cx="41446" cy="52228"/>
          </a:xfrm>
          <a:custGeom>
            <a:avLst/>
            <a:gdLst/>
            <a:ahLst/>
            <a:cxnLst/>
            <a:rect l="0" t="0" r="0" b="0"/>
            <a:pathLst>
              <a:path w="41446" h="52228">
                <a:moveTo>
                  <a:pt x="0" y="52228"/>
                </a:moveTo>
                <a:lnTo>
                  <a:pt x="41446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0" name="visual-102">
            <a:extLst>
              <a:ext uri="{FF2B5EF4-FFF2-40B4-BE49-F238E27FC236}">
                <a16:creationId xmlns:a16="http://schemas.microsoft.com/office/drawing/2014/main" id="{7204F715-DE41-4D1C-B16B-9C43B7F73EAC}"/>
              </a:ext>
            </a:extLst>
          </p:cNvPr>
          <p:cNvSpPr>
            <a:spLocks noGrp="1"/>
          </p:cNvSpPr>
          <p:nvPr/>
        </p:nvSpPr>
        <p:spPr>
          <a:xfrm>
            <a:off x="7019925" y="64674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1" name="path-103">
            <a:extLst>
              <a:ext uri="{FF2B5EF4-FFF2-40B4-BE49-F238E27FC236}">
                <a16:creationId xmlns:a16="http://schemas.microsoft.com/office/drawing/2014/main" id="{7CECA0D0-1550-4538-9D0A-760D6F1AEB87}"/>
              </a:ext>
            </a:extLst>
          </p:cNvPr>
          <p:cNvSpPr>
            <a:spLocks noGrp="1"/>
          </p:cNvSpPr>
          <p:nvPr/>
        </p:nvSpPr>
        <p:spPr>
          <a:xfrm>
            <a:off x="7090501" y="6488269"/>
            <a:ext cx="15149" cy="64931"/>
          </a:xfrm>
          <a:custGeom>
            <a:avLst/>
            <a:gdLst/>
            <a:ahLst/>
            <a:cxnLst/>
            <a:rect l="0" t="0" r="0" b="0"/>
            <a:pathLst>
              <a:path w="15149" h="64931">
                <a:moveTo>
                  <a:pt x="15149" y="6493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2" name="visual-104">
            <a:extLst>
              <a:ext uri="{FF2B5EF4-FFF2-40B4-BE49-F238E27FC236}">
                <a16:creationId xmlns:a16="http://schemas.microsoft.com/office/drawing/2014/main" id="{70C2614C-615B-4DFB-AFE9-874B10327AFA}"/>
              </a:ext>
            </a:extLst>
          </p:cNvPr>
          <p:cNvSpPr>
            <a:spLocks noGrp="1"/>
          </p:cNvSpPr>
          <p:nvPr/>
        </p:nvSpPr>
        <p:spPr>
          <a:xfrm>
            <a:off x="7315200" y="64674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3" name="path-105">
            <a:extLst>
              <a:ext uri="{FF2B5EF4-FFF2-40B4-BE49-F238E27FC236}">
                <a16:creationId xmlns:a16="http://schemas.microsoft.com/office/drawing/2014/main" id="{8D44E5B3-A724-42A4-A968-C881F8F08DBF}"/>
              </a:ext>
            </a:extLst>
          </p:cNvPr>
          <p:cNvSpPr>
            <a:spLocks noGrp="1"/>
          </p:cNvSpPr>
          <p:nvPr/>
        </p:nvSpPr>
        <p:spPr>
          <a:xfrm>
            <a:off x="7340646" y="6524704"/>
            <a:ext cx="60279" cy="28496"/>
          </a:xfrm>
          <a:custGeom>
            <a:avLst/>
            <a:gdLst/>
            <a:ahLst/>
            <a:cxnLst/>
            <a:rect l="0" t="0" r="0" b="0"/>
            <a:pathLst>
              <a:path w="60279" h="28496">
                <a:moveTo>
                  <a:pt x="60279" y="28496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4" name="visual-106">
            <a:extLst>
              <a:ext uri="{FF2B5EF4-FFF2-40B4-BE49-F238E27FC236}">
                <a16:creationId xmlns:a16="http://schemas.microsoft.com/office/drawing/2014/main" id="{5C6DE0F9-B740-44FE-8589-28B7CF0049BB}"/>
              </a:ext>
            </a:extLst>
          </p:cNvPr>
          <p:cNvSpPr>
            <a:spLocks noGrp="1"/>
          </p:cNvSpPr>
          <p:nvPr/>
        </p:nvSpPr>
        <p:spPr>
          <a:xfrm>
            <a:off x="6429375" y="672465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55" name="path-107">
            <a:extLst>
              <a:ext uri="{FF2B5EF4-FFF2-40B4-BE49-F238E27FC236}">
                <a16:creationId xmlns:a16="http://schemas.microsoft.com/office/drawing/2014/main" id="{BAECDE2E-DDDD-4CB0-9F1A-29101297A410}"/>
              </a:ext>
            </a:extLst>
          </p:cNvPr>
          <p:cNvSpPr>
            <a:spLocks noGrp="1"/>
          </p:cNvSpPr>
          <p:nvPr/>
        </p:nvSpPr>
        <p:spPr>
          <a:xfrm>
            <a:off x="6515100" y="6774395"/>
            <a:ext cx="56134" cy="35980"/>
          </a:xfrm>
          <a:custGeom>
            <a:avLst/>
            <a:gdLst/>
            <a:ahLst/>
            <a:cxnLst/>
            <a:rect l="0" t="0" r="0" b="0"/>
            <a:pathLst>
              <a:path w="56134" h="35980">
                <a:moveTo>
                  <a:pt x="0" y="35980"/>
                </a:moveTo>
                <a:lnTo>
                  <a:pt x="56134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6" name="visual-108">
            <a:extLst>
              <a:ext uri="{FF2B5EF4-FFF2-40B4-BE49-F238E27FC236}">
                <a16:creationId xmlns:a16="http://schemas.microsoft.com/office/drawing/2014/main" id="{D30BC999-9294-4EDB-B75B-008385251FED}"/>
              </a:ext>
            </a:extLst>
          </p:cNvPr>
          <p:cNvSpPr>
            <a:spLocks noGrp="1"/>
          </p:cNvSpPr>
          <p:nvPr/>
        </p:nvSpPr>
        <p:spPr>
          <a:xfrm>
            <a:off x="6724650" y="672465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57" name="path-109">
            <a:extLst>
              <a:ext uri="{FF2B5EF4-FFF2-40B4-BE49-F238E27FC236}">
                <a16:creationId xmlns:a16="http://schemas.microsoft.com/office/drawing/2014/main" id="{4A7A2976-69B0-4B81-9B45-F6A6E213578C}"/>
              </a:ext>
            </a:extLst>
          </p:cNvPr>
          <p:cNvSpPr>
            <a:spLocks noGrp="1"/>
          </p:cNvSpPr>
          <p:nvPr/>
        </p:nvSpPr>
        <p:spPr>
          <a:xfrm>
            <a:off x="6810375" y="6744038"/>
            <a:ext cx="6709" cy="66337"/>
          </a:xfrm>
          <a:custGeom>
            <a:avLst/>
            <a:gdLst/>
            <a:ahLst/>
            <a:cxnLst/>
            <a:rect l="0" t="0" r="0" b="0"/>
            <a:pathLst>
              <a:path w="6709" h="66337">
                <a:moveTo>
                  <a:pt x="0" y="66337"/>
                </a:moveTo>
                <a:lnTo>
                  <a:pt x="6709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58" name="visual-110">
            <a:extLst>
              <a:ext uri="{FF2B5EF4-FFF2-40B4-BE49-F238E27FC236}">
                <a16:creationId xmlns:a16="http://schemas.microsoft.com/office/drawing/2014/main" id="{1F450705-88B3-4CB6-AB19-E0DC30DBC8D8}"/>
              </a:ext>
            </a:extLst>
          </p:cNvPr>
          <p:cNvSpPr>
            <a:spLocks noGrp="1"/>
          </p:cNvSpPr>
          <p:nvPr/>
        </p:nvSpPr>
        <p:spPr>
          <a:xfrm>
            <a:off x="7019925" y="672465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59" name="path-111">
            <a:extLst>
              <a:ext uri="{FF2B5EF4-FFF2-40B4-BE49-F238E27FC236}">
                <a16:creationId xmlns:a16="http://schemas.microsoft.com/office/drawing/2014/main" id="{83DC93A4-E04A-4DFD-B204-1AFF71E56845}"/>
              </a:ext>
            </a:extLst>
          </p:cNvPr>
          <p:cNvSpPr>
            <a:spLocks noGrp="1"/>
          </p:cNvSpPr>
          <p:nvPr/>
        </p:nvSpPr>
        <p:spPr>
          <a:xfrm>
            <a:off x="7057857" y="6763884"/>
            <a:ext cx="47793" cy="46491"/>
          </a:xfrm>
          <a:custGeom>
            <a:avLst/>
            <a:gdLst/>
            <a:ahLst/>
            <a:cxnLst/>
            <a:rect l="0" t="0" r="0" b="0"/>
            <a:pathLst>
              <a:path w="47793" h="46491">
                <a:moveTo>
                  <a:pt x="47793" y="4649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0" name="visual-112">
            <a:extLst>
              <a:ext uri="{FF2B5EF4-FFF2-40B4-BE49-F238E27FC236}">
                <a16:creationId xmlns:a16="http://schemas.microsoft.com/office/drawing/2014/main" id="{F2D1A714-D904-469D-9B98-4D14059F2757}"/>
              </a:ext>
            </a:extLst>
          </p:cNvPr>
          <p:cNvSpPr>
            <a:spLocks noGrp="1"/>
          </p:cNvSpPr>
          <p:nvPr/>
        </p:nvSpPr>
        <p:spPr>
          <a:xfrm>
            <a:off x="7315200" y="672465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1" name="path-113">
            <a:extLst>
              <a:ext uri="{FF2B5EF4-FFF2-40B4-BE49-F238E27FC236}">
                <a16:creationId xmlns:a16="http://schemas.microsoft.com/office/drawing/2014/main" id="{05083529-76A4-4E62-B1E8-6FEBA74B912B}"/>
              </a:ext>
            </a:extLst>
          </p:cNvPr>
          <p:cNvSpPr>
            <a:spLocks noGrp="1"/>
          </p:cNvSpPr>
          <p:nvPr/>
        </p:nvSpPr>
        <p:spPr>
          <a:xfrm>
            <a:off x="7334799" y="6810375"/>
            <a:ext cx="66126" cy="8538"/>
          </a:xfrm>
          <a:custGeom>
            <a:avLst/>
            <a:gdLst/>
            <a:ahLst/>
            <a:cxnLst/>
            <a:rect l="0" t="0" r="0" b="0"/>
            <a:pathLst>
              <a:path w="66126" h="8538">
                <a:moveTo>
                  <a:pt x="66126" y="0"/>
                </a:moveTo>
                <a:lnTo>
                  <a:pt x="0" y="8538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2" name="visual-114">
            <a:extLst>
              <a:ext uri="{FF2B5EF4-FFF2-40B4-BE49-F238E27FC236}">
                <a16:creationId xmlns:a16="http://schemas.microsoft.com/office/drawing/2014/main" id="{0D18B2FB-A761-4027-A3BC-38A6A20510E4}"/>
              </a:ext>
            </a:extLst>
          </p:cNvPr>
          <p:cNvSpPr>
            <a:spLocks noGrp="1"/>
          </p:cNvSpPr>
          <p:nvPr/>
        </p:nvSpPr>
        <p:spPr>
          <a:xfrm>
            <a:off x="6429375" y="698182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63" name="path-115">
            <a:extLst>
              <a:ext uri="{FF2B5EF4-FFF2-40B4-BE49-F238E27FC236}">
                <a16:creationId xmlns:a16="http://schemas.microsoft.com/office/drawing/2014/main" id="{5FB51DBE-F8D3-48FD-BF2A-49935E0676D3}"/>
              </a:ext>
            </a:extLst>
          </p:cNvPr>
          <p:cNvSpPr>
            <a:spLocks noGrp="1"/>
          </p:cNvSpPr>
          <p:nvPr/>
        </p:nvSpPr>
        <p:spPr>
          <a:xfrm>
            <a:off x="6515100" y="7006967"/>
            <a:ext cx="27843" cy="60583"/>
          </a:xfrm>
          <a:custGeom>
            <a:avLst/>
            <a:gdLst/>
            <a:ahLst/>
            <a:cxnLst/>
            <a:rect l="0" t="0" r="0" b="0"/>
            <a:pathLst>
              <a:path w="27843" h="60583">
                <a:moveTo>
                  <a:pt x="0" y="60583"/>
                </a:moveTo>
                <a:lnTo>
                  <a:pt x="27843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4" name="visual-116">
            <a:extLst>
              <a:ext uri="{FF2B5EF4-FFF2-40B4-BE49-F238E27FC236}">
                <a16:creationId xmlns:a16="http://schemas.microsoft.com/office/drawing/2014/main" id="{4CC80D8F-0B60-4036-9FD9-24E10CE39D1C}"/>
              </a:ext>
            </a:extLst>
          </p:cNvPr>
          <p:cNvSpPr>
            <a:spLocks noGrp="1"/>
          </p:cNvSpPr>
          <p:nvPr/>
        </p:nvSpPr>
        <p:spPr>
          <a:xfrm>
            <a:off x="6724650" y="698182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65" name="path-117">
            <a:extLst>
              <a:ext uri="{FF2B5EF4-FFF2-40B4-BE49-F238E27FC236}">
                <a16:creationId xmlns:a16="http://schemas.microsoft.com/office/drawing/2014/main" id="{2C04E15B-8EEB-46D8-BA7F-8B4F27C23986}"/>
              </a:ext>
            </a:extLst>
          </p:cNvPr>
          <p:cNvSpPr>
            <a:spLocks noGrp="1"/>
          </p:cNvSpPr>
          <p:nvPr/>
        </p:nvSpPr>
        <p:spPr>
          <a:xfrm>
            <a:off x="6780226" y="7008081"/>
            <a:ext cx="30149" cy="59469"/>
          </a:xfrm>
          <a:custGeom>
            <a:avLst/>
            <a:gdLst/>
            <a:ahLst/>
            <a:cxnLst/>
            <a:rect l="0" t="0" r="0" b="0"/>
            <a:pathLst>
              <a:path w="30149" h="59469">
                <a:moveTo>
                  <a:pt x="30149" y="59469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6" name="visual-118">
            <a:extLst>
              <a:ext uri="{FF2B5EF4-FFF2-40B4-BE49-F238E27FC236}">
                <a16:creationId xmlns:a16="http://schemas.microsoft.com/office/drawing/2014/main" id="{1E075609-DEDB-4B7F-996C-3DE511B3FA42}"/>
              </a:ext>
            </a:extLst>
          </p:cNvPr>
          <p:cNvSpPr>
            <a:spLocks noGrp="1"/>
          </p:cNvSpPr>
          <p:nvPr/>
        </p:nvSpPr>
        <p:spPr>
          <a:xfrm>
            <a:off x="7019925" y="698182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67" name="path-119">
            <a:extLst>
              <a:ext uri="{FF2B5EF4-FFF2-40B4-BE49-F238E27FC236}">
                <a16:creationId xmlns:a16="http://schemas.microsoft.com/office/drawing/2014/main" id="{7D380083-A7C0-430D-ACDB-197BA3FFDC67}"/>
              </a:ext>
            </a:extLst>
          </p:cNvPr>
          <p:cNvSpPr>
            <a:spLocks noGrp="1"/>
          </p:cNvSpPr>
          <p:nvPr/>
        </p:nvSpPr>
        <p:spPr>
          <a:xfrm>
            <a:off x="7040325" y="7054200"/>
            <a:ext cx="65325" cy="13350"/>
          </a:xfrm>
          <a:custGeom>
            <a:avLst/>
            <a:gdLst/>
            <a:ahLst/>
            <a:cxnLst/>
            <a:rect l="0" t="0" r="0" b="0"/>
            <a:pathLst>
              <a:path w="65325" h="13350">
                <a:moveTo>
                  <a:pt x="65325" y="133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68" name="visual-120">
            <a:extLst>
              <a:ext uri="{FF2B5EF4-FFF2-40B4-BE49-F238E27FC236}">
                <a16:creationId xmlns:a16="http://schemas.microsoft.com/office/drawing/2014/main" id="{2FB22AAD-EF85-4EFF-A4DB-DD1B8091ABBC}"/>
              </a:ext>
            </a:extLst>
          </p:cNvPr>
          <p:cNvSpPr>
            <a:spLocks noGrp="1"/>
          </p:cNvSpPr>
          <p:nvPr/>
        </p:nvSpPr>
        <p:spPr>
          <a:xfrm>
            <a:off x="7315200" y="698182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69" name="path-121">
            <a:extLst>
              <a:ext uri="{FF2B5EF4-FFF2-40B4-BE49-F238E27FC236}">
                <a16:creationId xmlns:a16="http://schemas.microsoft.com/office/drawing/2014/main" id="{C026C628-2201-4EAB-AD7F-E48A5DB9DD6A}"/>
              </a:ext>
            </a:extLst>
          </p:cNvPr>
          <p:cNvSpPr>
            <a:spLocks noGrp="1"/>
          </p:cNvSpPr>
          <p:nvPr/>
        </p:nvSpPr>
        <p:spPr>
          <a:xfrm>
            <a:off x="7349861" y="7067550"/>
            <a:ext cx="51064" cy="42872"/>
          </a:xfrm>
          <a:custGeom>
            <a:avLst/>
            <a:gdLst/>
            <a:ahLst/>
            <a:cxnLst/>
            <a:rect l="0" t="0" r="0" b="0"/>
            <a:pathLst>
              <a:path w="51064" h="42872">
                <a:moveTo>
                  <a:pt x="51064" y="0"/>
                </a:moveTo>
                <a:lnTo>
                  <a:pt x="0" y="4287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0" name="visual-122">
            <a:extLst>
              <a:ext uri="{FF2B5EF4-FFF2-40B4-BE49-F238E27FC236}">
                <a16:creationId xmlns:a16="http://schemas.microsoft.com/office/drawing/2014/main" id="{8CF83F06-2F09-4D76-9997-708B528F5A16}"/>
              </a:ext>
            </a:extLst>
          </p:cNvPr>
          <p:cNvSpPr>
            <a:spLocks noGrp="1"/>
          </p:cNvSpPr>
          <p:nvPr/>
        </p:nvSpPr>
        <p:spPr>
          <a:xfrm>
            <a:off x="6429375" y="7239000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71" name="path-123">
            <a:extLst>
              <a:ext uri="{FF2B5EF4-FFF2-40B4-BE49-F238E27FC236}">
                <a16:creationId xmlns:a16="http://schemas.microsoft.com/office/drawing/2014/main" id="{20A32C92-91CF-4635-9DE2-61575F1E982A}"/>
              </a:ext>
            </a:extLst>
          </p:cNvPr>
          <p:cNvSpPr>
            <a:spLocks noGrp="1"/>
          </p:cNvSpPr>
          <p:nvPr/>
        </p:nvSpPr>
        <p:spPr>
          <a:xfrm>
            <a:off x="6505849" y="7258695"/>
            <a:ext cx="9251" cy="66030"/>
          </a:xfrm>
          <a:custGeom>
            <a:avLst/>
            <a:gdLst/>
            <a:ahLst/>
            <a:cxnLst/>
            <a:rect l="0" t="0" r="0" b="0"/>
            <a:pathLst>
              <a:path w="9251" h="66030">
                <a:moveTo>
                  <a:pt x="9251" y="6603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2" name="visual-124">
            <a:extLst>
              <a:ext uri="{FF2B5EF4-FFF2-40B4-BE49-F238E27FC236}">
                <a16:creationId xmlns:a16="http://schemas.microsoft.com/office/drawing/2014/main" id="{361EE620-D831-4C84-9570-A2242D1105F6}"/>
              </a:ext>
            </a:extLst>
          </p:cNvPr>
          <p:cNvSpPr>
            <a:spLocks noGrp="1"/>
          </p:cNvSpPr>
          <p:nvPr/>
        </p:nvSpPr>
        <p:spPr>
          <a:xfrm>
            <a:off x="6724650" y="7239000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3" name="path-125">
            <a:extLst>
              <a:ext uri="{FF2B5EF4-FFF2-40B4-BE49-F238E27FC236}">
                <a16:creationId xmlns:a16="http://schemas.microsoft.com/office/drawing/2014/main" id="{B768B48D-F237-40C2-9E0A-6E736A35229B}"/>
              </a:ext>
            </a:extLst>
          </p:cNvPr>
          <p:cNvSpPr>
            <a:spLocks noGrp="1"/>
          </p:cNvSpPr>
          <p:nvPr/>
        </p:nvSpPr>
        <p:spPr>
          <a:xfrm>
            <a:off x="6752901" y="7290927"/>
            <a:ext cx="57474" cy="33798"/>
          </a:xfrm>
          <a:custGeom>
            <a:avLst/>
            <a:gdLst/>
            <a:ahLst/>
            <a:cxnLst/>
            <a:rect l="0" t="0" r="0" b="0"/>
            <a:pathLst>
              <a:path w="57474" h="33798">
                <a:moveTo>
                  <a:pt x="57474" y="337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4" name="visual-126">
            <a:extLst>
              <a:ext uri="{FF2B5EF4-FFF2-40B4-BE49-F238E27FC236}">
                <a16:creationId xmlns:a16="http://schemas.microsoft.com/office/drawing/2014/main" id="{C4DD1A20-0313-4DAD-984D-FDD05AD09EA6}"/>
              </a:ext>
            </a:extLst>
          </p:cNvPr>
          <p:cNvSpPr>
            <a:spLocks noGrp="1"/>
          </p:cNvSpPr>
          <p:nvPr/>
        </p:nvSpPr>
        <p:spPr>
          <a:xfrm>
            <a:off x="7019925" y="7239000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75" name="path-127">
            <a:extLst>
              <a:ext uri="{FF2B5EF4-FFF2-40B4-BE49-F238E27FC236}">
                <a16:creationId xmlns:a16="http://schemas.microsoft.com/office/drawing/2014/main" id="{778E4D80-5736-4AFE-9ADE-327292B7A6A6}"/>
              </a:ext>
            </a:extLst>
          </p:cNvPr>
          <p:cNvSpPr>
            <a:spLocks noGrp="1"/>
          </p:cNvSpPr>
          <p:nvPr/>
        </p:nvSpPr>
        <p:spPr>
          <a:xfrm>
            <a:off x="7043449" y="7324725"/>
            <a:ext cx="62201" cy="24012"/>
          </a:xfrm>
          <a:custGeom>
            <a:avLst/>
            <a:gdLst/>
            <a:ahLst/>
            <a:cxnLst/>
            <a:rect l="0" t="0" r="0" b="0"/>
            <a:pathLst>
              <a:path w="62201" h="24012">
                <a:moveTo>
                  <a:pt x="62201" y="0"/>
                </a:moveTo>
                <a:lnTo>
                  <a:pt x="0" y="2401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6" name="visual-128">
            <a:extLst>
              <a:ext uri="{FF2B5EF4-FFF2-40B4-BE49-F238E27FC236}">
                <a16:creationId xmlns:a16="http://schemas.microsoft.com/office/drawing/2014/main" id="{64FC9F41-1734-40CC-B33F-ACECE6553FBA}"/>
              </a:ext>
            </a:extLst>
          </p:cNvPr>
          <p:cNvSpPr>
            <a:spLocks noGrp="1"/>
          </p:cNvSpPr>
          <p:nvPr/>
        </p:nvSpPr>
        <p:spPr>
          <a:xfrm>
            <a:off x="7315200" y="7239000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77" name="path-129">
            <a:extLst>
              <a:ext uri="{FF2B5EF4-FFF2-40B4-BE49-F238E27FC236}">
                <a16:creationId xmlns:a16="http://schemas.microsoft.com/office/drawing/2014/main" id="{9EB693CF-1F8C-4818-B225-621F41CD2929}"/>
              </a:ext>
            </a:extLst>
          </p:cNvPr>
          <p:cNvSpPr>
            <a:spLocks noGrp="1"/>
          </p:cNvSpPr>
          <p:nvPr/>
        </p:nvSpPr>
        <p:spPr>
          <a:xfrm>
            <a:off x="7381069" y="7324725"/>
            <a:ext cx="19856" cy="63650"/>
          </a:xfrm>
          <a:custGeom>
            <a:avLst/>
            <a:gdLst/>
            <a:ahLst/>
            <a:cxnLst/>
            <a:rect l="0" t="0" r="0" b="0"/>
            <a:pathLst>
              <a:path w="19856" h="63650">
                <a:moveTo>
                  <a:pt x="19856" y="0"/>
                </a:moveTo>
                <a:lnTo>
                  <a:pt x="0" y="6365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78" name="visual-130">
            <a:extLst>
              <a:ext uri="{FF2B5EF4-FFF2-40B4-BE49-F238E27FC236}">
                <a16:creationId xmlns:a16="http://schemas.microsoft.com/office/drawing/2014/main" id="{F9507919-17A5-47E8-BA6E-DCA1E557BE04}"/>
              </a:ext>
            </a:extLst>
          </p:cNvPr>
          <p:cNvSpPr>
            <a:spLocks noGrp="1"/>
          </p:cNvSpPr>
          <p:nvPr/>
        </p:nvSpPr>
        <p:spPr>
          <a:xfrm>
            <a:off x="6429375" y="7496175"/>
            <a:ext cx="171450" cy="171450"/>
          </a:xfrm>
          <a:prstGeom prst="ellipse">
            <a:avLst/>
          </a:prstGeom>
          <a:solidFill>
            <a:srgbClr val="ABC6D9"/>
          </a:solidFill>
          <a:ln w="0">
            <a:noFill/>
            <a:prstDash val="solid"/>
          </a:ln>
        </p:spPr>
      </p:sp>
      <p:sp>
        <p:nvSpPr>
          <p:cNvPr id="379" name="path-131">
            <a:extLst>
              <a:ext uri="{FF2B5EF4-FFF2-40B4-BE49-F238E27FC236}">
                <a16:creationId xmlns:a16="http://schemas.microsoft.com/office/drawing/2014/main" id="{505CCDF6-4DDD-48F5-8252-2A8284E64207}"/>
              </a:ext>
            </a:extLst>
          </p:cNvPr>
          <p:cNvSpPr>
            <a:spLocks noGrp="1"/>
          </p:cNvSpPr>
          <p:nvPr/>
        </p:nvSpPr>
        <p:spPr>
          <a:xfrm>
            <a:off x="6471679" y="7531302"/>
            <a:ext cx="43421" cy="50598"/>
          </a:xfrm>
          <a:custGeom>
            <a:avLst/>
            <a:gdLst/>
            <a:ahLst/>
            <a:cxnLst/>
            <a:rect l="0" t="0" r="0" b="0"/>
            <a:pathLst>
              <a:path w="43421" h="50598">
                <a:moveTo>
                  <a:pt x="43421" y="50598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0" name="visual-132">
            <a:extLst>
              <a:ext uri="{FF2B5EF4-FFF2-40B4-BE49-F238E27FC236}">
                <a16:creationId xmlns:a16="http://schemas.microsoft.com/office/drawing/2014/main" id="{C37D240E-783C-4D32-96C7-1E526AEB2070}"/>
              </a:ext>
            </a:extLst>
          </p:cNvPr>
          <p:cNvSpPr>
            <a:spLocks noGrp="1"/>
          </p:cNvSpPr>
          <p:nvPr/>
        </p:nvSpPr>
        <p:spPr>
          <a:xfrm>
            <a:off x="6724650" y="7496175"/>
            <a:ext cx="171450" cy="171450"/>
          </a:xfrm>
          <a:prstGeom prst="ellipse">
            <a:avLst/>
          </a:prstGeom>
          <a:solidFill>
            <a:srgbClr val="89AFC8"/>
          </a:solidFill>
          <a:ln w="0">
            <a:noFill/>
            <a:prstDash val="solid"/>
          </a:ln>
        </p:spPr>
      </p:sp>
      <p:sp>
        <p:nvSpPr>
          <p:cNvPr id="381" name="path-133">
            <a:extLst>
              <a:ext uri="{FF2B5EF4-FFF2-40B4-BE49-F238E27FC236}">
                <a16:creationId xmlns:a16="http://schemas.microsoft.com/office/drawing/2014/main" id="{DCBA16DB-7023-47DD-9C99-743E1DED5C82}"/>
              </a:ext>
            </a:extLst>
          </p:cNvPr>
          <p:cNvSpPr>
            <a:spLocks noGrp="1"/>
          </p:cNvSpPr>
          <p:nvPr/>
        </p:nvSpPr>
        <p:spPr>
          <a:xfrm>
            <a:off x="6743749" y="7581900"/>
            <a:ext cx="66626" cy="2560"/>
          </a:xfrm>
          <a:custGeom>
            <a:avLst/>
            <a:gdLst/>
            <a:ahLst/>
            <a:cxnLst/>
            <a:rect l="0" t="0" r="0" b="0"/>
            <a:pathLst>
              <a:path w="66626" h="2560">
                <a:moveTo>
                  <a:pt x="66626" y="0"/>
                </a:moveTo>
                <a:lnTo>
                  <a:pt x="0" y="2560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2" name="visual-134">
            <a:extLst>
              <a:ext uri="{FF2B5EF4-FFF2-40B4-BE49-F238E27FC236}">
                <a16:creationId xmlns:a16="http://schemas.microsoft.com/office/drawing/2014/main" id="{FA413C34-87EC-4FAB-9B0C-F9F89D39B148}"/>
              </a:ext>
            </a:extLst>
          </p:cNvPr>
          <p:cNvSpPr>
            <a:spLocks noGrp="1"/>
          </p:cNvSpPr>
          <p:nvPr/>
        </p:nvSpPr>
        <p:spPr>
          <a:xfrm>
            <a:off x="7019925" y="7496175"/>
            <a:ext cx="171450" cy="171450"/>
          </a:xfrm>
          <a:prstGeom prst="ellipse">
            <a:avLst/>
          </a:prstGeom>
          <a:solidFill>
            <a:srgbClr val="6798B7"/>
          </a:solidFill>
          <a:ln w="0">
            <a:noFill/>
            <a:prstDash val="solid"/>
          </a:ln>
        </p:spPr>
      </p:sp>
      <p:sp>
        <p:nvSpPr>
          <p:cNvPr id="383" name="path-135">
            <a:extLst>
              <a:ext uri="{FF2B5EF4-FFF2-40B4-BE49-F238E27FC236}">
                <a16:creationId xmlns:a16="http://schemas.microsoft.com/office/drawing/2014/main" id="{C4C16018-5E33-48C6-838B-AC07E6CE58F1}"/>
              </a:ext>
            </a:extLst>
          </p:cNvPr>
          <p:cNvSpPr>
            <a:spLocks noGrp="1"/>
          </p:cNvSpPr>
          <p:nvPr/>
        </p:nvSpPr>
        <p:spPr>
          <a:xfrm>
            <a:off x="7066240" y="7581900"/>
            <a:ext cx="39410" cy="53781"/>
          </a:xfrm>
          <a:custGeom>
            <a:avLst/>
            <a:gdLst/>
            <a:ahLst/>
            <a:cxnLst/>
            <a:rect l="0" t="0" r="0" b="0"/>
            <a:pathLst>
              <a:path w="39410" h="53781">
                <a:moveTo>
                  <a:pt x="39410" y="0"/>
                </a:moveTo>
                <a:lnTo>
                  <a:pt x="0" y="53781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4" name="visual-136">
            <a:extLst>
              <a:ext uri="{FF2B5EF4-FFF2-40B4-BE49-F238E27FC236}">
                <a16:creationId xmlns:a16="http://schemas.microsoft.com/office/drawing/2014/main" id="{2419AA4C-4B18-4384-96DC-F92B6340C8E6}"/>
              </a:ext>
            </a:extLst>
          </p:cNvPr>
          <p:cNvSpPr>
            <a:spLocks noGrp="1"/>
          </p:cNvSpPr>
          <p:nvPr/>
        </p:nvSpPr>
        <p:spPr>
          <a:xfrm>
            <a:off x="7315200" y="7496175"/>
            <a:ext cx="171450" cy="171450"/>
          </a:xfrm>
          <a:prstGeom prst="ellipse">
            <a:avLst/>
          </a:prstGeom>
          <a:solidFill>
            <a:srgbClr val="4480A6"/>
          </a:solidFill>
          <a:ln w="0">
            <a:noFill/>
            <a:prstDash val="solid"/>
          </a:ln>
        </p:spPr>
      </p:sp>
      <p:sp>
        <p:nvSpPr>
          <p:cNvPr id="385" name="path-137">
            <a:extLst>
              <a:ext uri="{FF2B5EF4-FFF2-40B4-BE49-F238E27FC236}">
                <a16:creationId xmlns:a16="http://schemas.microsoft.com/office/drawing/2014/main" id="{85217669-56DA-4A77-A3F2-2C3AA71609BE}"/>
              </a:ext>
            </a:extLst>
          </p:cNvPr>
          <p:cNvSpPr>
            <a:spLocks noGrp="1"/>
          </p:cNvSpPr>
          <p:nvPr/>
        </p:nvSpPr>
        <p:spPr>
          <a:xfrm>
            <a:off x="7400925" y="7581900"/>
            <a:ext cx="17631" cy="64302"/>
          </a:xfrm>
          <a:custGeom>
            <a:avLst/>
            <a:gdLst/>
            <a:ahLst/>
            <a:cxnLst/>
            <a:rect l="0" t="0" r="0" b="0"/>
            <a:pathLst>
              <a:path w="17631" h="64302">
                <a:moveTo>
                  <a:pt x="0" y="0"/>
                </a:moveTo>
                <a:lnTo>
                  <a:pt x="17631" y="64302"/>
                </a:lnTo>
              </a:path>
            </a:pathLst>
          </a:cu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386" name="visual-138">
            <a:extLst>
              <a:ext uri="{FF2B5EF4-FFF2-40B4-BE49-F238E27FC236}">
                <a16:creationId xmlns:a16="http://schemas.microsoft.com/office/drawing/2014/main" id="{79D77F63-7747-4F9D-9616-38BC89CC630C}"/>
              </a:ext>
            </a:extLst>
          </p:cNvPr>
          <p:cNvSpPr>
            <a:spLocks noGrp="1"/>
          </p:cNvSpPr>
          <p:nvPr/>
        </p:nvSpPr>
        <p:spPr>
          <a:xfrm>
            <a:off x="5991225" y="80010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Learned channel</a:t>
            </a:r>
          </a:p>
        </p:txBody>
      </p:sp>
      <p:sp>
        <p:nvSpPr>
          <p:cNvPr id="387" name="visual-139">
            <a:extLst>
              <a:ext uri="{FF2B5EF4-FFF2-40B4-BE49-F238E27FC236}">
                <a16:creationId xmlns:a16="http://schemas.microsoft.com/office/drawing/2014/main" id="{798DD1BE-C3AA-46B7-9693-9EC4F50F0041}"/>
              </a:ext>
            </a:extLst>
          </p:cNvPr>
          <p:cNvSpPr>
            <a:spLocks noGrp="1"/>
          </p:cNvSpPr>
          <p:nvPr/>
        </p:nvSpPr>
        <p:spPr>
          <a:xfrm>
            <a:off x="5867400" y="8353425"/>
            <a:ext cx="2305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Directions + gains</a:t>
            </a:r>
          </a:p>
        </p:txBody>
      </p:sp>
      <p:sp>
        <p:nvSpPr>
          <p:cNvPr id="388" name="visual-140">
            <a:extLst>
              <a:ext uri="{FF2B5EF4-FFF2-40B4-BE49-F238E27FC236}">
                <a16:creationId xmlns:a16="http://schemas.microsoft.com/office/drawing/2014/main" id="{5EEF838C-1FE0-42AB-8455-7CBD9304B679}"/>
              </a:ext>
            </a:extLst>
          </p:cNvPr>
          <p:cNvSpPr>
            <a:spLocks noGrp="1"/>
          </p:cNvSpPr>
          <p:nvPr/>
        </p:nvSpPr>
        <p:spPr>
          <a:xfrm>
            <a:off x="8953500" y="4848225"/>
            <a:ext cx="7820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II   Recover the baseband symbols</a:t>
            </a:r>
          </a:p>
        </p:txBody>
      </p:sp>
      <p:sp>
        <p:nvSpPr>
          <p:cNvPr id="389" name="visual-141">
            <a:extLst>
              <a:ext uri="{FF2B5EF4-FFF2-40B4-BE49-F238E27FC236}">
                <a16:creationId xmlns:a16="http://schemas.microsoft.com/office/drawing/2014/main" id="{294DAABE-97CE-4C36-BA21-C9E3138FB196}"/>
              </a:ext>
            </a:extLst>
          </p:cNvPr>
          <p:cNvSpPr>
            <a:spLocks noGrp="1"/>
          </p:cNvSpPr>
          <p:nvPr/>
        </p:nvSpPr>
        <p:spPr>
          <a:xfrm>
            <a:off x="8963025" y="53530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phase retrieval</a:t>
            </a:r>
          </a:p>
        </p:txBody>
      </p:sp>
      <p:sp>
        <p:nvSpPr>
          <p:cNvPr id="390" name="visual-142">
            <a:extLst>
              <a:ext uri="{FF2B5EF4-FFF2-40B4-BE49-F238E27FC236}">
                <a16:creationId xmlns:a16="http://schemas.microsoft.com/office/drawing/2014/main" id="{9E4D979B-B05D-4996-8C94-0B7CE859E92A}"/>
              </a:ext>
            </a:extLst>
          </p:cNvPr>
          <p:cNvSpPr>
            <a:spLocks noGrp="1"/>
          </p:cNvSpPr>
          <p:nvPr/>
        </p:nvSpPr>
        <p:spPr>
          <a:xfrm>
            <a:off x="9153525" y="6315075"/>
            <a:ext cx="1247775" cy="1276350"/>
          </a:xfrm>
          <a:prstGeom prst="rect">
            <a:avLst/>
          </a:prstGeom>
          <a:solidFill>
            <a:srgbClr val="FFFFFF"/>
          </a:solidFill>
          <a:ln w="13335">
            <a:solidFill>
              <a:srgbClr val="56788E"/>
            </a:solidFill>
            <a:prstDash val="solid"/>
          </a:ln>
        </p:spPr>
      </p:sp>
      <p:sp>
        <p:nvSpPr>
          <p:cNvPr id="391" name="data-pattern-0-0">
            <a:extLst>
              <a:ext uri="{FF2B5EF4-FFF2-40B4-BE49-F238E27FC236}">
                <a16:creationId xmlns:a16="http://schemas.microsoft.com/office/drawing/2014/main" id="{71F0E24F-F7BF-4FD7-8F3E-1C0E3F7D8E91}"/>
              </a:ext>
            </a:extLst>
          </p:cNvPr>
          <p:cNvSpPr>
            <a:spLocks noGrp="1"/>
          </p:cNvSpPr>
          <p:nvPr/>
        </p:nvSpPr>
        <p:spPr>
          <a:xfrm>
            <a:off x="92297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2" name="data-pattern-0-1">
            <a:extLst>
              <a:ext uri="{FF2B5EF4-FFF2-40B4-BE49-F238E27FC236}">
                <a16:creationId xmlns:a16="http://schemas.microsoft.com/office/drawing/2014/main" id="{AB9B7E83-D7F8-4C87-A9B5-AAA0D817C313}"/>
              </a:ext>
            </a:extLst>
          </p:cNvPr>
          <p:cNvSpPr>
            <a:spLocks noGrp="1"/>
          </p:cNvSpPr>
          <p:nvPr/>
        </p:nvSpPr>
        <p:spPr>
          <a:xfrm>
            <a:off x="944880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3" name="data-pattern-0-2">
            <a:extLst>
              <a:ext uri="{FF2B5EF4-FFF2-40B4-BE49-F238E27FC236}">
                <a16:creationId xmlns:a16="http://schemas.microsoft.com/office/drawing/2014/main" id="{0FF66B55-5E94-44A7-9C97-4ED9250A9C1A}"/>
              </a:ext>
            </a:extLst>
          </p:cNvPr>
          <p:cNvSpPr>
            <a:spLocks noGrp="1"/>
          </p:cNvSpPr>
          <p:nvPr/>
        </p:nvSpPr>
        <p:spPr>
          <a:xfrm>
            <a:off x="966787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4" name="data-pattern-0-3">
            <a:extLst>
              <a:ext uri="{FF2B5EF4-FFF2-40B4-BE49-F238E27FC236}">
                <a16:creationId xmlns:a16="http://schemas.microsoft.com/office/drawing/2014/main" id="{A240784F-D7CB-4FFF-B93F-1B3A35309C1B}"/>
              </a:ext>
            </a:extLst>
          </p:cNvPr>
          <p:cNvSpPr>
            <a:spLocks noGrp="1"/>
          </p:cNvSpPr>
          <p:nvPr/>
        </p:nvSpPr>
        <p:spPr>
          <a:xfrm>
            <a:off x="9886950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7C0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5" name="data-pattern-0-4">
            <a:extLst>
              <a:ext uri="{FF2B5EF4-FFF2-40B4-BE49-F238E27FC236}">
                <a16:creationId xmlns:a16="http://schemas.microsoft.com/office/drawing/2014/main" id="{392E5EEC-BC34-4F7F-AED1-7678D91FCE8A}"/>
              </a:ext>
            </a:extLst>
          </p:cNvPr>
          <p:cNvSpPr>
            <a:spLocks noGrp="1"/>
          </p:cNvSpPr>
          <p:nvPr/>
        </p:nvSpPr>
        <p:spPr>
          <a:xfrm>
            <a:off x="10106025" y="63912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8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6" name="data-pattern-1-0">
            <a:extLst>
              <a:ext uri="{FF2B5EF4-FFF2-40B4-BE49-F238E27FC236}">
                <a16:creationId xmlns:a16="http://schemas.microsoft.com/office/drawing/2014/main" id="{065CFD22-2E61-479F-BE08-F2CAEBD03784}"/>
              </a:ext>
            </a:extLst>
          </p:cNvPr>
          <p:cNvSpPr>
            <a:spLocks noGrp="1"/>
          </p:cNvSpPr>
          <p:nvPr/>
        </p:nvSpPr>
        <p:spPr>
          <a:xfrm>
            <a:off x="92297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7" name="data-pattern-1-1">
            <a:extLst>
              <a:ext uri="{FF2B5EF4-FFF2-40B4-BE49-F238E27FC236}">
                <a16:creationId xmlns:a16="http://schemas.microsoft.com/office/drawing/2014/main" id="{FD4CB400-3728-4FD2-B7E5-08E40CF0115E}"/>
              </a:ext>
            </a:extLst>
          </p:cNvPr>
          <p:cNvSpPr>
            <a:spLocks noGrp="1"/>
          </p:cNvSpPr>
          <p:nvPr/>
        </p:nvSpPr>
        <p:spPr>
          <a:xfrm>
            <a:off x="944880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8" name="data-pattern-1-2">
            <a:extLst>
              <a:ext uri="{FF2B5EF4-FFF2-40B4-BE49-F238E27FC236}">
                <a16:creationId xmlns:a16="http://schemas.microsoft.com/office/drawing/2014/main" id="{8483F4F1-7683-43E0-9571-E866C78CBC93}"/>
              </a:ext>
            </a:extLst>
          </p:cNvPr>
          <p:cNvSpPr>
            <a:spLocks noGrp="1"/>
          </p:cNvSpPr>
          <p:nvPr/>
        </p:nvSpPr>
        <p:spPr>
          <a:xfrm>
            <a:off x="966787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99" name="data-pattern-1-3">
            <a:extLst>
              <a:ext uri="{FF2B5EF4-FFF2-40B4-BE49-F238E27FC236}">
                <a16:creationId xmlns:a16="http://schemas.microsoft.com/office/drawing/2014/main" id="{94CD3B88-DE89-490A-A298-C5853F66C9FF}"/>
              </a:ext>
            </a:extLst>
          </p:cNvPr>
          <p:cNvSpPr>
            <a:spLocks noGrp="1"/>
          </p:cNvSpPr>
          <p:nvPr/>
        </p:nvSpPr>
        <p:spPr>
          <a:xfrm>
            <a:off x="9886950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6791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data-pattern-1-4">
            <a:extLst>
              <a:ext uri="{FF2B5EF4-FFF2-40B4-BE49-F238E27FC236}">
                <a16:creationId xmlns:a16="http://schemas.microsoft.com/office/drawing/2014/main" id="{28ECCF35-9D73-4D98-BC1C-AB79529BB2CA}"/>
              </a:ext>
            </a:extLst>
          </p:cNvPr>
          <p:cNvSpPr>
            <a:spLocks noGrp="1"/>
          </p:cNvSpPr>
          <p:nvPr/>
        </p:nvSpPr>
        <p:spPr>
          <a:xfrm>
            <a:off x="10106025" y="661035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1" name="data-pattern-2-0">
            <a:extLst>
              <a:ext uri="{FF2B5EF4-FFF2-40B4-BE49-F238E27FC236}">
                <a16:creationId xmlns:a16="http://schemas.microsoft.com/office/drawing/2014/main" id="{80E26D2E-DC9B-4FCA-8BD3-B18B7FE12464}"/>
              </a:ext>
            </a:extLst>
          </p:cNvPr>
          <p:cNvSpPr>
            <a:spLocks noGrp="1"/>
          </p:cNvSpPr>
          <p:nvPr/>
        </p:nvSpPr>
        <p:spPr>
          <a:xfrm>
            <a:off x="92297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2" name="data-pattern-2-1">
            <a:extLst>
              <a:ext uri="{FF2B5EF4-FFF2-40B4-BE49-F238E27FC236}">
                <a16:creationId xmlns:a16="http://schemas.microsoft.com/office/drawing/2014/main" id="{5916A3FA-D332-4073-9487-BE53F99FE704}"/>
              </a:ext>
            </a:extLst>
          </p:cNvPr>
          <p:cNvSpPr>
            <a:spLocks noGrp="1"/>
          </p:cNvSpPr>
          <p:nvPr/>
        </p:nvSpPr>
        <p:spPr>
          <a:xfrm>
            <a:off x="944880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BBCFD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3" name="data-pattern-2-2">
            <a:extLst>
              <a:ext uri="{FF2B5EF4-FFF2-40B4-BE49-F238E27FC236}">
                <a16:creationId xmlns:a16="http://schemas.microsoft.com/office/drawing/2014/main" id="{A28D045C-8AC3-45B9-A6F3-15E5B850AB89}"/>
              </a:ext>
            </a:extLst>
          </p:cNvPr>
          <p:cNvSpPr>
            <a:spLocks noGrp="1"/>
          </p:cNvSpPr>
          <p:nvPr/>
        </p:nvSpPr>
        <p:spPr>
          <a:xfrm>
            <a:off x="966787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79DB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4" name="data-pattern-2-3">
            <a:extLst>
              <a:ext uri="{FF2B5EF4-FFF2-40B4-BE49-F238E27FC236}">
                <a16:creationId xmlns:a16="http://schemas.microsoft.com/office/drawing/2014/main" id="{D391D3FF-BFAC-4935-9AF4-FB85D3D6BC6B}"/>
              </a:ext>
            </a:extLst>
          </p:cNvPr>
          <p:cNvSpPr>
            <a:spLocks noGrp="1"/>
          </p:cNvSpPr>
          <p:nvPr/>
        </p:nvSpPr>
        <p:spPr>
          <a:xfrm>
            <a:off x="9886950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5" name="data-pattern-2-4">
            <a:extLst>
              <a:ext uri="{FF2B5EF4-FFF2-40B4-BE49-F238E27FC236}">
                <a16:creationId xmlns:a16="http://schemas.microsoft.com/office/drawing/2014/main" id="{94248251-C2D5-489D-96D7-500DF830772A}"/>
              </a:ext>
            </a:extLst>
          </p:cNvPr>
          <p:cNvSpPr>
            <a:spLocks noGrp="1"/>
          </p:cNvSpPr>
          <p:nvPr/>
        </p:nvSpPr>
        <p:spPr>
          <a:xfrm>
            <a:off x="10106025" y="682942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5181A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6" name="data-pattern-3-0">
            <a:extLst>
              <a:ext uri="{FF2B5EF4-FFF2-40B4-BE49-F238E27FC236}">
                <a16:creationId xmlns:a16="http://schemas.microsoft.com/office/drawing/2014/main" id="{3990690E-7B39-4671-8EBB-EF24D731A9E2}"/>
              </a:ext>
            </a:extLst>
          </p:cNvPr>
          <p:cNvSpPr>
            <a:spLocks noGrp="1"/>
          </p:cNvSpPr>
          <p:nvPr/>
        </p:nvSpPr>
        <p:spPr>
          <a:xfrm>
            <a:off x="92297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2D4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data-pattern-3-1">
            <a:extLst>
              <a:ext uri="{FF2B5EF4-FFF2-40B4-BE49-F238E27FC236}">
                <a16:creationId xmlns:a16="http://schemas.microsoft.com/office/drawing/2014/main" id="{5E859CAA-15C8-4FA8-982A-656913AEB6BA}"/>
              </a:ext>
            </a:extLst>
          </p:cNvPr>
          <p:cNvSpPr>
            <a:spLocks noGrp="1"/>
          </p:cNvSpPr>
          <p:nvPr/>
        </p:nvSpPr>
        <p:spPr>
          <a:xfrm>
            <a:off x="944880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7A9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data-pattern-3-2">
            <a:extLst>
              <a:ext uri="{FF2B5EF4-FFF2-40B4-BE49-F238E27FC236}">
                <a16:creationId xmlns:a16="http://schemas.microsoft.com/office/drawing/2014/main" id="{58A8F3F0-90FB-447D-9BEE-8D4E3B13EAC8}"/>
              </a:ext>
            </a:extLst>
          </p:cNvPr>
          <p:cNvSpPr>
            <a:spLocks noGrp="1"/>
          </p:cNvSpPr>
          <p:nvPr/>
        </p:nvSpPr>
        <p:spPr>
          <a:xfrm>
            <a:off x="966787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E73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data-pattern-3-3">
            <a:extLst>
              <a:ext uri="{FF2B5EF4-FFF2-40B4-BE49-F238E27FC236}">
                <a16:creationId xmlns:a16="http://schemas.microsoft.com/office/drawing/2014/main" id="{4F75912F-33F2-42BF-8E00-134C2F0E52E4}"/>
              </a:ext>
            </a:extLst>
          </p:cNvPr>
          <p:cNvSpPr>
            <a:spLocks noGrp="1"/>
          </p:cNvSpPr>
          <p:nvPr/>
        </p:nvSpPr>
        <p:spPr>
          <a:xfrm>
            <a:off x="9886950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5789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data-pattern-3-4">
            <a:extLst>
              <a:ext uri="{FF2B5EF4-FFF2-40B4-BE49-F238E27FC236}">
                <a16:creationId xmlns:a16="http://schemas.microsoft.com/office/drawing/2014/main" id="{8F65E69F-7171-46F7-9C8E-E60787E8EC9C}"/>
              </a:ext>
            </a:extLst>
          </p:cNvPr>
          <p:cNvSpPr>
            <a:spLocks noGrp="1"/>
          </p:cNvSpPr>
          <p:nvPr/>
        </p:nvSpPr>
        <p:spPr>
          <a:xfrm>
            <a:off x="10106025" y="7048500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1B1C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data-pattern-4-0">
            <a:extLst>
              <a:ext uri="{FF2B5EF4-FFF2-40B4-BE49-F238E27FC236}">
                <a16:creationId xmlns:a16="http://schemas.microsoft.com/office/drawing/2014/main" id="{CDE23C8F-B3C5-4CDD-B745-6AC6D22D15C5}"/>
              </a:ext>
            </a:extLst>
          </p:cNvPr>
          <p:cNvSpPr>
            <a:spLocks noGrp="1"/>
          </p:cNvSpPr>
          <p:nvPr/>
        </p:nvSpPr>
        <p:spPr>
          <a:xfrm>
            <a:off x="92297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data-pattern-4-1">
            <a:extLst>
              <a:ext uri="{FF2B5EF4-FFF2-40B4-BE49-F238E27FC236}">
                <a16:creationId xmlns:a16="http://schemas.microsoft.com/office/drawing/2014/main" id="{2889B94A-B3F1-484F-98B7-728A4A1E7AFD}"/>
              </a:ext>
            </a:extLst>
          </p:cNvPr>
          <p:cNvSpPr>
            <a:spLocks noGrp="1"/>
          </p:cNvSpPr>
          <p:nvPr/>
        </p:nvSpPr>
        <p:spPr>
          <a:xfrm>
            <a:off x="944880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487B9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data-pattern-4-2">
            <a:extLst>
              <a:ext uri="{FF2B5EF4-FFF2-40B4-BE49-F238E27FC236}">
                <a16:creationId xmlns:a16="http://schemas.microsoft.com/office/drawing/2014/main" id="{4E67B8DD-ADDD-434E-8B72-CBC7E51F14B8}"/>
              </a:ext>
            </a:extLst>
          </p:cNvPr>
          <p:cNvSpPr>
            <a:spLocks noGrp="1"/>
          </p:cNvSpPr>
          <p:nvPr/>
        </p:nvSpPr>
        <p:spPr>
          <a:xfrm>
            <a:off x="966787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3C72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data-pattern-4-3">
            <a:extLst>
              <a:ext uri="{FF2B5EF4-FFF2-40B4-BE49-F238E27FC236}">
                <a16:creationId xmlns:a16="http://schemas.microsoft.com/office/drawing/2014/main" id="{DEC3313C-4C95-47D2-9656-1FB2EC117013}"/>
              </a:ext>
            </a:extLst>
          </p:cNvPr>
          <p:cNvSpPr>
            <a:spLocks noGrp="1"/>
          </p:cNvSpPr>
          <p:nvPr/>
        </p:nvSpPr>
        <p:spPr>
          <a:xfrm>
            <a:off x="9886950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82A5B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data-pattern-4-4">
            <a:extLst>
              <a:ext uri="{FF2B5EF4-FFF2-40B4-BE49-F238E27FC236}">
                <a16:creationId xmlns:a16="http://schemas.microsoft.com/office/drawing/2014/main" id="{F120AC26-5B18-4F3D-942B-3D6929359342}"/>
              </a:ext>
            </a:extLst>
          </p:cNvPr>
          <p:cNvSpPr>
            <a:spLocks noGrp="1"/>
          </p:cNvSpPr>
          <p:nvPr/>
        </p:nvSpPr>
        <p:spPr>
          <a:xfrm>
            <a:off x="10106025" y="7267575"/>
            <a:ext cx="171450" cy="171450"/>
          </a:xfrm>
          <a:custGeom>
            <a:avLst/>
            <a:gdLst/>
            <a:ahLst/>
            <a:cxnLst/>
            <a:rect l="0" t="0" r="0" b="0"/>
            <a:pathLst>
              <a:path w="171450" h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143">
            <a:extLst>
              <a:ext uri="{FF2B5EF4-FFF2-40B4-BE49-F238E27FC236}">
                <a16:creationId xmlns:a16="http://schemas.microsoft.com/office/drawing/2014/main" id="{FFBE08C1-EBD8-403E-93A0-279E018A9B87}"/>
              </a:ext>
            </a:extLst>
          </p:cNvPr>
          <p:cNvSpPr>
            <a:spLocks noGrp="1"/>
          </p:cNvSpPr>
          <p:nvPr/>
        </p:nvSpPr>
        <p:spPr>
          <a:xfrm>
            <a:off x="8810625" y="8001000"/>
            <a:ext cx="20097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Data patterns</a:t>
            </a:r>
          </a:p>
        </p:txBody>
      </p:sp>
      <p:sp>
        <p:nvSpPr>
          <p:cNvPr id="417" name="path-144">
            <a:extLst>
              <a:ext uri="{FF2B5EF4-FFF2-40B4-BE49-F238E27FC236}">
                <a16:creationId xmlns:a16="http://schemas.microsoft.com/office/drawing/2014/main" id="{799CFCA2-2B8E-4C16-BF90-DBD7A969F9AC}"/>
              </a:ext>
            </a:extLst>
          </p:cNvPr>
          <p:cNvSpPr>
            <a:spLocks noGrp="1"/>
          </p:cNvSpPr>
          <p:nvPr/>
        </p:nvSpPr>
        <p:spPr>
          <a:xfrm>
            <a:off x="10401300" y="6962775"/>
            <a:ext cx="558165" cy="953"/>
          </a:xfrm>
          <a:custGeom>
            <a:avLst/>
            <a:gdLst/>
            <a:ahLst/>
            <a:cxnLst/>
            <a:rect l="0" t="0" r="0" b="0"/>
            <a:pathLst>
              <a:path w="558165" h="953">
                <a:moveTo>
                  <a:pt x="0" y="0"/>
                </a:moveTo>
                <a:lnTo>
                  <a:pt x="55816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18" name="path-145">
            <a:extLst>
              <a:ext uri="{FF2B5EF4-FFF2-40B4-BE49-F238E27FC236}">
                <a16:creationId xmlns:a16="http://schemas.microsoft.com/office/drawing/2014/main" id="{A7E26463-0927-4F74-B6C5-E32D7E9E8568}"/>
              </a:ext>
            </a:extLst>
          </p:cNvPr>
          <p:cNvSpPr>
            <a:spLocks noGrp="1"/>
          </p:cNvSpPr>
          <p:nvPr/>
        </p:nvSpPr>
        <p:spPr>
          <a:xfrm>
            <a:off x="10934700" y="691324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19" name="phase-retrieval-field">
            <a:extLst>
              <a:ext uri="{FF2B5EF4-FFF2-40B4-BE49-F238E27FC236}">
                <a16:creationId xmlns:a16="http://schemas.microsoft.com/office/drawing/2014/main" id="{256A81D5-9C18-494E-B40A-A5C3D609EA00}"/>
              </a:ext>
            </a:extLst>
          </p:cNvPr>
          <p:cNvSpPr>
            <a:spLocks noGrp="1"/>
          </p:cNvSpPr>
          <p:nvPr/>
        </p:nvSpPr>
        <p:spPr>
          <a:xfrm>
            <a:off x="11401425" y="6248400"/>
            <a:ext cx="1790700" cy="1619250"/>
          </a:xfrm>
          <a:prstGeom prst="ellipse">
            <a:avLst/>
          </a:prstGeom>
          <a:solidFill>
            <a:srgbClr val="EAF3F9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420" name="path-146">
            <a:extLst>
              <a:ext uri="{FF2B5EF4-FFF2-40B4-BE49-F238E27FC236}">
                <a16:creationId xmlns:a16="http://schemas.microsoft.com/office/drawing/2014/main" id="{F9FF3202-A0DE-4F59-B44D-BAD7ECB88B5B}"/>
              </a:ext>
            </a:extLst>
          </p:cNvPr>
          <p:cNvSpPr>
            <a:spLocks noGrp="1"/>
          </p:cNvSpPr>
          <p:nvPr/>
        </p:nvSpPr>
        <p:spPr>
          <a:xfrm>
            <a:off x="11544300" y="7058025"/>
            <a:ext cx="1504950" cy="953"/>
          </a:xfrm>
          <a:custGeom>
            <a:avLst/>
            <a:gdLst/>
            <a:ahLst/>
            <a:cxnLst/>
            <a:rect l="0" t="0" r="0" b="0"/>
            <a:pathLst>
              <a:path w="1504950" h="953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1" name="path-147">
            <a:extLst>
              <a:ext uri="{FF2B5EF4-FFF2-40B4-BE49-F238E27FC236}">
                <a16:creationId xmlns:a16="http://schemas.microsoft.com/office/drawing/2014/main" id="{9AE8EA45-1544-460A-81C1-E011B8B39DAE}"/>
              </a:ext>
            </a:extLst>
          </p:cNvPr>
          <p:cNvSpPr>
            <a:spLocks noGrp="1"/>
          </p:cNvSpPr>
          <p:nvPr/>
        </p:nvSpPr>
        <p:spPr>
          <a:xfrm>
            <a:off x="12296775" y="6381750"/>
            <a:ext cx="953" cy="1352550"/>
          </a:xfrm>
          <a:custGeom>
            <a:avLst/>
            <a:gdLst/>
            <a:ahLst/>
            <a:cxnLst/>
            <a:rect l="0" t="0" r="0" b="0"/>
            <a:pathLst>
              <a:path w="953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22" name="visual-148">
            <a:extLst>
              <a:ext uri="{FF2B5EF4-FFF2-40B4-BE49-F238E27FC236}">
                <a16:creationId xmlns:a16="http://schemas.microsoft.com/office/drawing/2014/main" id="{B079A1C2-9D17-4E5E-BB14-023BEA30132C}"/>
              </a:ext>
            </a:extLst>
          </p:cNvPr>
          <p:cNvSpPr>
            <a:spLocks noGrp="1"/>
          </p:cNvSpPr>
          <p:nvPr/>
        </p:nvSpPr>
        <p:spPr>
          <a:xfrm>
            <a:off x="11987213" y="665321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3" name="visual-149">
            <a:extLst>
              <a:ext uri="{FF2B5EF4-FFF2-40B4-BE49-F238E27FC236}">
                <a16:creationId xmlns:a16="http://schemas.microsoft.com/office/drawing/2014/main" id="{E5891AA9-AC4F-45EE-BF84-010320BD519E}"/>
              </a:ext>
            </a:extLst>
          </p:cNvPr>
          <p:cNvSpPr>
            <a:spLocks noGrp="1"/>
          </p:cNvSpPr>
          <p:nvPr/>
        </p:nvSpPr>
        <p:spPr>
          <a:xfrm>
            <a:off x="11753245" y="68014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4" name="visual-150">
            <a:extLst>
              <a:ext uri="{FF2B5EF4-FFF2-40B4-BE49-F238E27FC236}">
                <a16:creationId xmlns:a16="http://schemas.microsoft.com/office/drawing/2014/main" id="{2289C4EC-0E3D-46AF-9B8D-2AA11A128AEA}"/>
              </a:ext>
            </a:extLst>
          </p:cNvPr>
          <p:cNvSpPr>
            <a:spLocks noGrp="1"/>
          </p:cNvSpPr>
          <p:nvPr/>
        </p:nvSpPr>
        <p:spPr>
          <a:xfrm>
            <a:off x="11816693" y="639250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5" name="visual-151">
            <a:extLst>
              <a:ext uri="{FF2B5EF4-FFF2-40B4-BE49-F238E27FC236}">
                <a16:creationId xmlns:a16="http://schemas.microsoft.com/office/drawing/2014/main" id="{30AA5649-5748-45B7-9349-69411663557A}"/>
              </a:ext>
            </a:extLst>
          </p:cNvPr>
          <p:cNvSpPr>
            <a:spLocks noGrp="1"/>
          </p:cNvSpPr>
          <p:nvPr/>
        </p:nvSpPr>
        <p:spPr>
          <a:xfrm>
            <a:off x="11974983" y="6704653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6" name="visual-152">
            <a:extLst>
              <a:ext uri="{FF2B5EF4-FFF2-40B4-BE49-F238E27FC236}">
                <a16:creationId xmlns:a16="http://schemas.microsoft.com/office/drawing/2014/main" id="{7B5C566F-13E8-432E-825A-D338049A38AA}"/>
              </a:ext>
            </a:extLst>
          </p:cNvPr>
          <p:cNvSpPr>
            <a:spLocks noGrp="1"/>
          </p:cNvSpPr>
          <p:nvPr/>
        </p:nvSpPr>
        <p:spPr>
          <a:xfrm>
            <a:off x="11699342" y="673172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7" name="visual-153">
            <a:extLst>
              <a:ext uri="{FF2B5EF4-FFF2-40B4-BE49-F238E27FC236}">
                <a16:creationId xmlns:a16="http://schemas.microsoft.com/office/drawing/2014/main" id="{BD67F7F4-1200-4EB7-9035-38794AF28AB8}"/>
              </a:ext>
            </a:extLst>
          </p:cNvPr>
          <p:cNvSpPr>
            <a:spLocks noGrp="1"/>
          </p:cNvSpPr>
          <p:nvPr/>
        </p:nvSpPr>
        <p:spPr>
          <a:xfrm>
            <a:off x="11940038" y="639509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28" name="visual-154">
            <a:extLst>
              <a:ext uri="{FF2B5EF4-FFF2-40B4-BE49-F238E27FC236}">
                <a16:creationId xmlns:a16="http://schemas.microsoft.com/office/drawing/2014/main" id="{232211E8-AFA4-48D8-B6B8-B9B929A5FE7A}"/>
              </a:ext>
            </a:extLst>
          </p:cNvPr>
          <p:cNvSpPr>
            <a:spLocks noGrp="1"/>
          </p:cNvSpPr>
          <p:nvPr/>
        </p:nvSpPr>
        <p:spPr>
          <a:xfrm>
            <a:off x="1185862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29" name="path-155">
            <a:extLst>
              <a:ext uri="{FF2B5EF4-FFF2-40B4-BE49-F238E27FC236}">
                <a16:creationId xmlns:a16="http://schemas.microsoft.com/office/drawing/2014/main" id="{9AAB603A-46AB-4A4F-A27D-CB7A485702A4}"/>
              </a:ext>
            </a:extLst>
          </p:cNvPr>
          <p:cNvSpPr>
            <a:spLocks noGrp="1"/>
          </p:cNvSpPr>
          <p:nvPr/>
        </p:nvSpPr>
        <p:spPr>
          <a:xfrm>
            <a:off x="11677650" y="653415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0"/>
                </a:moveTo>
                <a:lnTo>
                  <a:pt x="190559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0" name="path-156">
            <a:extLst>
              <a:ext uri="{FF2B5EF4-FFF2-40B4-BE49-F238E27FC236}">
                <a16:creationId xmlns:a16="http://schemas.microsoft.com/office/drawing/2014/main" id="{E86DAAC5-8B18-4245-A9AF-E2C05ECA52E9}"/>
              </a:ext>
            </a:extLst>
          </p:cNvPr>
          <p:cNvSpPr>
            <a:spLocks noGrp="1"/>
          </p:cNvSpPr>
          <p:nvPr/>
        </p:nvSpPr>
        <p:spPr>
          <a:xfrm>
            <a:off x="11846018" y="663582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50722"/>
                </a:moveTo>
                <a:lnTo>
                  <a:pt x="0" y="38041"/>
                </a:lnTo>
                <a:lnTo>
                  <a:pt x="25361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1" name="visual-157">
            <a:extLst>
              <a:ext uri="{FF2B5EF4-FFF2-40B4-BE49-F238E27FC236}">
                <a16:creationId xmlns:a16="http://schemas.microsoft.com/office/drawing/2014/main" id="{38E62294-842A-4D91-BD81-81127082EA3D}"/>
              </a:ext>
            </a:extLst>
          </p:cNvPr>
          <p:cNvSpPr>
            <a:spLocks noGrp="1"/>
          </p:cNvSpPr>
          <p:nvPr/>
        </p:nvSpPr>
        <p:spPr>
          <a:xfrm>
            <a:off x="11960334" y="746979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2" name="visual-158">
            <a:extLst>
              <a:ext uri="{FF2B5EF4-FFF2-40B4-BE49-F238E27FC236}">
                <a16:creationId xmlns:a16="http://schemas.microsoft.com/office/drawing/2014/main" id="{FD299B4D-8C72-4EDD-B64D-ED4D3039D18B}"/>
              </a:ext>
            </a:extLst>
          </p:cNvPr>
          <p:cNvSpPr>
            <a:spLocks noGrp="1"/>
          </p:cNvSpPr>
          <p:nvPr/>
        </p:nvSpPr>
        <p:spPr>
          <a:xfrm>
            <a:off x="11685898" y="7432438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3" name="visual-159">
            <a:extLst>
              <a:ext uri="{FF2B5EF4-FFF2-40B4-BE49-F238E27FC236}">
                <a16:creationId xmlns:a16="http://schemas.microsoft.com/office/drawing/2014/main" id="{FBA5CEED-A79C-467D-B6F5-DE44E09CC5F9}"/>
              </a:ext>
            </a:extLst>
          </p:cNvPr>
          <p:cNvSpPr>
            <a:spLocks noGrp="1"/>
          </p:cNvSpPr>
          <p:nvPr/>
        </p:nvSpPr>
        <p:spPr>
          <a:xfrm>
            <a:off x="11997866" y="716054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4" name="visual-160">
            <a:extLst>
              <a:ext uri="{FF2B5EF4-FFF2-40B4-BE49-F238E27FC236}">
                <a16:creationId xmlns:a16="http://schemas.microsoft.com/office/drawing/2014/main" id="{FA40EBE7-0962-460B-8B86-DF83F332A126}"/>
              </a:ext>
            </a:extLst>
          </p:cNvPr>
          <p:cNvSpPr>
            <a:spLocks noGrp="1"/>
          </p:cNvSpPr>
          <p:nvPr/>
        </p:nvSpPr>
        <p:spPr>
          <a:xfrm>
            <a:off x="11917842" y="750126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5" name="visual-161">
            <a:extLst>
              <a:ext uri="{FF2B5EF4-FFF2-40B4-BE49-F238E27FC236}">
                <a16:creationId xmlns:a16="http://schemas.microsoft.com/office/drawing/2014/main" id="{C5C72027-3C8A-47DD-9E1A-CBEA6EEC25E5}"/>
              </a:ext>
            </a:extLst>
          </p:cNvPr>
          <p:cNvSpPr>
            <a:spLocks noGrp="1"/>
          </p:cNvSpPr>
          <p:nvPr/>
        </p:nvSpPr>
        <p:spPr>
          <a:xfrm>
            <a:off x="11689582" y="734439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6" name="visual-162">
            <a:extLst>
              <a:ext uri="{FF2B5EF4-FFF2-40B4-BE49-F238E27FC236}">
                <a16:creationId xmlns:a16="http://schemas.microsoft.com/office/drawing/2014/main" id="{E93235E1-441E-4306-9399-588E851B2A7B}"/>
              </a:ext>
            </a:extLst>
          </p:cNvPr>
          <p:cNvSpPr>
            <a:spLocks noGrp="1"/>
          </p:cNvSpPr>
          <p:nvPr/>
        </p:nvSpPr>
        <p:spPr>
          <a:xfrm>
            <a:off x="12090535" y="724198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37" name="visual-163">
            <a:extLst>
              <a:ext uri="{FF2B5EF4-FFF2-40B4-BE49-F238E27FC236}">
                <a16:creationId xmlns:a16="http://schemas.microsoft.com/office/drawing/2014/main" id="{0B65B51F-97F7-42DB-A02D-1C95BF2692D3}"/>
              </a:ext>
            </a:extLst>
          </p:cNvPr>
          <p:cNvSpPr>
            <a:spLocks noGrp="1"/>
          </p:cNvSpPr>
          <p:nvPr/>
        </p:nvSpPr>
        <p:spPr>
          <a:xfrm>
            <a:off x="1185862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38" name="path-164">
            <a:extLst>
              <a:ext uri="{FF2B5EF4-FFF2-40B4-BE49-F238E27FC236}">
                <a16:creationId xmlns:a16="http://schemas.microsoft.com/office/drawing/2014/main" id="{0212DB73-5273-4FB7-9050-142AC59A1381}"/>
              </a:ext>
            </a:extLst>
          </p:cNvPr>
          <p:cNvSpPr>
            <a:spLocks noGrp="1"/>
          </p:cNvSpPr>
          <p:nvPr/>
        </p:nvSpPr>
        <p:spPr>
          <a:xfrm>
            <a:off x="11944291" y="7277100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0"/>
                </a:moveTo>
                <a:lnTo>
                  <a:pt x="0" y="127039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39" name="path-165">
            <a:extLst>
              <a:ext uri="{FF2B5EF4-FFF2-40B4-BE49-F238E27FC236}">
                <a16:creationId xmlns:a16="http://schemas.microsoft.com/office/drawing/2014/main" id="{A8D02AEC-0C69-4A9A-9AB1-47C9AF3E966B}"/>
              </a:ext>
            </a:extLst>
          </p:cNvPr>
          <p:cNvSpPr>
            <a:spLocks noGrp="1"/>
          </p:cNvSpPr>
          <p:nvPr/>
        </p:nvSpPr>
        <p:spPr>
          <a:xfrm>
            <a:off x="11906250" y="7378778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50722"/>
                </a:moveTo>
                <a:lnTo>
                  <a:pt x="34871" y="0"/>
                </a:lnTo>
                <a:lnTo>
                  <a:pt x="60232" y="38041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0" name="visual-166">
            <a:extLst>
              <a:ext uri="{FF2B5EF4-FFF2-40B4-BE49-F238E27FC236}">
                <a16:creationId xmlns:a16="http://schemas.microsoft.com/office/drawing/2014/main" id="{B0025AE1-EF9C-4F34-BA03-16544C69D3F8}"/>
              </a:ext>
            </a:extLst>
          </p:cNvPr>
          <p:cNvSpPr>
            <a:spLocks noGrp="1"/>
          </p:cNvSpPr>
          <p:nvPr/>
        </p:nvSpPr>
        <p:spPr>
          <a:xfrm>
            <a:off x="12673390" y="6765849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1" name="visual-167">
            <a:extLst>
              <a:ext uri="{FF2B5EF4-FFF2-40B4-BE49-F238E27FC236}">
                <a16:creationId xmlns:a16="http://schemas.microsoft.com/office/drawing/2014/main" id="{1F12F400-3773-4317-AB2B-7CDBFE050BD0}"/>
              </a:ext>
            </a:extLst>
          </p:cNvPr>
          <p:cNvSpPr>
            <a:spLocks noGrp="1"/>
          </p:cNvSpPr>
          <p:nvPr/>
        </p:nvSpPr>
        <p:spPr>
          <a:xfrm>
            <a:off x="12487557" y="656048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2" name="visual-168">
            <a:extLst>
              <a:ext uri="{FF2B5EF4-FFF2-40B4-BE49-F238E27FC236}">
                <a16:creationId xmlns:a16="http://schemas.microsoft.com/office/drawing/2014/main" id="{D3C6CDB6-FD01-44BE-98E5-B4D170E6081F}"/>
              </a:ext>
            </a:extLst>
          </p:cNvPr>
          <p:cNvSpPr>
            <a:spLocks noGrp="1"/>
          </p:cNvSpPr>
          <p:nvPr/>
        </p:nvSpPr>
        <p:spPr>
          <a:xfrm>
            <a:off x="12901321" y="65535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3" name="visual-169">
            <a:extLst>
              <a:ext uri="{FF2B5EF4-FFF2-40B4-BE49-F238E27FC236}">
                <a16:creationId xmlns:a16="http://schemas.microsoft.com/office/drawing/2014/main" id="{E813A7B0-50DA-4827-AD95-5332FCD21E76}"/>
              </a:ext>
            </a:extLst>
          </p:cNvPr>
          <p:cNvSpPr>
            <a:spLocks noGrp="1"/>
          </p:cNvSpPr>
          <p:nvPr/>
        </p:nvSpPr>
        <p:spPr>
          <a:xfrm>
            <a:off x="12620620" y="676254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4" name="visual-170">
            <a:extLst>
              <a:ext uri="{FF2B5EF4-FFF2-40B4-BE49-F238E27FC236}">
                <a16:creationId xmlns:a16="http://schemas.microsoft.com/office/drawing/2014/main" id="{1C63F582-8714-4A76-A9F3-8F8E831C3BA3}"/>
              </a:ext>
            </a:extLst>
          </p:cNvPr>
          <p:cNvSpPr>
            <a:spLocks noGrp="1"/>
          </p:cNvSpPr>
          <p:nvPr/>
        </p:nvSpPr>
        <p:spPr>
          <a:xfrm>
            <a:off x="12547095" y="649551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5" name="visual-171">
            <a:extLst>
              <a:ext uri="{FF2B5EF4-FFF2-40B4-BE49-F238E27FC236}">
                <a16:creationId xmlns:a16="http://schemas.microsoft.com/office/drawing/2014/main" id="{5A6EC3F2-9598-496E-8C03-893F874C74CF}"/>
              </a:ext>
            </a:extLst>
          </p:cNvPr>
          <p:cNvSpPr>
            <a:spLocks noGrp="1"/>
          </p:cNvSpPr>
          <p:nvPr/>
        </p:nvSpPr>
        <p:spPr>
          <a:xfrm>
            <a:off x="12919730" y="667549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46" name="visual-172">
            <a:extLst>
              <a:ext uri="{FF2B5EF4-FFF2-40B4-BE49-F238E27FC236}">
                <a16:creationId xmlns:a16="http://schemas.microsoft.com/office/drawing/2014/main" id="{CB44DA74-F61F-472B-81C9-6405F9334928}"/>
              </a:ext>
            </a:extLst>
          </p:cNvPr>
          <p:cNvSpPr>
            <a:spLocks noGrp="1"/>
          </p:cNvSpPr>
          <p:nvPr/>
        </p:nvSpPr>
        <p:spPr>
          <a:xfrm>
            <a:off x="12639675" y="663892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7" name="path-173">
            <a:extLst>
              <a:ext uri="{FF2B5EF4-FFF2-40B4-BE49-F238E27FC236}">
                <a16:creationId xmlns:a16="http://schemas.microsoft.com/office/drawing/2014/main" id="{0A437FE9-0D72-4A08-A9F0-CEB439C11438}"/>
              </a:ext>
            </a:extLst>
          </p:cNvPr>
          <p:cNvSpPr>
            <a:spLocks noGrp="1"/>
          </p:cNvSpPr>
          <p:nvPr/>
        </p:nvSpPr>
        <p:spPr>
          <a:xfrm>
            <a:off x="12458700" y="671191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0" y="127039"/>
                </a:moveTo>
                <a:lnTo>
                  <a:pt x="190559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48" name="path-174">
            <a:extLst>
              <a:ext uri="{FF2B5EF4-FFF2-40B4-BE49-F238E27FC236}">
                <a16:creationId xmlns:a16="http://schemas.microsoft.com/office/drawing/2014/main" id="{FD30BCA8-1738-4DC9-9516-4BC44A3191D4}"/>
              </a:ext>
            </a:extLst>
          </p:cNvPr>
          <p:cNvSpPr>
            <a:spLocks noGrp="1"/>
          </p:cNvSpPr>
          <p:nvPr/>
        </p:nvSpPr>
        <p:spPr>
          <a:xfrm>
            <a:off x="12627068" y="668655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60232" y="0"/>
                </a:moveTo>
                <a:lnTo>
                  <a:pt x="25361" y="50722"/>
                </a:lnTo>
                <a:lnTo>
                  <a:pt x="0" y="1268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49" name="visual-175">
            <a:extLst>
              <a:ext uri="{FF2B5EF4-FFF2-40B4-BE49-F238E27FC236}">
                <a16:creationId xmlns:a16="http://schemas.microsoft.com/office/drawing/2014/main" id="{655898A6-0F81-40E3-8A54-17DC071F79B5}"/>
              </a:ext>
            </a:extLst>
          </p:cNvPr>
          <p:cNvSpPr>
            <a:spLocks noGrp="1"/>
          </p:cNvSpPr>
          <p:nvPr/>
        </p:nvSpPr>
        <p:spPr>
          <a:xfrm>
            <a:off x="12596259" y="7494827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0" name="visual-176">
            <a:extLst>
              <a:ext uri="{FF2B5EF4-FFF2-40B4-BE49-F238E27FC236}">
                <a16:creationId xmlns:a16="http://schemas.microsoft.com/office/drawing/2014/main" id="{1F7631B5-0EE5-4D79-BC31-A1436482E37A}"/>
              </a:ext>
            </a:extLst>
          </p:cNvPr>
          <p:cNvSpPr>
            <a:spLocks noGrp="1"/>
          </p:cNvSpPr>
          <p:nvPr/>
        </p:nvSpPr>
        <p:spPr>
          <a:xfrm>
            <a:off x="12586429" y="7218035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1" name="visual-177">
            <a:extLst>
              <a:ext uri="{FF2B5EF4-FFF2-40B4-BE49-F238E27FC236}">
                <a16:creationId xmlns:a16="http://schemas.microsoft.com/office/drawing/2014/main" id="{D8940A77-9F8A-4D16-9B43-E50AB90C22A9}"/>
              </a:ext>
            </a:extLst>
          </p:cNvPr>
          <p:cNvSpPr>
            <a:spLocks noGrp="1"/>
          </p:cNvSpPr>
          <p:nvPr/>
        </p:nvSpPr>
        <p:spPr>
          <a:xfrm>
            <a:off x="12907390" y="7479251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2" name="visual-178">
            <a:extLst>
              <a:ext uri="{FF2B5EF4-FFF2-40B4-BE49-F238E27FC236}">
                <a16:creationId xmlns:a16="http://schemas.microsoft.com/office/drawing/2014/main" id="{59CBB835-4E49-4E6B-8DB5-A8FADBF760E9}"/>
              </a:ext>
            </a:extLst>
          </p:cNvPr>
          <p:cNvSpPr>
            <a:spLocks noGrp="1"/>
          </p:cNvSpPr>
          <p:nvPr/>
        </p:nvSpPr>
        <p:spPr>
          <a:xfrm>
            <a:off x="12558029" y="7458302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3" name="visual-179">
            <a:extLst>
              <a:ext uri="{FF2B5EF4-FFF2-40B4-BE49-F238E27FC236}">
                <a16:creationId xmlns:a16="http://schemas.microsoft.com/office/drawing/2014/main" id="{2D991361-7D72-4763-A3FB-7FEA350A89B6}"/>
              </a:ext>
            </a:extLst>
          </p:cNvPr>
          <p:cNvSpPr>
            <a:spLocks noGrp="1"/>
          </p:cNvSpPr>
          <p:nvPr/>
        </p:nvSpPr>
        <p:spPr>
          <a:xfrm>
            <a:off x="12673819" y="7206700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4" name="visual-180">
            <a:extLst>
              <a:ext uri="{FF2B5EF4-FFF2-40B4-BE49-F238E27FC236}">
                <a16:creationId xmlns:a16="http://schemas.microsoft.com/office/drawing/2014/main" id="{6287AAFF-CF39-4772-9D9A-17D3F2BD6CC5}"/>
              </a:ext>
            </a:extLst>
          </p:cNvPr>
          <p:cNvSpPr>
            <a:spLocks noGrp="1"/>
          </p:cNvSpPr>
          <p:nvPr/>
        </p:nvSpPr>
        <p:spPr>
          <a:xfrm>
            <a:off x="12842881" y="7584414"/>
            <a:ext cx="66675" cy="66675"/>
          </a:xfrm>
          <a:prstGeom prst="ellipse">
            <a:avLst/>
          </a:prstGeom>
          <a:solidFill>
            <a:srgbClr val="8CAFC7"/>
          </a:solidFill>
          <a:ln w="0">
            <a:noFill/>
            <a:prstDash val="solid"/>
          </a:ln>
        </p:spPr>
      </p:sp>
      <p:sp>
        <p:nvSpPr>
          <p:cNvPr id="455" name="visual-181">
            <a:extLst>
              <a:ext uri="{FF2B5EF4-FFF2-40B4-BE49-F238E27FC236}">
                <a16:creationId xmlns:a16="http://schemas.microsoft.com/office/drawing/2014/main" id="{BE8C5B95-CB71-4EBD-9F83-866051DB22CF}"/>
              </a:ext>
            </a:extLst>
          </p:cNvPr>
          <p:cNvSpPr>
            <a:spLocks noGrp="1"/>
          </p:cNvSpPr>
          <p:nvPr/>
        </p:nvSpPr>
        <p:spPr>
          <a:xfrm>
            <a:off x="12639675" y="7381875"/>
            <a:ext cx="95250" cy="952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6" name="path-182">
            <a:extLst>
              <a:ext uri="{FF2B5EF4-FFF2-40B4-BE49-F238E27FC236}">
                <a16:creationId xmlns:a16="http://schemas.microsoft.com/office/drawing/2014/main" id="{B63DE538-552B-463B-BA7F-E3C514743241}"/>
              </a:ext>
            </a:extLst>
          </p:cNvPr>
          <p:cNvSpPr>
            <a:spLocks noGrp="1"/>
          </p:cNvSpPr>
          <p:nvPr/>
        </p:nvSpPr>
        <p:spPr>
          <a:xfrm>
            <a:off x="12725341" y="7454861"/>
            <a:ext cx="190559" cy="127039"/>
          </a:xfrm>
          <a:custGeom>
            <a:avLst/>
            <a:gdLst/>
            <a:ahLst/>
            <a:cxnLst/>
            <a:rect l="0" t="0" r="0" b="0"/>
            <a:pathLst>
              <a:path w="190559" h="127039">
                <a:moveTo>
                  <a:pt x="190559" y="127039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457" name="path-183">
            <a:extLst>
              <a:ext uri="{FF2B5EF4-FFF2-40B4-BE49-F238E27FC236}">
                <a16:creationId xmlns:a16="http://schemas.microsoft.com/office/drawing/2014/main" id="{D72DBAF8-71B8-4531-BAC4-DB8273931F25}"/>
              </a:ext>
            </a:extLst>
          </p:cNvPr>
          <p:cNvSpPr>
            <a:spLocks noGrp="1"/>
          </p:cNvSpPr>
          <p:nvPr/>
        </p:nvSpPr>
        <p:spPr>
          <a:xfrm>
            <a:off x="12687300" y="7429500"/>
            <a:ext cx="60232" cy="50722"/>
          </a:xfrm>
          <a:custGeom>
            <a:avLst/>
            <a:gdLst/>
            <a:ahLst/>
            <a:cxnLst/>
            <a:rect l="0" t="0" r="0" b="0"/>
            <a:pathLst>
              <a:path w="60232" h="50722">
                <a:moveTo>
                  <a:pt x="0" y="0"/>
                </a:moveTo>
                <a:lnTo>
                  <a:pt x="60232" y="12680"/>
                </a:lnTo>
                <a:lnTo>
                  <a:pt x="34871" y="50722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58" name="path-184">
            <a:extLst>
              <a:ext uri="{FF2B5EF4-FFF2-40B4-BE49-F238E27FC236}">
                <a16:creationId xmlns:a16="http://schemas.microsoft.com/office/drawing/2014/main" id="{D5C24B69-DC5E-4C21-9864-68002A76AF75}"/>
              </a:ext>
            </a:extLst>
          </p:cNvPr>
          <p:cNvSpPr>
            <a:spLocks noGrp="1"/>
          </p:cNvSpPr>
          <p:nvPr/>
        </p:nvSpPr>
        <p:spPr>
          <a:xfrm>
            <a:off x="11095701" y="6096049"/>
            <a:ext cx="2354481" cy="601595"/>
          </a:xfrm>
          <a:custGeom>
            <a:avLst/>
            <a:gdLst/>
            <a:ahLst/>
            <a:cxnLst/>
            <a:rect l="0" t="0" r="0" b="0"/>
            <a:pathLst>
              <a:path w="2354481" h="601595">
                <a:moveTo>
                  <a:pt x="0" y="601595"/>
                </a:moveTo>
                <a:lnTo>
                  <a:pt x="18387" y="569487"/>
                </a:lnTo>
                <a:lnTo>
                  <a:pt x="38329" y="537896"/>
                </a:lnTo>
                <a:lnTo>
                  <a:pt x="59801" y="506862"/>
                </a:lnTo>
                <a:lnTo>
                  <a:pt x="82774" y="476427"/>
                </a:lnTo>
                <a:lnTo>
                  <a:pt x="107218" y="446630"/>
                </a:lnTo>
                <a:lnTo>
                  <a:pt x="133101" y="417512"/>
                </a:lnTo>
                <a:lnTo>
                  <a:pt x="160389" y="389109"/>
                </a:lnTo>
                <a:lnTo>
                  <a:pt x="189045" y="361460"/>
                </a:lnTo>
                <a:lnTo>
                  <a:pt x="219033" y="334601"/>
                </a:lnTo>
                <a:lnTo>
                  <a:pt x="250312" y="308568"/>
                </a:lnTo>
                <a:lnTo>
                  <a:pt x="282842" y="283393"/>
                </a:lnTo>
                <a:lnTo>
                  <a:pt x="316580" y="259112"/>
                </a:lnTo>
                <a:lnTo>
                  <a:pt x="351482" y="235754"/>
                </a:lnTo>
                <a:lnTo>
                  <a:pt x="387501" y="213353"/>
                </a:lnTo>
                <a:lnTo>
                  <a:pt x="424590" y="191935"/>
                </a:lnTo>
                <a:lnTo>
                  <a:pt x="462700" y="171531"/>
                </a:lnTo>
                <a:lnTo>
                  <a:pt x="501782" y="152167"/>
                </a:lnTo>
                <a:lnTo>
                  <a:pt x="541783" y="133867"/>
                </a:lnTo>
                <a:lnTo>
                  <a:pt x="582652" y="116657"/>
                </a:lnTo>
                <a:lnTo>
                  <a:pt x="624334" y="100559"/>
                </a:lnTo>
                <a:lnTo>
                  <a:pt x="666775" y="85594"/>
                </a:lnTo>
                <a:lnTo>
                  <a:pt x="709919" y="71782"/>
                </a:lnTo>
                <a:lnTo>
                  <a:pt x="753708" y="59140"/>
                </a:lnTo>
                <a:lnTo>
                  <a:pt x="798087" y="47687"/>
                </a:lnTo>
                <a:lnTo>
                  <a:pt x="842995" y="37435"/>
                </a:lnTo>
                <a:lnTo>
                  <a:pt x="888374" y="28400"/>
                </a:lnTo>
                <a:lnTo>
                  <a:pt x="934164" y="20593"/>
                </a:lnTo>
                <a:lnTo>
                  <a:pt x="980306" y="14025"/>
                </a:lnTo>
                <a:lnTo>
                  <a:pt x="1026738" y="8703"/>
                </a:lnTo>
                <a:lnTo>
                  <a:pt x="1073399" y="4635"/>
                </a:lnTo>
                <a:lnTo>
                  <a:pt x="1120229" y="1826"/>
                </a:lnTo>
                <a:lnTo>
                  <a:pt x="1167164" y="281"/>
                </a:lnTo>
                <a:lnTo>
                  <a:pt x="1214145" y="0"/>
                </a:lnTo>
                <a:lnTo>
                  <a:pt x="1261108" y="985"/>
                </a:lnTo>
                <a:lnTo>
                  <a:pt x="1307992" y="3233"/>
                </a:lnTo>
                <a:lnTo>
                  <a:pt x="1354735" y="6743"/>
                </a:lnTo>
                <a:lnTo>
                  <a:pt x="1401276" y="11510"/>
                </a:lnTo>
                <a:lnTo>
                  <a:pt x="1447554" y="17526"/>
                </a:lnTo>
                <a:lnTo>
                  <a:pt x="1493508" y="24785"/>
                </a:lnTo>
                <a:lnTo>
                  <a:pt x="1539077" y="33277"/>
                </a:lnTo>
                <a:lnTo>
                  <a:pt x="1584202" y="42990"/>
                </a:lnTo>
                <a:lnTo>
                  <a:pt x="1628822" y="53912"/>
                </a:lnTo>
                <a:lnTo>
                  <a:pt x="1672880" y="66028"/>
                </a:lnTo>
                <a:lnTo>
                  <a:pt x="1716317" y="79323"/>
                </a:lnTo>
                <a:lnTo>
                  <a:pt x="1759077" y="93779"/>
                </a:lnTo>
                <a:lnTo>
                  <a:pt x="1801102" y="109377"/>
                </a:lnTo>
                <a:lnTo>
                  <a:pt x="1842339" y="126097"/>
                </a:lnTo>
                <a:lnTo>
                  <a:pt x="1882731" y="143916"/>
                </a:lnTo>
                <a:lnTo>
                  <a:pt x="1922228" y="162811"/>
                </a:lnTo>
                <a:lnTo>
                  <a:pt x="1960775" y="182757"/>
                </a:lnTo>
                <a:lnTo>
                  <a:pt x="1998323" y="203728"/>
                </a:lnTo>
                <a:lnTo>
                  <a:pt x="2034823" y="225697"/>
                </a:lnTo>
                <a:lnTo>
                  <a:pt x="2070226" y="248634"/>
                </a:lnTo>
                <a:lnTo>
                  <a:pt x="2104486" y="272510"/>
                </a:lnTo>
                <a:lnTo>
                  <a:pt x="2137557" y="297292"/>
                </a:lnTo>
                <a:lnTo>
                  <a:pt x="2169396" y="322949"/>
                </a:lnTo>
                <a:lnTo>
                  <a:pt x="2199962" y="349446"/>
                </a:lnTo>
                <a:lnTo>
                  <a:pt x="2229214" y="376749"/>
                </a:lnTo>
                <a:lnTo>
                  <a:pt x="2257113" y="404821"/>
                </a:lnTo>
                <a:lnTo>
                  <a:pt x="2283624" y="433627"/>
                </a:lnTo>
                <a:lnTo>
                  <a:pt x="2308710" y="463127"/>
                </a:lnTo>
                <a:lnTo>
                  <a:pt x="2332339" y="493284"/>
                </a:lnTo>
                <a:lnTo>
                  <a:pt x="2354481" y="524057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59" name="path-185">
            <a:extLst>
              <a:ext uri="{FF2B5EF4-FFF2-40B4-BE49-F238E27FC236}">
                <a16:creationId xmlns:a16="http://schemas.microsoft.com/office/drawing/2014/main" id="{3B0ECFDF-6DF3-4127-8A2B-0AE0D7C31A0E}"/>
              </a:ext>
            </a:extLst>
          </p:cNvPr>
          <p:cNvSpPr>
            <a:spLocks noGrp="1"/>
          </p:cNvSpPr>
          <p:nvPr/>
        </p:nvSpPr>
        <p:spPr>
          <a:xfrm>
            <a:off x="13412174" y="6562333"/>
            <a:ext cx="38008" cy="57773"/>
          </a:xfrm>
          <a:custGeom>
            <a:avLst/>
            <a:gdLst/>
            <a:ahLst/>
            <a:cxnLst/>
            <a:rect l="0" t="0" r="0" b="0"/>
            <a:pathLst>
              <a:path w="38008" h="57773">
                <a:moveTo>
                  <a:pt x="38008" y="57773"/>
                </a:moveTo>
                <a:lnTo>
                  <a:pt x="0" y="0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0" name="path-186">
            <a:extLst>
              <a:ext uri="{FF2B5EF4-FFF2-40B4-BE49-F238E27FC236}">
                <a16:creationId xmlns:a16="http://schemas.microsoft.com/office/drawing/2014/main" id="{30485E76-2057-4F00-BA52-783F736078B0}"/>
              </a:ext>
            </a:extLst>
          </p:cNvPr>
          <p:cNvSpPr>
            <a:spLocks noGrp="1"/>
          </p:cNvSpPr>
          <p:nvPr/>
        </p:nvSpPr>
        <p:spPr>
          <a:xfrm>
            <a:off x="13352954" y="6510736"/>
            <a:ext cx="117852" cy="140720"/>
          </a:xfrm>
          <a:custGeom>
            <a:avLst/>
            <a:gdLst/>
            <a:ahLst/>
            <a:cxnLst/>
            <a:rect l="0" t="0" r="0" b="0"/>
            <a:pathLst>
              <a:path w="117852" h="140720">
                <a:moveTo>
                  <a:pt x="117852" y="140720"/>
                </a:moveTo>
                <a:lnTo>
                  <a:pt x="0" y="58633"/>
                </a:lnTo>
                <a:lnTo>
                  <a:pt x="89123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1" name="path-187">
            <a:extLst>
              <a:ext uri="{FF2B5EF4-FFF2-40B4-BE49-F238E27FC236}">
                <a16:creationId xmlns:a16="http://schemas.microsoft.com/office/drawing/2014/main" id="{2FF41F1D-90BC-4DD2-BAFA-56F7A54F4D6D}"/>
              </a:ext>
            </a:extLst>
          </p:cNvPr>
          <p:cNvSpPr>
            <a:spLocks noGrp="1"/>
          </p:cNvSpPr>
          <p:nvPr/>
        </p:nvSpPr>
        <p:spPr>
          <a:xfrm>
            <a:off x="11186947" y="7387057"/>
            <a:ext cx="2327106" cy="632969"/>
          </a:xfrm>
          <a:custGeom>
            <a:avLst/>
            <a:gdLst/>
            <a:ahLst/>
            <a:cxnLst/>
            <a:rect l="0" t="0" r="0" b="0"/>
            <a:pathLst>
              <a:path w="2327106" h="632969">
                <a:moveTo>
                  <a:pt x="2327106" y="0"/>
                </a:moveTo>
                <a:lnTo>
                  <a:pt x="2310505" y="32079"/>
                </a:lnTo>
                <a:lnTo>
                  <a:pt x="2292371" y="63696"/>
                </a:lnTo>
                <a:lnTo>
                  <a:pt x="2272729" y="94813"/>
                </a:lnTo>
                <a:lnTo>
                  <a:pt x="2251602" y="125389"/>
                </a:lnTo>
                <a:lnTo>
                  <a:pt x="2229019" y="155385"/>
                </a:lnTo>
                <a:lnTo>
                  <a:pt x="2205007" y="184762"/>
                </a:lnTo>
                <a:lnTo>
                  <a:pt x="2179598" y="213484"/>
                </a:lnTo>
                <a:lnTo>
                  <a:pt x="2152823" y="241514"/>
                </a:lnTo>
                <a:lnTo>
                  <a:pt x="2124718" y="268816"/>
                </a:lnTo>
                <a:lnTo>
                  <a:pt x="2095317" y="295354"/>
                </a:lnTo>
                <a:lnTo>
                  <a:pt x="2064659" y="321096"/>
                </a:lnTo>
                <a:lnTo>
                  <a:pt x="2032782" y="346008"/>
                </a:lnTo>
                <a:lnTo>
                  <a:pt x="1999727" y="370059"/>
                </a:lnTo>
                <a:lnTo>
                  <a:pt x="1965537" y="393218"/>
                </a:lnTo>
                <a:lnTo>
                  <a:pt x="1930255" y="415455"/>
                </a:lnTo>
                <a:lnTo>
                  <a:pt x="1893926" y="436742"/>
                </a:lnTo>
                <a:lnTo>
                  <a:pt x="1856596" y="457052"/>
                </a:lnTo>
                <a:lnTo>
                  <a:pt x="1818314" y="476358"/>
                </a:lnTo>
                <a:lnTo>
                  <a:pt x="1779127" y="494637"/>
                </a:lnTo>
                <a:lnTo>
                  <a:pt x="1739086" y="511865"/>
                </a:lnTo>
                <a:lnTo>
                  <a:pt x="1698242" y="528019"/>
                </a:lnTo>
                <a:lnTo>
                  <a:pt x="1656648" y="543080"/>
                </a:lnTo>
                <a:lnTo>
                  <a:pt x="1614355" y="557028"/>
                </a:lnTo>
                <a:lnTo>
                  <a:pt x="1571419" y="569846"/>
                </a:lnTo>
                <a:lnTo>
                  <a:pt x="1527893" y="581516"/>
                </a:lnTo>
                <a:lnTo>
                  <a:pt x="1483834" y="592024"/>
                </a:lnTo>
                <a:lnTo>
                  <a:pt x="1439298" y="601357"/>
                </a:lnTo>
                <a:lnTo>
                  <a:pt x="1394341" y="609503"/>
                </a:lnTo>
                <a:lnTo>
                  <a:pt x="1349022" y="616451"/>
                </a:lnTo>
                <a:lnTo>
                  <a:pt x="1303397" y="622192"/>
                </a:lnTo>
                <a:lnTo>
                  <a:pt x="1257525" y="626720"/>
                </a:lnTo>
                <a:lnTo>
                  <a:pt x="1211464" y="630027"/>
                </a:lnTo>
                <a:lnTo>
                  <a:pt x="1165274" y="632111"/>
                </a:lnTo>
                <a:lnTo>
                  <a:pt x="1119013" y="632969"/>
                </a:lnTo>
                <a:lnTo>
                  <a:pt x="1072741" y="632599"/>
                </a:lnTo>
                <a:lnTo>
                  <a:pt x="1026515" y="631001"/>
                </a:lnTo>
                <a:lnTo>
                  <a:pt x="980396" y="628179"/>
                </a:lnTo>
                <a:lnTo>
                  <a:pt x="934442" y="624135"/>
                </a:lnTo>
                <a:lnTo>
                  <a:pt x="888712" y="618875"/>
                </a:lnTo>
                <a:lnTo>
                  <a:pt x="843265" y="612405"/>
                </a:lnTo>
                <a:lnTo>
                  <a:pt x="798157" y="604733"/>
                </a:lnTo>
                <a:lnTo>
                  <a:pt x="753447" y="595870"/>
                </a:lnTo>
                <a:lnTo>
                  <a:pt x="709192" y="585827"/>
                </a:lnTo>
                <a:lnTo>
                  <a:pt x="665448" y="574616"/>
                </a:lnTo>
                <a:lnTo>
                  <a:pt x="622271" y="562253"/>
                </a:lnTo>
                <a:lnTo>
                  <a:pt x="579716" y="548751"/>
                </a:lnTo>
                <a:lnTo>
                  <a:pt x="537838" y="534130"/>
                </a:lnTo>
                <a:lnTo>
                  <a:pt x="496690" y="518407"/>
                </a:lnTo>
                <a:lnTo>
                  <a:pt x="456324" y="501603"/>
                </a:lnTo>
                <a:lnTo>
                  <a:pt x="416792" y="483738"/>
                </a:lnTo>
                <a:lnTo>
                  <a:pt x="378145" y="464837"/>
                </a:lnTo>
                <a:lnTo>
                  <a:pt x="340431" y="444922"/>
                </a:lnTo>
                <a:lnTo>
                  <a:pt x="303699" y="424020"/>
                </a:lnTo>
                <a:lnTo>
                  <a:pt x="267996" y="402157"/>
                </a:lnTo>
                <a:lnTo>
                  <a:pt x="233367" y="379360"/>
                </a:lnTo>
                <a:lnTo>
                  <a:pt x="199857" y="355660"/>
                </a:lnTo>
                <a:lnTo>
                  <a:pt x="167508" y="331086"/>
                </a:lnTo>
                <a:lnTo>
                  <a:pt x="136361" y="305670"/>
                </a:lnTo>
                <a:lnTo>
                  <a:pt x="106457" y="279443"/>
                </a:lnTo>
                <a:lnTo>
                  <a:pt x="77833" y="252440"/>
                </a:lnTo>
                <a:lnTo>
                  <a:pt x="50526" y="224695"/>
                </a:lnTo>
                <a:lnTo>
                  <a:pt x="24570" y="196244"/>
                </a:lnTo>
                <a:lnTo>
                  <a:pt x="0" y="167122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2" name="path-188">
            <a:extLst>
              <a:ext uri="{FF2B5EF4-FFF2-40B4-BE49-F238E27FC236}">
                <a16:creationId xmlns:a16="http://schemas.microsoft.com/office/drawing/2014/main" id="{26F59BC3-4A32-44C5-A690-FED1C15397E8}"/>
              </a:ext>
            </a:extLst>
          </p:cNvPr>
          <p:cNvSpPr>
            <a:spLocks noGrp="1"/>
          </p:cNvSpPr>
          <p:nvPr/>
        </p:nvSpPr>
        <p:spPr>
          <a:xfrm>
            <a:off x="11186947" y="7554179"/>
            <a:ext cx="42361" cy="54438"/>
          </a:xfrm>
          <a:custGeom>
            <a:avLst/>
            <a:gdLst/>
            <a:ahLst/>
            <a:cxnLst/>
            <a:rect l="0" t="0" r="0" b="0"/>
            <a:pathLst>
              <a:path w="42361" h="54438">
                <a:moveTo>
                  <a:pt x="0" y="0"/>
                </a:moveTo>
                <a:lnTo>
                  <a:pt x="42361" y="54438"/>
                </a:lnTo>
              </a:path>
            </a:pathLst>
          </a:custGeom>
          <a:noFill/>
          <a:ln w="31433">
            <a:solidFill>
              <a:srgbClr val="246A96"/>
            </a:solidFill>
            <a:prstDash val="solid"/>
          </a:ln>
        </p:spPr>
      </p:sp>
      <p:sp>
        <p:nvSpPr>
          <p:cNvPr id="463" name="path-189">
            <a:extLst>
              <a:ext uri="{FF2B5EF4-FFF2-40B4-BE49-F238E27FC236}">
                <a16:creationId xmlns:a16="http://schemas.microsoft.com/office/drawing/2014/main" id="{C56C73B6-A8C2-4DC9-9196-2FA2F0E60AFF}"/>
              </a:ext>
            </a:extLst>
          </p:cNvPr>
          <p:cNvSpPr>
            <a:spLocks noGrp="1"/>
          </p:cNvSpPr>
          <p:nvPr/>
        </p:nvSpPr>
        <p:spPr>
          <a:xfrm>
            <a:off x="11163793" y="7524424"/>
            <a:ext cx="123990" cy="137998"/>
          </a:xfrm>
          <a:custGeom>
            <a:avLst/>
            <a:gdLst/>
            <a:ahLst/>
            <a:cxnLst/>
            <a:rect l="0" t="0" r="0" b="0"/>
            <a:pathLst>
              <a:path w="123990" h="137998">
                <a:moveTo>
                  <a:pt x="0" y="0"/>
                </a:moveTo>
                <a:lnTo>
                  <a:pt x="123990" y="72483"/>
                </a:lnTo>
                <a:lnTo>
                  <a:pt x="39798" y="137998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64" name="visual-190">
            <a:extLst>
              <a:ext uri="{FF2B5EF4-FFF2-40B4-BE49-F238E27FC236}">
                <a16:creationId xmlns:a16="http://schemas.microsoft.com/office/drawing/2014/main" id="{0D370513-9810-450A-8578-F362A43C5BB2}"/>
              </a:ext>
            </a:extLst>
          </p:cNvPr>
          <p:cNvSpPr>
            <a:spLocks noGrp="1"/>
          </p:cNvSpPr>
          <p:nvPr/>
        </p:nvSpPr>
        <p:spPr>
          <a:xfrm>
            <a:off x="10677525" y="5724525"/>
            <a:ext cx="3419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Predict intensity</a:t>
            </a:r>
          </a:p>
        </p:txBody>
      </p:sp>
      <p:sp>
        <p:nvSpPr>
          <p:cNvPr id="465" name="visual-191">
            <a:extLst>
              <a:ext uri="{FF2B5EF4-FFF2-40B4-BE49-F238E27FC236}">
                <a16:creationId xmlns:a16="http://schemas.microsoft.com/office/drawing/2014/main" id="{239858C7-17DF-476D-9F41-5E5DA861C7F8}"/>
              </a:ext>
            </a:extLst>
          </p:cNvPr>
          <p:cNvSpPr>
            <a:spLocks noGrp="1"/>
          </p:cNvSpPr>
          <p:nvPr/>
        </p:nvSpPr>
        <p:spPr>
          <a:xfrm>
            <a:off x="10858500" y="8277225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Refine symbols</a:t>
            </a:r>
          </a:p>
        </p:txBody>
      </p:sp>
      <p:sp>
        <p:nvSpPr>
          <p:cNvPr id="466" name="visual-192">
            <a:extLst>
              <a:ext uri="{FF2B5EF4-FFF2-40B4-BE49-F238E27FC236}">
                <a16:creationId xmlns:a16="http://schemas.microsoft.com/office/drawing/2014/main" id="{3674970E-9F6A-4526-A1D5-0D2ACF59FF4C}"/>
              </a:ext>
            </a:extLst>
          </p:cNvPr>
          <p:cNvSpPr>
            <a:spLocks noGrp="1"/>
          </p:cNvSpPr>
          <p:nvPr/>
        </p:nvSpPr>
        <p:spPr>
          <a:xfrm>
            <a:off x="10944225" y="62103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7" name="visual-193">
            <a:extLst>
              <a:ext uri="{FF2B5EF4-FFF2-40B4-BE49-F238E27FC236}">
                <a16:creationId xmlns:a16="http://schemas.microsoft.com/office/drawing/2014/main" id="{48EA4CE1-FB1D-4855-9AC3-DBB393D80855}"/>
              </a:ext>
            </a:extLst>
          </p:cNvPr>
          <p:cNvSpPr>
            <a:spLocks noGrp="1"/>
          </p:cNvSpPr>
          <p:nvPr/>
        </p:nvSpPr>
        <p:spPr>
          <a:xfrm>
            <a:off x="10963275" y="62007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68" name="visual-194">
            <a:extLst>
              <a:ext uri="{FF2B5EF4-FFF2-40B4-BE49-F238E27FC236}">
                <a16:creationId xmlns:a16="http://schemas.microsoft.com/office/drawing/2014/main" id="{F7DA916A-9A24-4C0C-A311-BDD16EC59014}"/>
              </a:ext>
            </a:extLst>
          </p:cNvPr>
          <p:cNvSpPr>
            <a:spLocks noGrp="1"/>
          </p:cNvSpPr>
          <p:nvPr/>
        </p:nvSpPr>
        <p:spPr>
          <a:xfrm>
            <a:off x="13306425" y="7620000"/>
            <a:ext cx="285750" cy="285750"/>
          </a:xfrm>
          <a:prstGeom prst="ellipse">
            <a:avLst/>
          </a:prstGeom>
          <a:solidFill>
            <a:srgbClr val="FCF1DF"/>
          </a:solidFill>
          <a:ln w="14288">
            <a:solidFill>
              <a:srgbClr val="B56D18"/>
            </a:solidFill>
            <a:prstDash val="solid"/>
          </a:ln>
        </p:spPr>
      </p:sp>
      <p:sp>
        <p:nvSpPr>
          <p:cNvPr id="469" name="visual-195">
            <a:extLst>
              <a:ext uri="{FF2B5EF4-FFF2-40B4-BE49-F238E27FC236}">
                <a16:creationId xmlns:a16="http://schemas.microsoft.com/office/drawing/2014/main" id="{4E2E9942-C05B-4FF8-A7F7-B6EC9CD9B28A}"/>
              </a:ext>
            </a:extLst>
          </p:cNvPr>
          <p:cNvSpPr>
            <a:spLocks noGrp="1"/>
          </p:cNvSpPr>
          <p:nvPr/>
        </p:nvSpPr>
        <p:spPr>
          <a:xfrm>
            <a:off x="13325475" y="7610475"/>
            <a:ext cx="257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470" name="visual-196">
            <a:extLst>
              <a:ext uri="{FF2B5EF4-FFF2-40B4-BE49-F238E27FC236}">
                <a16:creationId xmlns:a16="http://schemas.microsoft.com/office/drawing/2014/main" id="{0174B73A-9773-4EC5-86A0-EFDA016635F0}"/>
              </a:ext>
            </a:extLst>
          </p:cNvPr>
          <p:cNvSpPr>
            <a:spLocks noGrp="1"/>
          </p:cNvSpPr>
          <p:nvPr/>
        </p:nvSpPr>
        <p:spPr>
          <a:xfrm>
            <a:off x="10544175" y="8848725"/>
            <a:ext cx="3219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Reference-assisted GS</a:t>
            </a:r>
          </a:p>
        </p:txBody>
      </p:sp>
      <p:sp>
        <p:nvSpPr>
          <p:cNvPr id="471" name="path-197">
            <a:extLst>
              <a:ext uri="{FF2B5EF4-FFF2-40B4-BE49-F238E27FC236}">
                <a16:creationId xmlns:a16="http://schemas.microsoft.com/office/drawing/2014/main" id="{C38F77FA-CA6D-431C-82E7-7BF441925AA8}"/>
              </a:ext>
            </a:extLst>
          </p:cNvPr>
          <p:cNvSpPr>
            <a:spLocks noGrp="1"/>
          </p:cNvSpPr>
          <p:nvPr/>
        </p:nvSpPr>
        <p:spPr>
          <a:xfrm>
            <a:off x="7639050" y="7058025"/>
            <a:ext cx="647700" cy="953"/>
          </a:xfrm>
          <a:custGeom>
            <a:avLst/>
            <a:gdLst/>
            <a:ahLst/>
            <a:cxnLst/>
            <a:rect l="0" t="0" r="0" b="0"/>
            <a:pathLst>
              <a:path w="647700" h="953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2" name="path-198">
            <a:extLst>
              <a:ext uri="{FF2B5EF4-FFF2-40B4-BE49-F238E27FC236}">
                <a16:creationId xmlns:a16="http://schemas.microsoft.com/office/drawing/2014/main" id="{332EA645-BD8A-4941-B614-46104E558F52}"/>
              </a:ext>
            </a:extLst>
          </p:cNvPr>
          <p:cNvSpPr>
            <a:spLocks noGrp="1"/>
          </p:cNvSpPr>
          <p:nvPr/>
        </p:nvSpPr>
        <p:spPr>
          <a:xfrm>
            <a:off x="8286750" y="7058025"/>
            <a:ext cx="953" cy="2752725"/>
          </a:xfrm>
          <a:custGeom>
            <a:avLst/>
            <a:gdLst/>
            <a:ahLst/>
            <a:cxnLst/>
            <a:rect l="0" t="0" r="0" b="0"/>
            <a:pathLst>
              <a:path w="953" h="2752725">
                <a:moveTo>
                  <a:pt x="0" y="0"/>
                </a:moveTo>
                <a:lnTo>
                  <a:pt x="0" y="2752725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3" name="path-199">
            <a:extLst>
              <a:ext uri="{FF2B5EF4-FFF2-40B4-BE49-F238E27FC236}">
                <a16:creationId xmlns:a16="http://schemas.microsoft.com/office/drawing/2014/main" id="{8899E59B-6892-4B5A-B1E8-B7895E652C3E}"/>
              </a:ext>
            </a:extLst>
          </p:cNvPr>
          <p:cNvSpPr>
            <a:spLocks noGrp="1"/>
          </p:cNvSpPr>
          <p:nvPr/>
        </p:nvSpPr>
        <p:spPr>
          <a:xfrm>
            <a:off x="8286750" y="9810750"/>
            <a:ext cx="5715000" cy="953"/>
          </a:xfrm>
          <a:custGeom>
            <a:avLst/>
            <a:gdLst/>
            <a:ahLst/>
            <a:cxnLst/>
            <a:rect l="0" t="0" r="0" b="0"/>
            <a:pathLst>
              <a:path w="5715000" h="953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4" name="path-200">
            <a:extLst>
              <a:ext uri="{FF2B5EF4-FFF2-40B4-BE49-F238E27FC236}">
                <a16:creationId xmlns:a16="http://schemas.microsoft.com/office/drawing/2014/main" id="{A917E9EC-8241-4945-8C4C-9F28C2744FF8}"/>
              </a:ext>
            </a:extLst>
          </p:cNvPr>
          <p:cNvSpPr>
            <a:spLocks noGrp="1"/>
          </p:cNvSpPr>
          <p:nvPr/>
        </p:nvSpPr>
        <p:spPr>
          <a:xfrm>
            <a:off x="14001750" y="7515225"/>
            <a:ext cx="953" cy="2295525"/>
          </a:xfrm>
          <a:custGeom>
            <a:avLst/>
            <a:gdLst/>
            <a:ahLst/>
            <a:cxnLst/>
            <a:rect l="0" t="0" r="0" b="0"/>
            <a:pathLst>
              <a:path w="953" h="2295525">
                <a:moveTo>
                  <a:pt x="0" y="2295525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5" name="path-201">
            <a:extLst>
              <a:ext uri="{FF2B5EF4-FFF2-40B4-BE49-F238E27FC236}">
                <a16:creationId xmlns:a16="http://schemas.microsoft.com/office/drawing/2014/main" id="{FB726048-4E10-4D86-834F-085AB93F4A1E}"/>
              </a:ext>
            </a:extLst>
          </p:cNvPr>
          <p:cNvSpPr>
            <a:spLocks noGrp="1"/>
          </p:cNvSpPr>
          <p:nvPr/>
        </p:nvSpPr>
        <p:spPr>
          <a:xfrm>
            <a:off x="13359765" y="7515225"/>
            <a:ext cx="641985" cy="953"/>
          </a:xfrm>
          <a:custGeom>
            <a:avLst/>
            <a:gdLst/>
            <a:ahLst/>
            <a:cxnLst/>
            <a:rect l="0" t="0" r="0" b="0"/>
            <a:pathLst>
              <a:path w="641985" h="953">
                <a:moveTo>
                  <a:pt x="641985" y="0"/>
                </a:moveTo>
                <a:lnTo>
                  <a:pt x="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76" name="path-202">
            <a:extLst>
              <a:ext uri="{FF2B5EF4-FFF2-40B4-BE49-F238E27FC236}">
                <a16:creationId xmlns:a16="http://schemas.microsoft.com/office/drawing/2014/main" id="{66551E32-3053-4706-B5E2-C475A8327C9E}"/>
              </a:ext>
            </a:extLst>
          </p:cNvPr>
          <p:cNvSpPr>
            <a:spLocks noGrp="1"/>
          </p:cNvSpPr>
          <p:nvPr/>
        </p:nvSpPr>
        <p:spPr>
          <a:xfrm>
            <a:off x="13268325" y="7469505"/>
            <a:ext cx="114300" cy="91440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7" name="visual-203">
            <a:extLst>
              <a:ext uri="{FF2B5EF4-FFF2-40B4-BE49-F238E27FC236}">
                <a16:creationId xmlns:a16="http://schemas.microsoft.com/office/drawing/2014/main" id="{BED1DCD6-917A-4DFB-B782-A616FFDCE31E}"/>
              </a:ext>
            </a:extLst>
          </p:cNvPr>
          <p:cNvSpPr>
            <a:spLocks noGrp="1"/>
          </p:cNvSpPr>
          <p:nvPr/>
        </p:nvSpPr>
        <p:spPr>
          <a:xfrm>
            <a:off x="9248775" y="9610725"/>
            <a:ext cx="3286125" cy="4095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78" name="visual-204">
            <a:extLst>
              <a:ext uri="{FF2B5EF4-FFF2-40B4-BE49-F238E27FC236}">
                <a16:creationId xmlns:a16="http://schemas.microsoft.com/office/drawing/2014/main" id="{50607A58-D7C7-4FAB-BAE5-EAA9D5EDB155}"/>
              </a:ext>
            </a:extLst>
          </p:cNvPr>
          <p:cNvSpPr>
            <a:spLocks noGrp="1"/>
          </p:cNvSpPr>
          <p:nvPr/>
        </p:nvSpPr>
        <p:spPr>
          <a:xfrm>
            <a:off x="9315450" y="9620250"/>
            <a:ext cx="31527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Use learned channel</a:t>
            </a:r>
          </a:p>
        </p:txBody>
      </p:sp>
      <p:sp>
        <p:nvSpPr>
          <p:cNvPr id="479" name="path-205">
            <a:extLst>
              <a:ext uri="{FF2B5EF4-FFF2-40B4-BE49-F238E27FC236}">
                <a16:creationId xmlns:a16="http://schemas.microsoft.com/office/drawing/2014/main" id="{F854541D-36F2-4DB3-BFE8-6CDD7066D7E4}"/>
              </a:ext>
            </a:extLst>
          </p:cNvPr>
          <p:cNvSpPr>
            <a:spLocks noGrp="1"/>
          </p:cNvSpPr>
          <p:nvPr/>
        </p:nvSpPr>
        <p:spPr>
          <a:xfrm>
            <a:off x="13696950" y="6981825"/>
            <a:ext cx="539115" cy="953"/>
          </a:xfrm>
          <a:custGeom>
            <a:avLst/>
            <a:gdLst/>
            <a:ahLst/>
            <a:cxnLst/>
            <a:rect l="0" t="0" r="0" b="0"/>
            <a:pathLst>
              <a:path w="539115" h="953">
                <a:moveTo>
                  <a:pt x="0" y="0"/>
                </a:moveTo>
                <a:lnTo>
                  <a:pt x="539115" y="0"/>
                </a:lnTo>
              </a:path>
            </a:pathLst>
          </a:custGeom>
          <a:noFill/>
          <a:ln w="28575">
            <a:solidFill>
              <a:srgbClr val="246A96"/>
            </a:solidFill>
            <a:prstDash val="solid"/>
          </a:ln>
        </p:spPr>
      </p:sp>
      <p:sp>
        <p:nvSpPr>
          <p:cNvPr id="480" name="path-206">
            <a:extLst>
              <a:ext uri="{FF2B5EF4-FFF2-40B4-BE49-F238E27FC236}">
                <a16:creationId xmlns:a16="http://schemas.microsoft.com/office/drawing/2014/main" id="{9515EA62-A0B4-497A-8F64-2AF39B676B31}"/>
              </a:ext>
            </a:extLst>
          </p:cNvPr>
          <p:cNvSpPr>
            <a:spLocks noGrp="1"/>
          </p:cNvSpPr>
          <p:nvPr/>
        </p:nvSpPr>
        <p:spPr>
          <a:xfrm>
            <a:off x="14211300" y="6932295"/>
            <a:ext cx="123825" cy="99060"/>
          </a:xfrm>
          <a:custGeom>
            <a:avLst/>
            <a:gdLst/>
            <a:ahLst/>
            <a:cxnLst/>
            <a:rect l="0" t="0" r="0" b="0"/>
            <a:pathLst>
              <a:path w="123825" h="99060">
                <a:moveTo>
                  <a:pt x="123825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1" name="path-207">
            <a:extLst>
              <a:ext uri="{FF2B5EF4-FFF2-40B4-BE49-F238E27FC236}">
                <a16:creationId xmlns:a16="http://schemas.microsoft.com/office/drawing/2014/main" id="{FAAE170C-E8F6-4694-9337-CA56E01A7AB3}"/>
              </a:ext>
            </a:extLst>
          </p:cNvPr>
          <p:cNvSpPr>
            <a:spLocks noGrp="1"/>
          </p:cNvSpPr>
          <p:nvPr/>
        </p:nvSpPr>
        <p:spPr>
          <a:xfrm>
            <a:off x="14678025" y="6953250"/>
            <a:ext cx="1657350" cy="953"/>
          </a:xfrm>
          <a:custGeom>
            <a:avLst/>
            <a:gdLst/>
            <a:ahLst/>
            <a:cxnLst/>
            <a:rect l="0" t="0" r="0" b="0"/>
            <a:pathLst>
              <a:path w="1657350" h="953">
                <a:moveTo>
                  <a:pt x="0" y="0"/>
                </a:moveTo>
                <a:lnTo>
                  <a:pt x="1657350" y="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2" name="path-208">
            <a:extLst>
              <a:ext uri="{FF2B5EF4-FFF2-40B4-BE49-F238E27FC236}">
                <a16:creationId xmlns:a16="http://schemas.microsoft.com/office/drawing/2014/main" id="{E8A83089-DF12-41C5-B97C-5144BBB2EBB7}"/>
              </a:ext>
            </a:extLst>
          </p:cNvPr>
          <p:cNvSpPr>
            <a:spLocks noGrp="1"/>
          </p:cNvSpPr>
          <p:nvPr/>
        </p:nvSpPr>
        <p:spPr>
          <a:xfrm>
            <a:off x="15506700" y="6191250"/>
            <a:ext cx="953" cy="1524000"/>
          </a:xfrm>
          <a:custGeom>
            <a:avLst/>
            <a:gdLst/>
            <a:ahLst/>
            <a:cxnLst/>
            <a:rect l="0" t="0" r="0" b="0"/>
            <a:pathLst>
              <a:path w="953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4288">
            <a:solidFill>
              <a:srgbClr val="CCD9E2"/>
            </a:solidFill>
            <a:prstDash val="solid"/>
          </a:ln>
        </p:spPr>
      </p:sp>
      <p:sp>
        <p:nvSpPr>
          <p:cNvPr id="483" name="visual-209">
            <a:extLst>
              <a:ext uri="{FF2B5EF4-FFF2-40B4-BE49-F238E27FC236}">
                <a16:creationId xmlns:a16="http://schemas.microsoft.com/office/drawing/2014/main" id="{CDE0B10B-1DD7-452B-9F2E-686704670BD8}"/>
              </a:ext>
            </a:extLst>
          </p:cNvPr>
          <p:cNvSpPr>
            <a:spLocks noGrp="1"/>
          </p:cNvSpPr>
          <p:nvPr/>
        </p:nvSpPr>
        <p:spPr>
          <a:xfrm>
            <a:off x="15392400" y="589597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84" name="visual-210">
            <a:extLst>
              <a:ext uri="{FF2B5EF4-FFF2-40B4-BE49-F238E27FC236}">
                <a16:creationId xmlns:a16="http://schemas.microsoft.com/office/drawing/2014/main" id="{55B7344F-CB0F-4FAB-9605-6D8580EA14F0}"/>
              </a:ext>
            </a:extLst>
          </p:cNvPr>
          <p:cNvSpPr>
            <a:spLocks noGrp="1"/>
          </p:cNvSpPr>
          <p:nvPr/>
        </p:nvSpPr>
        <p:spPr>
          <a:xfrm>
            <a:off x="16383000" y="6791325"/>
            <a:ext cx="285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85" name="visual-211">
            <a:extLst>
              <a:ext uri="{FF2B5EF4-FFF2-40B4-BE49-F238E27FC236}">
                <a16:creationId xmlns:a16="http://schemas.microsoft.com/office/drawing/2014/main" id="{941A59B9-255D-4DDE-B713-FFBC37B6CF99}"/>
              </a:ext>
            </a:extLst>
          </p:cNvPr>
          <p:cNvSpPr>
            <a:spLocks noGrp="1"/>
          </p:cNvSpPr>
          <p:nvPr/>
        </p:nvSpPr>
        <p:spPr>
          <a:xfrm>
            <a:off x="1504950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6" name="visual-212">
            <a:extLst>
              <a:ext uri="{FF2B5EF4-FFF2-40B4-BE49-F238E27FC236}">
                <a16:creationId xmlns:a16="http://schemas.microsoft.com/office/drawing/2014/main" id="{BF874D31-A3DB-4796-9F49-1165AEF47BFD}"/>
              </a:ext>
            </a:extLst>
          </p:cNvPr>
          <p:cNvSpPr>
            <a:spLocks noGrp="1"/>
          </p:cNvSpPr>
          <p:nvPr/>
        </p:nvSpPr>
        <p:spPr>
          <a:xfrm>
            <a:off x="1504950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7" name="visual-213">
            <a:extLst>
              <a:ext uri="{FF2B5EF4-FFF2-40B4-BE49-F238E27FC236}">
                <a16:creationId xmlns:a16="http://schemas.microsoft.com/office/drawing/2014/main" id="{191625DF-E9C6-401D-A10F-A401AB0C7F90}"/>
              </a:ext>
            </a:extLst>
          </p:cNvPr>
          <p:cNvSpPr>
            <a:spLocks noGrp="1"/>
          </p:cNvSpPr>
          <p:nvPr/>
        </p:nvSpPr>
        <p:spPr>
          <a:xfrm>
            <a:off x="15830550" y="651510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8" name="visual-214">
            <a:extLst>
              <a:ext uri="{FF2B5EF4-FFF2-40B4-BE49-F238E27FC236}">
                <a16:creationId xmlns:a16="http://schemas.microsoft.com/office/drawing/2014/main" id="{0CED8BB2-87D8-4535-AFDC-2F6E7DCC9B99}"/>
              </a:ext>
            </a:extLst>
          </p:cNvPr>
          <p:cNvSpPr>
            <a:spLocks noGrp="1"/>
          </p:cNvSpPr>
          <p:nvPr/>
        </p:nvSpPr>
        <p:spPr>
          <a:xfrm>
            <a:off x="15830550" y="7258050"/>
            <a:ext cx="133350" cy="13335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89" name="visual-215">
            <a:extLst>
              <a:ext uri="{FF2B5EF4-FFF2-40B4-BE49-F238E27FC236}">
                <a16:creationId xmlns:a16="http://schemas.microsoft.com/office/drawing/2014/main" id="{A1C32073-F12B-4946-A22F-ED68764B9CEE}"/>
              </a:ext>
            </a:extLst>
          </p:cNvPr>
          <p:cNvSpPr>
            <a:spLocks noGrp="1"/>
          </p:cNvSpPr>
          <p:nvPr/>
        </p:nvSpPr>
        <p:spPr>
          <a:xfrm>
            <a:off x="14335125" y="8001000"/>
            <a:ext cx="25050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Resolved symbols</a:t>
            </a:r>
          </a:p>
        </p:txBody>
      </p:sp>
      <p:sp>
        <p:nvSpPr>
          <p:cNvPr id="490" name="path-216">
            <a:extLst>
              <a:ext uri="{FF2B5EF4-FFF2-40B4-BE49-F238E27FC236}">
                <a16:creationId xmlns:a16="http://schemas.microsoft.com/office/drawing/2014/main" id="{4DD80317-A0A6-40E8-BD09-18C441031200}"/>
              </a:ext>
            </a:extLst>
          </p:cNvPr>
          <p:cNvSpPr>
            <a:spLocks noGrp="1"/>
          </p:cNvSpPr>
          <p:nvPr/>
        </p:nvSpPr>
        <p:spPr>
          <a:xfrm>
            <a:off x="15506700" y="8420100"/>
            <a:ext cx="953" cy="220980"/>
          </a:xfrm>
          <a:custGeom>
            <a:avLst/>
            <a:gdLst/>
            <a:ahLst/>
            <a:cxnLst/>
            <a:rect l="0" t="0" r="0" b="0"/>
            <a:pathLst>
              <a:path w="953" h="220980">
                <a:moveTo>
                  <a:pt x="0" y="0"/>
                </a:moveTo>
                <a:lnTo>
                  <a:pt x="0" y="22098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491" name="path-217">
            <a:extLst>
              <a:ext uri="{FF2B5EF4-FFF2-40B4-BE49-F238E27FC236}">
                <a16:creationId xmlns:a16="http://schemas.microsoft.com/office/drawing/2014/main" id="{B638BE9C-006C-419F-9312-E37FF9B80BF1}"/>
              </a:ext>
            </a:extLst>
          </p:cNvPr>
          <p:cNvSpPr>
            <a:spLocks noGrp="1"/>
          </p:cNvSpPr>
          <p:nvPr/>
        </p:nvSpPr>
        <p:spPr>
          <a:xfrm>
            <a:off x="15464790" y="8620125"/>
            <a:ext cx="83820" cy="104775"/>
          </a:xfrm>
          <a:custGeom>
            <a:avLst/>
            <a:gdLst/>
            <a:ahLst/>
            <a:cxnLst/>
            <a:rect l="0" t="0" r="0" b="0"/>
            <a:pathLst>
              <a:path w="83820" h="104775">
                <a:moveTo>
                  <a:pt x="41910" y="104775"/>
                </a:moveTo>
                <a:lnTo>
                  <a:pt x="0" y="0"/>
                </a:lnTo>
                <a:lnTo>
                  <a:pt x="8382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2" name="visual-218">
            <a:extLst>
              <a:ext uri="{FF2B5EF4-FFF2-40B4-BE49-F238E27FC236}">
                <a16:creationId xmlns:a16="http://schemas.microsoft.com/office/drawing/2014/main" id="{41A670EF-DB31-4398-B0DF-2ACDE7CB375F}"/>
              </a:ext>
            </a:extLst>
          </p:cNvPr>
          <p:cNvSpPr>
            <a:spLocks noGrp="1"/>
          </p:cNvSpPr>
          <p:nvPr/>
        </p:nvSpPr>
        <p:spPr>
          <a:xfrm>
            <a:off x="14306550" y="883920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93" name="visual-219">
            <a:extLst>
              <a:ext uri="{FF2B5EF4-FFF2-40B4-BE49-F238E27FC236}">
                <a16:creationId xmlns:a16="http://schemas.microsoft.com/office/drawing/2014/main" id="{98030384-8B84-4602-8BDB-CACCBF20E3DF}"/>
              </a:ext>
            </a:extLst>
          </p:cNvPr>
          <p:cNvSpPr>
            <a:spLocks noGrp="1"/>
          </p:cNvSpPr>
          <p:nvPr/>
        </p:nvSpPr>
        <p:spPr>
          <a:xfrm>
            <a:off x="14306550" y="9467850"/>
            <a:ext cx="314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494" name="path-220">
            <a:extLst>
              <a:ext uri="{FF2B5EF4-FFF2-40B4-BE49-F238E27FC236}">
                <a16:creationId xmlns:a16="http://schemas.microsoft.com/office/drawing/2014/main" id="{D810231F-542C-49D0-B902-E68E78B77F3F}"/>
              </a:ext>
            </a:extLst>
          </p:cNvPr>
          <p:cNvSpPr>
            <a:spLocks noGrp="1"/>
          </p:cNvSpPr>
          <p:nvPr/>
        </p:nvSpPr>
        <p:spPr>
          <a:xfrm>
            <a:off x="14678025" y="902017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495" name="path-221">
            <a:extLst>
              <a:ext uri="{FF2B5EF4-FFF2-40B4-BE49-F238E27FC236}">
                <a16:creationId xmlns:a16="http://schemas.microsoft.com/office/drawing/2014/main" id="{04CAF36B-B7E5-49E5-B084-91BF3198A749}"/>
              </a:ext>
            </a:extLst>
          </p:cNvPr>
          <p:cNvSpPr>
            <a:spLocks noGrp="1"/>
          </p:cNvSpPr>
          <p:nvPr/>
        </p:nvSpPr>
        <p:spPr>
          <a:xfrm>
            <a:off x="14678025" y="881062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419100"/>
                </a:lnTo>
                <a:lnTo>
                  <a:pt x="450056" y="41910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0"/>
                </a:lnTo>
                <a:lnTo>
                  <a:pt x="900113" y="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0"/>
                </a:lnTo>
                <a:lnTo>
                  <a:pt x="1575197" y="0"/>
                </a:lnTo>
                <a:lnTo>
                  <a:pt x="1575197" y="419100"/>
                </a:lnTo>
                <a:lnTo>
                  <a:pt x="1800225" y="419100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496" name="visual-222">
            <a:extLst>
              <a:ext uri="{FF2B5EF4-FFF2-40B4-BE49-F238E27FC236}">
                <a16:creationId xmlns:a16="http://schemas.microsoft.com/office/drawing/2014/main" id="{3BD4D3A0-379E-46FA-96EF-96BAACB99553}"/>
              </a:ext>
            </a:extLst>
          </p:cNvPr>
          <p:cNvSpPr>
            <a:spLocks noGrp="1"/>
          </p:cNvSpPr>
          <p:nvPr/>
        </p:nvSpPr>
        <p:spPr>
          <a:xfrm>
            <a:off x="14760059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7" name="visual-223">
            <a:extLst>
              <a:ext uri="{FF2B5EF4-FFF2-40B4-BE49-F238E27FC236}">
                <a16:creationId xmlns:a16="http://schemas.microsoft.com/office/drawing/2014/main" id="{A0CB208C-C01E-463E-BCB9-38C585B0D666}"/>
              </a:ext>
            </a:extLst>
          </p:cNvPr>
          <p:cNvSpPr>
            <a:spLocks noGrp="1"/>
          </p:cNvSpPr>
          <p:nvPr/>
        </p:nvSpPr>
        <p:spPr>
          <a:xfrm>
            <a:off x="14985087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8" name="visual-224">
            <a:extLst>
              <a:ext uri="{FF2B5EF4-FFF2-40B4-BE49-F238E27FC236}">
                <a16:creationId xmlns:a16="http://schemas.microsoft.com/office/drawing/2014/main" id="{A4628A06-0576-486C-87DA-49114B34FD94}"/>
              </a:ext>
            </a:extLst>
          </p:cNvPr>
          <p:cNvSpPr>
            <a:spLocks noGrp="1"/>
          </p:cNvSpPr>
          <p:nvPr/>
        </p:nvSpPr>
        <p:spPr>
          <a:xfrm>
            <a:off x="15210115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9" name="visual-225">
            <a:extLst>
              <a:ext uri="{FF2B5EF4-FFF2-40B4-BE49-F238E27FC236}">
                <a16:creationId xmlns:a16="http://schemas.microsoft.com/office/drawing/2014/main" id="{FEE3CE9F-7E92-4959-A575-F9CE9820BA60}"/>
              </a:ext>
            </a:extLst>
          </p:cNvPr>
          <p:cNvSpPr>
            <a:spLocks noGrp="1"/>
          </p:cNvSpPr>
          <p:nvPr/>
        </p:nvSpPr>
        <p:spPr>
          <a:xfrm>
            <a:off x="15435143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0" name="visual-226">
            <a:extLst>
              <a:ext uri="{FF2B5EF4-FFF2-40B4-BE49-F238E27FC236}">
                <a16:creationId xmlns:a16="http://schemas.microsoft.com/office/drawing/2014/main" id="{9ED1051D-5AF6-4890-BE1E-0EC9278AA2CB}"/>
              </a:ext>
            </a:extLst>
          </p:cNvPr>
          <p:cNvSpPr>
            <a:spLocks noGrp="1"/>
          </p:cNvSpPr>
          <p:nvPr/>
        </p:nvSpPr>
        <p:spPr>
          <a:xfrm>
            <a:off x="15660172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1" name="visual-227">
            <a:extLst>
              <a:ext uri="{FF2B5EF4-FFF2-40B4-BE49-F238E27FC236}">
                <a16:creationId xmlns:a16="http://schemas.microsoft.com/office/drawing/2014/main" id="{41B54AF5-6AE3-4254-B9B1-CA668695291A}"/>
              </a:ext>
            </a:extLst>
          </p:cNvPr>
          <p:cNvSpPr>
            <a:spLocks noGrp="1"/>
          </p:cNvSpPr>
          <p:nvPr/>
        </p:nvSpPr>
        <p:spPr>
          <a:xfrm>
            <a:off x="15885200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2" name="visual-228">
            <a:extLst>
              <a:ext uri="{FF2B5EF4-FFF2-40B4-BE49-F238E27FC236}">
                <a16:creationId xmlns:a16="http://schemas.microsoft.com/office/drawing/2014/main" id="{B2E12AA8-B3CE-4C28-BBD9-16223D76D1FD}"/>
              </a:ext>
            </a:extLst>
          </p:cNvPr>
          <p:cNvSpPr>
            <a:spLocks noGrp="1"/>
          </p:cNvSpPr>
          <p:nvPr/>
        </p:nvSpPr>
        <p:spPr>
          <a:xfrm>
            <a:off x="16110228" y="87801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3" name="visual-229">
            <a:extLst>
              <a:ext uri="{FF2B5EF4-FFF2-40B4-BE49-F238E27FC236}">
                <a16:creationId xmlns:a16="http://schemas.microsoft.com/office/drawing/2014/main" id="{2D697618-B507-4925-938B-983B2B002A08}"/>
              </a:ext>
            </a:extLst>
          </p:cNvPr>
          <p:cNvSpPr>
            <a:spLocks noGrp="1"/>
          </p:cNvSpPr>
          <p:nvPr/>
        </p:nvSpPr>
        <p:spPr>
          <a:xfrm>
            <a:off x="16335256" y="9199245"/>
            <a:ext cx="60960" cy="60960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504" name="path-230">
            <a:extLst>
              <a:ext uri="{FF2B5EF4-FFF2-40B4-BE49-F238E27FC236}">
                <a16:creationId xmlns:a16="http://schemas.microsoft.com/office/drawing/2014/main" id="{618B1B36-8F11-4D8F-B3A5-4689F1FE83EB}"/>
              </a:ext>
            </a:extLst>
          </p:cNvPr>
          <p:cNvSpPr>
            <a:spLocks noGrp="1"/>
          </p:cNvSpPr>
          <p:nvPr/>
        </p:nvSpPr>
        <p:spPr>
          <a:xfrm>
            <a:off x="14678025" y="9648825"/>
            <a:ext cx="1800225" cy="953"/>
          </a:xfrm>
          <a:custGeom>
            <a:avLst/>
            <a:gdLst/>
            <a:ahLst/>
            <a:cxnLst/>
            <a:rect l="0" t="0" r="0" b="0"/>
            <a:pathLst>
              <a:path w="1800225" h="953">
                <a:moveTo>
                  <a:pt x="0" y="0"/>
                </a:moveTo>
                <a:lnTo>
                  <a:pt x="18002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505" name="path-231">
            <a:extLst>
              <a:ext uri="{FF2B5EF4-FFF2-40B4-BE49-F238E27FC236}">
                <a16:creationId xmlns:a16="http://schemas.microsoft.com/office/drawing/2014/main" id="{D3DBDC73-24D4-4F24-BE73-6D8E4BD4939A}"/>
              </a:ext>
            </a:extLst>
          </p:cNvPr>
          <p:cNvSpPr>
            <a:spLocks noGrp="1"/>
          </p:cNvSpPr>
          <p:nvPr/>
        </p:nvSpPr>
        <p:spPr>
          <a:xfrm>
            <a:off x="14678025" y="9439275"/>
            <a:ext cx="1800225" cy="419100"/>
          </a:xfrm>
          <a:custGeom>
            <a:avLst/>
            <a:gdLst/>
            <a:ahLst/>
            <a:cxnLst/>
            <a:rect l="0" t="0" r="0" b="0"/>
            <a:pathLst>
              <a:path w="1800225" h="419100">
                <a:moveTo>
                  <a:pt x="0" y="0"/>
                </a:moveTo>
                <a:lnTo>
                  <a:pt x="225028" y="0"/>
                </a:lnTo>
                <a:lnTo>
                  <a:pt x="225028" y="0"/>
                </a:lnTo>
                <a:lnTo>
                  <a:pt x="450056" y="0"/>
                </a:lnTo>
                <a:lnTo>
                  <a:pt x="450056" y="419100"/>
                </a:lnTo>
                <a:lnTo>
                  <a:pt x="675084" y="419100"/>
                </a:lnTo>
                <a:lnTo>
                  <a:pt x="675084" y="419100"/>
                </a:lnTo>
                <a:lnTo>
                  <a:pt x="900113" y="419100"/>
                </a:lnTo>
                <a:lnTo>
                  <a:pt x="900113" y="0"/>
                </a:lnTo>
                <a:lnTo>
                  <a:pt x="1125141" y="0"/>
                </a:lnTo>
                <a:lnTo>
                  <a:pt x="1125141" y="419100"/>
                </a:lnTo>
                <a:lnTo>
                  <a:pt x="1350169" y="419100"/>
                </a:lnTo>
                <a:lnTo>
                  <a:pt x="1350169" y="419100"/>
                </a:lnTo>
                <a:lnTo>
                  <a:pt x="1575197" y="419100"/>
                </a:lnTo>
                <a:lnTo>
                  <a:pt x="1575197" y="0"/>
                </a:lnTo>
                <a:lnTo>
                  <a:pt x="1800225" y="0"/>
                </a:lnTo>
              </a:path>
            </a:pathLst>
          </a:cu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506" name="visual-232">
            <a:extLst>
              <a:ext uri="{FF2B5EF4-FFF2-40B4-BE49-F238E27FC236}">
                <a16:creationId xmlns:a16="http://schemas.microsoft.com/office/drawing/2014/main" id="{6EA7B0F4-3998-409A-809C-1F780BF0F56B}"/>
              </a:ext>
            </a:extLst>
          </p:cNvPr>
          <p:cNvSpPr>
            <a:spLocks noGrp="1"/>
          </p:cNvSpPr>
          <p:nvPr/>
        </p:nvSpPr>
        <p:spPr>
          <a:xfrm>
            <a:off x="14760059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7" name="visual-233">
            <a:extLst>
              <a:ext uri="{FF2B5EF4-FFF2-40B4-BE49-F238E27FC236}">
                <a16:creationId xmlns:a16="http://schemas.microsoft.com/office/drawing/2014/main" id="{0A09445C-687F-4C8D-89DA-27A57122413E}"/>
              </a:ext>
            </a:extLst>
          </p:cNvPr>
          <p:cNvSpPr>
            <a:spLocks noGrp="1"/>
          </p:cNvSpPr>
          <p:nvPr/>
        </p:nvSpPr>
        <p:spPr>
          <a:xfrm>
            <a:off x="14985087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8" name="visual-234">
            <a:extLst>
              <a:ext uri="{FF2B5EF4-FFF2-40B4-BE49-F238E27FC236}">
                <a16:creationId xmlns:a16="http://schemas.microsoft.com/office/drawing/2014/main" id="{4AC8F77F-D1D1-45BD-8657-64D35DCE949F}"/>
              </a:ext>
            </a:extLst>
          </p:cNvPr>
          <p:cNvSpPr>
            <a:spLocks noGrp="1"/>
          </p:cNvSpPr>
          <p:nvPr/>
        </p:nvSpPr>
        <p:spPr>
          <a:xfrm>
            <a:off x="15210115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09" name="visual-235">
            <a:extLst>
              <a:ext uri="{FF2B5EF4-FFF2-40B4-BE49-F238E27FC236}">
                <a16:creationId xmlns:a16="http://schemas.microsoft.com/office/drawing/2014/main" id="{C2F0C8B2-9B48-4FC8-AE4F-7491E8E3A07B}"/>
              </a:ext>
            </a:extLst>
          </p:cNvPr>
          <p:cNvSpPr>
            <a:spLocks noGrp="1"/>
          </p:cNvSpPr>
          <p:nvPr/>
        </p:nvSpPr>
        <p:spPr>
          <a:xfrm>
            <a:off x="15435143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0" name="visual-236">
            <a:extLst>
              <a:ext uri="{FF2B5EF4-FFF2-40B4-BE49-F238E27FC236}">
                <a16:creationId xmlns:a16="http://schemas.microsoft.com/office/drawing/2014/main" id="{B64CCF64-4475-4710-9AC5-7ED696EA970D}"/>
              </a:ext>
            </a:extLst>
          </p:cNvPr>
          <p:cNvSpPr>
            <a:spLocks noGrp="1"/>
          </p:cNvSpPr>
          <p:nvPr/>
        </p:nvSpPr>
        <p:spPr>
          <a:xfrm>
            <a:off x="15660172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1" name="visual-237">
            <a:extLst>
              <a:ext uri="{FF2B5EF4-FFF2-40B4-BE49-F238E27FC236}">
                <a16:creationId xmlns:a16="http://schemas.microsoft.com/office/drawing/2014/main" id="{E8205AA8-A4FE-4068-A51C-658A84A5E6D5}"/>
              </a:ext>
            </a:extLst>
          </p:cNvPr>
          <p:cNvSpPr>
            <a:spLocks noGrp="1"/>
          </p:cNvSpPr>
          <p:nvPr/>
        </p:nvSpPr>
        <p:spPr>
          <a:xfrm>
            <a:off x="15885200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2" name="visual-238">
            <a:extLst>
              <a:ext uri="{FF2B5EF4-FFF2-40B4-BE49-F238E27FC236}">
                <a16:creationId xmlns:a16="http://schemas.microsoft.com/office/drawing/2014/main" id="{4BA24A16-E004-463F-8AAA-09C779E28F84}"/>
              </a:ext>
            </a:extLst>
          </p:cNvPr>
          <p:cNvSpPr>
            <a:spLocks noGrp="1"/>
          </p:cNvSpPr>
          <p:nvPr/>
        </p:nvSpPr>
        <p:spPr>
          <a:xfrm>
            <a:off x="16110228" y="98278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3" name="visual-239">
            <a:extLst>
              <a:ext uri="{FF2B5EF4-FFF2-40B4-BE49-F238E27FC236}">
                <a16:creationId xmlns:a16="http://schemas.microsoft.com/office/drawing/2014/main" id="{6CDB5D33-9B35-4E66-A01D-261AD5CF5EDD}"/>
              </a:ext>
            </a:extLst>
          </p:cNvPr>
          <p:cNvSpPr>
            <a:spLocks noGrp="1"/>
          </p:cNvSpPr>
          <p:nvPr/>
        </p:nvSpPr>
        <p:spPr>
          <a:xfrm>
            <a:off x="16335256" y="9408795"/>
            <a:ext cx="60960" cy="60960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14" name="visual-240">
            <a:extLst>
              <a:ext uri="{FF2B5EF4-FFF2-40B4-BE49-F238E27FC236}">
                <a16:creationId xmlns:a16="http://schemas.microsoft.com/office/drawing/2014/main" id="{752C528E-77B3-4132-A79A-CE4D7D7C3849}"/>
              </a:ext>
            </a:extLst>
          </p:cNvPr>
          <p:cNvSpPr>
            <a:spLocks noGrp="1"/>
          </p:cNvSpPr>
          <p:nvPr/>
        </p:nvSpPr>
        <p:spPr>
          <a:xfrm>
            <a:off x="13954125" y="10001250"/>
            <a:ext cx="29813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symbol sequence</a:t>
            </a:r>
          </a:p>
        </p:txBody>
      </p:sp>
    </p:spTree>
    <p:extLst>
      <p:ext uri="{BB962C8B-B14F-4D97-AF65-F5344CB8AC3E}">
        <p14:creationId xmlns:p14="http://schemas.microsoft.com/office/powerpoint/2010/main" val="95958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>
            <a:off x="12923327" y="4794789"/>
            <a:ext cx="3294197" cy="888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2" name="path-141">
            <a:extLst>
              <a:ext uri="{FF2B5EF4-FFF2-40B4-BE49-F238E27FC236}">
                <a16:creationId xmlns:a16="http://schemas.microsoft.com/office/drawing/2014/main" id="{3B7B2D92-5007-41D7-8A4A-E9E8168CEC7F}"/>
              </a:ext>
            </a:extLst>
          </p:cNvPr>
          <p:cNvSpPr>
            <a:spLocks noGrp="1"/>
          </p:cNvSpPr>
          <p:nvPr/>
        </p:nvSpPr>
        <p:spPr>
          <a:xfrm>
            <a:off x="12923327" y="4794788"/>
            <a:ext cx="888" cy="1687055"/>
          </a:xfrm>
          <a:custGeom>
            <a:avLst/>
            <a:gdLst/>
            <a:ahLst/>
            <a:cxnLst/>
            <a:rect l="0" t="0" r="0" b="0"/>
            <a:pathLst>
              <a:path w="953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3" name="path-142">
            <a:extLst>
              <a:ext uri="{FF2B5EF4-FFF2-40B4-BE49-F238E27FC236}">
                <a16:creationId xmlns:a16="http://schemas.microsoft.com/office/drawing/2014/main" id="{A82A58C1-E3DC-45D0-BE55-1C48AD93D3BE}"/>
              </a:ext>
            </a:extLst>
          </p:cNvPr>
          <p:cNvSpPr>
            <a:spLocks noGrp="1"/>
          </p:cNvSpPr>
          <p:nvPr/>
        </p:nvSpPr>
        <p:spPr>
          <a:xfrm>
            <a:off x="11880905" y="6481844"/>
            <a:ext cx="1042422" cy="888"/>
          </a:xfrm>
          <a:custGeom>
            <a:avLst/>
            <a:gdLst/>
            <a:ahLst/>
            <a:cxnLst/>
            <a:rect l="0" t="0" r="0" b="0"/>
            <a:pathLst>
              <a:path w="1118235" h="953">
                <a:moveTo>
                  <a:pt x="111823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>
            <a:off x="11795663" y="6439223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4 subslots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>
            <a:off x="2516860" y="5744867"/>
            <a:ext cx="9234407" cy="888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51268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4825462" y="5878056"/>
            <a:ext cx="2308602" cy="1926794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4" name="visual-153">
            <a:extLst>
              <a:ext uri="{FF2B5EF4-FFF2-40B4-BE49-F238E27FC236}">
                <a16:creationId xmlns:a16="http://schemas.microsoft.com/office/drawing/2014/main" id="{4741D98B-6FDA-48B9-BE5E-8E05029F3B9F}"/>
              </a:ext>
            </a:extLst>
          </p:cNvPr>
          <p:cNvSpPr>
            <a:spLocks noGrp="1"/>
          </p:cNvSpPr>
          <p:nvPr/>
        </p:nvSpPr>
        <p:spPr>
          <a:xfrm>
            <a:off x="2525740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5" name="visual-154">
            <a:extLst>
              <a:ext uri="{FF2B5EF4-FFF2-40B4-BE49-F238E27FC236}">
                <a16:creationId xmlns:a16="http://schemas.microsoft.com/office/drawing/2014/main" id="{B4FE32C7-4E58-481B-897B-0BC3D082E53A}"/>
              </a:ext>
            </a:extLst>
          </p:cNvPr>
          <p:cNvSpPr>
            <a:spLocks noGrp="1"/>
          </p:cNvSpPr>
          <p:nvPr/>
        </p:nvSpPr>
        <p:spPr>
          <a:xfrm>
            <a:off x="2552377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0</a:t>
            </a:r>
          </a:p>
        </p:txBody>
      </p:sp>
      <p:sp>
        <p:nvSpPr>
          <p:cNvPr id="156" name="visual-155">
            <a:extLst>
              <a:ext uri="{FF2B5EF4-FFF2-40B4-BE49-F238E27FC236}">
                <a16:creationId xmlns:a16="http://schemas.microsoft.com/office/drawing/2014/main" id="{AB68931C-1488-4876-A209-CC65E8F718F2}"/>
              </a:ext>
            </a:extLst>
          </p:cNvPr>
          <p:cNvSpPr>
            <a:spLocks noGrp="1"/>
          </p:cNvSpPr>
          <p:nvPr/>
        </p:nvSpPr>
        <p:spPr>
          <a:xfrm>
            <a:off x="4834341" y="5886935"/>
            <a:ext cx="2290843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</p:sp>
      <p:sp>
        <p:nvSpPr>
          <p:cNvPr id="157" name="visual-156">
            <a:extLst>
              <a:ext uri="{FF2B5EF4-FFF2-40B4-BE49-F238E27FC236}">
                <a16:creationId xmlns:a16="http://schemas.microsoft.com/office/drawing/2014/main" id="{75EE5921-3A67-40C6-BFF8-31DC3A41F22E}"/>
              </a:ext>
            </a:extLst>
          </p:cNvPr>
          <p:cNvSpPr>
            <a:spLocks noGrp="1"/>
          </p:cNvSpPr>
          <p:nvPr/>
        </p:nvSpPr>
        <p:spPr>
          <a:xfrm>
            <a:off x="4860979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Selected subslot m</a:t>
            </a:r>
          </a:p>
        </p:txBody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7142943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59" name="visual-158">
            <a:extLst>
              <a:ext uri="{FF2B5EF4-FFF2-40B4-BE49-F238E27FC236}">
                <a16:creationId xmlns:a16="http://schemas.microsoft.com/office/drawing/2014/main" id="{FBCB7F42-3745-4BB5-8532-BD54FC5EADEC}"/>
              </a:ext>
            </a:extLst>
          </p:cNvPr>
          <p:cNvSpPr>
            <a:spLocks noGrp="1"/>
          </p:cNvSpPr>
          <p:nvPr/>
        </p:nvSpPr>
        <p:spPr>
          <a:xfrm>
            <a:off x="7169580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2</a:t>
            </a:r>
          </a:p>
        </p:txBody>
      </p:sp>
      <p:sp>
        <p:nvSpPr>
          <p:cNvPr id="160" name="visual-159">
            <a:extLst>
              <a:ext uri="{FF2B5EF4-FFF2-40B4-BE49-F238E27FC236}">
                <a16:creationId xmlns:a16="http://schemas.microsoft.com/office/drawing/2014/main" id="{CFBFA94A-2D58-4284-9DBF-034DE0BB71B7}"/>
              </a:ext>
            </a:extLst>
          </p:cNvPr>
          <p:cNvSpPr>
            <a:spLocks noGrp="1"/>
          </p:cNvSpPr>
          <p:nvPr/>
        </p:nvSpPr>
        <p:spPr>
          <a:xfrm>
            <a:off x="9451545" y="5886935"/>
            <a:ext cx="2290843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</p:sp>
      <p:sp>
        <p:nvSpPr>
          <p:cNvPr id="161" name="visual-160">
            <a:extLst>
              <a:ext uri="{FF2B5EF4-FFF2-40B4-BE49-F238E27FC236}">
                <a16:creationId xmlns:a16="http://schemas.microsoft.com/office/drawing/2014/main" id="{1F7CF993-A252-435C-B567-6FD1588683B9}"/>
              </a:ext>
            </a:extLst>
          </p:cNvPr>
          <p:cNvSpPr>
            <a:spLocks noGrp="1"/>
          </p:cNvSpPr>
          <p:nvPr/>
        </p:nvSpPr>
        <p:spPr>
          <a:xfrm>
            <a:off x="9478182" y="5895813"/>
            <a:ext cx="2237568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 3</a:t>
            </a:r>
          </a:p>
        </p:txBody>
      </p:sp>
      <p:sp>
        <p:nvSpPr>
          <p:cNvPr id="162" name="integrated-energy-area">
            <a:extLst>
              <a:ext uri="{FF2B5EF4-FFF2-40B4-BE49-F238E27FC236}">
                <a16:creationId xmlns:a16="http://schemas.microsoft.com/office/drawing/2014/main" id="{C693F2EE-A609-412B-9F1B-37641CD58E78}"/>
              </a:ext>
            </a:extLst>
          </p:cNvPr>
          <p:cNvSpPr>
            <a:spLocks noGrp="1"/>
          </p:cNvSpPr>
          <p:nvPr/>
        </p:nvSpPr>
        <p:spPr>
          <a:xfrm>
            <a:off x="4825462" y="6524664"/>
            <a:ext cx="2308602" cy="1164756"/>
          </a:xfrm>
          <a:custGeom>
            <a:avLst/>
            <a:gdLst/>
            <a:ahLst/>
            <a:cxnLst/>
            <a:rect l="0" t="0" r="0" b="0"/>
            <a:pathLst>
              <a:path w="2476500" h="1249465">
                <a:moveTo>
                  <a:pt x="0" y="1249465"/>
                </a:moveTo>
                <a:lnTo>
                  <a:pt x="1077" y="306547"/>
                </a:lnTo>
                <a:lnTo>
                  <a:pt x="5386" y="407503"/>
                </a:lnTo>
                <a:lnTo>
                  <a:pt x="9695" y="514848"/>
                </a:lnTo>
                <a:lnTo>
                  <a:pt x="14004" y="625291"/>
                </a:lnTo>
                <a:lnTo>
                  <a:pt x="18313" y="735451"/>
                </a:lnTo>
                <a:lnTo>
                  <a:pt x="22621" y="841954"/>
                </a:lnTo>
                <a:lnTo>
                  <a:pt x="26930" y="941544"/>
                </a:lnTo>
                <a:lnTo>
                  <a:pt x="31239" y="1031177"/>
                </a:lnTo>
                <a:lnTo>
                  <a:pt x="35548" y="1108119"/>
                </a:lnTo>
                <a:lnTo>
                  <a:pt x="39857" y="1170025"/>
                </a:lnTo>
                <a:lnTo>
                  <a:pt x="44166" y="1215014"/>
                </a:lnTo>
                <a:lnTo>
                  <a:pt x="48474" y="1241725"/>
                </a:lnTo>
                <a:lnTo>
                  <a:pt x="52783" y="1249359"/>
                </a:lnTo>
                <a:lnTo>
                  <a:pt x="57092" y="1237701"/>
                </a:lnTo>
                <a:lnTo>
                  <a:pt x="61401" y="1207131"/>
                </a:lnTo>
                <a:lnTo>
                  <a:pt x="65710" y="1158605"/>
                </a:lnTo>
                <a:lnTo>
                  <a:pt x="70018" y="1093633"/>
                </a:lnTo>
                <a:lnTo>
                  <a:pt x="74327" y="1014225"/>
                </a:lnTo>
                <a:lnTo>
                  <a:pt x="78636" y="922833"/>
                </a:lnTo>
                <a:lnTo>
                  <a:pt x="82945" y="822278"/>
                </a:lnTo>
                <a:lnTo>
                  <a:pt x="87254" y="715654"/>
                </a:lnTo>
                <a:lnTo>
                  <a:pt x="91563" y="606245"/>
                </a:lnTo>
                <a:lnTo>
                  <a:pt x="95871" y="497414"/>
                </a:lnTo>
                <a:lnTo>
                  <a:pt x="100180" y="392506"/>
                </a:lnTo>
                <a:lnTo>
                  <a:pt x="104489" y="294741"/>
                </a:lnTo>
                <a:lnTo>
                  <a:pt x="108798" y="207120"/>
                </a:lnTo>
                <a:lnTo>
                  <a:pt x="113107" y="132330"/>
                </a:lnTo>
                <a:lnTo>
                  <a:pt x="117416" y="72661"/>
                </a:lnTo>
                <a:lnTo>
                  <a:pt x="121724" y="29940"/>
                </a:lnTo>
                <a:lnTo>
                  <a:pt x="126033" y="5472"/>
                </a:lnTo>
                <a:lnTo>
                  <a:pt x="130342" y="0"/>
                </a:lnTo>
                <a:lnTo>
                  <a:pt x="134651" y="13686"/>
                </a:lnTo>
                <a:lnTo>
                  <a:pt x="138960" y="46102"/>
                </a:lnTo>
                <a:lnTo>
                  <a:pt x="143269" y="96249"/>
                </a:lnTo>
                <a:lnTo>
                  <a:pt x="147577" y="162582"/>
                </a:lnTo>
                <a:lnTo>
                  <a:pt x="151886" y="243061"/>
                </a:lnTo>
                <a:lnTo>
                  <a:pt x="156195" y="335217"/>
                </a:lnTo>
                <a:lnTo>
                  <a:pt x="160504" y="436221"/>
                </a:lnTo>
                <a:lnTo>
                  <a:pt x="164813" y="542976"/>
                </a:lnTo>
                <a:lnTo>
                  <a:pt x="169122" y="652211"/>
                </a:lnTo>
                <a:lnTo>
                  <a:pt x="173430" y="760581"/>
                </a:lnTo>
                <a:lnTo>
                  <a:pt x="177739" y="864770"/>
                </a:lnTo>
                <a:lnTo>
                  <a:pt x="182048" y="961594"/>
                </a:lnTo>
                <a:lnTo>
                  <a:pt x="186357" y="1048095"/>
                </a:lnTo>
                <a:lnTo>
                  <a:pt x="190666" y="1121635"/>
                </a:lnTo>
                <a:lnTo>
                  <a:pt x="194975" y="1179974"/>
                </a:lnTo>
                <a:lnTo>
                  <a:pt x="199283" y="1221343"/>
                </a:lnTo>
                <a:lnTo>
                  <a:pt x="203592" y="1244491"/>
                </a:lnTo>
                <a:lnTo>
                  <a:pt x="207901" y="1248728"/>
                </a:lnTo>
                <a:lnTo>
                  <a:pt x="212210" y="1233944"/>
                </a:lnTo>
                <a:lnTo>
                  <a:pt x="216519" y="1200615"/>
                </a:lnTo>
                <a:lnTo>
                  <a:pt x="220828" y="1149781"/>
                </a:lnTo>
                <a:lnTo>
                  <a:pt x="225136" y="1083021"/>
                </a:lnTo>
                <a:lnTo>
                  <a:pt x="229445" y="1002400"/>
                </a:lnTo>
                <a:lnTo>
                  <a:pt x="233754" y="910406"/>
                </a:lnTo>
                <a:lnTo>
                  <a:pt x="238063" y="809877"/>
                </a:lnTo>
                <a:lnTo>
                  <a:pt x="242372" y="703906"/>
                </a:lnTo>
                <a:lnTo>
                  <a:pt x="246681" y="595755"/>
                </a:lnTo>
                <a:lnTo>
                  <a:pt x="250989" y="488746"/>
                </a:lnTo>
                <a:lnTo>
                  <a:pt x="255298" y="386168"/>
                </a:lnTo>
                <a:lnTo>
                  <a:pt x="259607" y="291169"/>
                </a:lnTo>
                <a:lnTo>
                  <a:pt x="263916" y="206663"/>
                </a:lnTo>
                <a:lnTo>
                  <a:pt x="268225" y="135241"/>
                </a:lnTo>
                <a:lnTo>
                  <a:pt x="272533" y="79088"/>
                </a:lnTo>
                <a:lnTo>
                  <a:pt x="276842" y="39923"/>
                </a:lnTo>
                <a:lnTo>
                  <a:pt x="281151" y="18941"/>
                </a:lnTo>
                <a:lnTo>
                  <a:pt x="285460" y="16779"/>
                </a:lnTo>
                <a:lnTo>
                  <a:pt x="289769" y="33496"/>
                </a:lnTo>
                <a:lnTo>
                  <a:pt x="294078" y="68573"/>
                </a:lnTo>
                <a:lnTo>
                  <a:pt x="298386" y="120927"/>
                </a:lnTo>
                <a:lnTo>
                  <a:pt x="302695" y="188949"/>
                </a:lnTo>
                <a:lnTo>
                  <a:pt x="307004" y="270547"/>
                </a:lnTo>
                <a:lnTo>
                  <a:pt x="311313" y="363217"/>
                </a:lnTo>
                <a:lnTo>
                  <a:pt x="315622" y="464117"/>
                </a:lnTo>
                <a:lnTo>
                  <a:pt x="319931" y="570154"/>
                </a:lnTo>
                <a:lnTo>
                  <a:pt x="324239" y="678080"/>
                </a:lnTo>
                <a:lnTo>
                  <a:pt x="328548" y="784592"/>
                </a:lnTo>
                <a:lnTo>
                  <a:pt x="332857" y="886432"/>
                </a:lnTo>
                <a:lnTo>
                  <a:pt x="337166" y="980489"/>
                </a:lnTo>
                <a:lnTo>
                  <a:pt x="341475" y="1063891"/>
                </a:lnTo>
                <a:lnTo>
                  <a:pt x="345784" y="1134096"/>
                </a:lnTo>
                <a:lnTo>
                  <a:pt x="350092" y="1188967"/>
                </a:lnTo>
                <a:lnTo>
                  <a:pt x="354401" y="1226842"/>
                </a:lnTo>
                <a:lnTo>
                  <a:pt x="358710" y="1246577"/>
                </a:lnTo>
                <a:lnTo>
                  <a:pt x="363019" y="1247588"/>
                </a:lnTo>
                <a:lnTo>
                  <a:pt x="367328" y="1229865"/>
                </a:lnTo>
                <a:lnTo>
                  <a:pt x="371637" y="1193970"/>
                </a:lnTo>
                <a:lnTo>
                  <a:pt x="375945" y="1141024"/>
                </a:lnTo>
                <a:lnTo>
                  <a:pt x="380254" y="1072670"/>
                </a:lnTo>
                <a:lnTo>
                  <a:pt x="384563" y="991020"/>
                </a:lnTo>
                <a:lnTo>
                  <a:pt x="388872" y="898594"/>
                </a:lnTo>
                <a:lnTo>
                  <a:pt x="393181" y="798240"/>
                </a:lnTo>
                <a:lnTo>
                  <a:pt x="397490" y="693047"/>
                </a:lnTo>
                <a:lnTo>
                  <a:pt x="401798" y="586249"/>
                </a:lnTo>
                <a:lnTo>
                  <a:pt x="406107" y="481128"/>
                </a:lnTo>
                <a:lnTo>
                  <a:pt x="410416" y="380912"/>
                </a:lnTo>
                <a:lnTo>
                  <a:pt x="414725" y="288675"/>
                </a:lnTo>
                <a:lnTo>
                  <a:pt x="419034" y="207246"/>
                </a:lnTo>
                <a:lnTo>
                  <a:pt x="423343" y="139120"/>
                </a:lnTo>
                <a:lnTo>
                  <a:pt x="427651" y="86382"/>
                </a:lnTo>
                <a:lnTo>
                  <a:pt x="431960" y="50643"/>
                </a:lnTo>
                <a:lnTo>
                  <a:pt x="436269" y="32995"/>
                </a:lnTo>
                <a:lnTo>
                  <a:pt x="440578" y="33970"/>
                </a:lnTo>
                <a:lnTo>
                  <a:pt x="444887" y="53533"/>
                </a:lnTo>
                <a:lnTo>
                  <a:pt x="449196" y="91076"/>
                </a:lnTo>
                <a:lnTo>
                  <a:pt x="453504" y="145443"/>
                </a:lnTo>
                <a:lnTo>
                  <a:pt x="457813" y="214961"/>
                </a:lnTo>
                <a:lnTo>
                  <a:pt x="462122" y="297496"/>
                </a:lnTo>
                <a:lnTo>
                  <a:pt x="466431" y="390515"/>
                </a:lnTo>
                <a:lnTo>
                  <a:pt x="470740" y="491167"/>
                </a:lnTo>
                <a:lnTo>
                  <a:pt x="475048" y="596366"/>
                </a:lnTo>
                <a:lnTo>
                  <a:pt x="479357" y="702893"/>
                </a:lnTo>
                <a:lnTo>
                  <a:pt x="483666" y="807488"/>
                </a:lnTo>
                <a:lnTo>
                  <a:pt x="487975" y="906954"/>
                </a:lnTo>
                <a:lnTo>
                  <a:pt x="492284" y="998253"/>
                </a:lnTo>
                <a:lnTo>
                  <a:pt x="496593" y="1078599"/>
                </a:lnTo>
                <a:lnTo>
                  <a:pt x="500901" y="1145545"/>
                </a:lnTo>
                <a:lnTo>
                  <a:pt x="505210" y="1197055"/>
                </a:lnTo>
                <a:lnTo>
                  <a:pt x="509519" y="1231569"/>
                </a:lnTo>
                <a:lnTo>
                  <a:pt x="513828" y="1248049"/>
                </a:lnTo>
                <a:lnTo>
                  <a:pt x="518137" y="1246009"/>
                </a:lnTo>
                <a:lnTo>
                  <a:pt x="522446" y="1225533"/>
                </a:lnTo>
                <a:lnTo>
                  <a:pt x="526754" y="1187268"/>
                </a:lnTo>
                <a:lnTo>
                  <a:pt x="531063" y="1132406"/>
                </a:lnTo>
                <a:lnTo>
                  <a:pt x="535372" y="1062648"/>
                </a:lnTo>
                <a:lnTo>
                  <a:pt x="539681" y="980150"/>
                </a:lnTo>
                <a:lnTo>
                  <a:pt x="543990" y="887455"/>
                </a:lnTo>
                <a:lnTo>
                  <a:pt x="548299" y="787418"/>
                </a:lnTo>
                <a:lnTo>
                  <a:pt x="552607" y="683118"/>
                </a:lnTo>
                <a:lnTo>
                  <a:pt x="556916" y="577760"/>
                </a:lnTo>
                <a:lnTo>
                  <a:pt x="561225" y="474580"/>
                </a:lnTo>
                <a:lnTo>
                  <a:pt x="565534" y="376746"/>
                </a:lnTo>
                <a:lnTo>
                  <a:pt x="569843" y="287258"/>
                </a:lnTo>
                <a:lnTo>
                  <a:pt x="574152" y="208859"/>
                </a:lnTo>
                <a:lnTo>
                  <a:pt x="578460" y="143950"/>
                </a:lnTo>
                <a:lnTo>
                  <a:pt x="582769" y="94516"/>
                </a:lnTo>
                <a:lnTo>
                  <a:pt x="587078" y="62067"/>
                </a:lnTo>
                <a:lnTo>
                  <a:pt x="591387" y="47593"/>
                </a:lnTo>
                <a:lnTo>
                  <a:pt x="595696" y="51530"/>
                </a:lnTo>
                <a:lnTo>
                  <a:pt x="600005" y="73750"/>
                </a:lnTo>
                <a:lnTo>
                  <a:pt x="604313" y="113566"/>
                </a:lnTo>
                <a:lnTo>
                  <a:pt x="608622" y="169751"/>
                </a:lnTo>
                <a:lnTo>
                  <a:pt x="612931" y="240578"/>
                </a:lnTo>
                <a:lnTo>
                  <a:pt x="617240" y="323873"/>
                </a:lnTo>
                <a:lnTo>
                  <a:pt x="621549" y="417082"/>
                </a:lnTo>
                <a:lnTo>
                  <a:pt x="625858" y="517347"/>
                </a:lnTo>
                <a:lnTo>
                  <a:pt x="630166" y="621598"/>
                </a:lnTo>
                <a:lnTo>
                  <a:pt x="634475" y="726645"/>
                </a:lnTo>
                <a:lnTo>
                  <a:pt x="638784" y="829275"/>
                </a:lnTo>
                <a:lnTo>
                  <a:pt x="643093" y="926351"/>
                </a:lnTo>
                <a:lnTo>
                  <a:pt x="647402" y="1014912"/>
                </a:lnTo>
                <a:lnTo>
                  <a:pt x="651711" y="1092255"/>
                </a:lnTo>
                <a:lnTo>
                  <a:pt x="656019" y="1156027"/>
                </a:lnTo>
                <a:lnTo>
                  <a:pt x="660328" y="1204290"/>
                </a:lnTo>
                <a:lnTo>
                  <a:pt x="664637" y="1235585"/>
                </a:lnTo>
                <a:lnTo>
                  <a:pt x="668946" y="1248971"/>
                </a:lnTo>
                <a:lnTo>
                  <a:pt x="673255" y="1244059"/>
                </a:lnTo>
                <a:lnTo>
                  <a:pt x="677564" y="1221020"/>
                </a:lnTo>
                <a:lnTo>
                  <a:pt x="681872" y="1180578"/>
                </a:lnTo>
                <a:lnTo>
                  <a:pt x="686181" y="1123995"/>
                </a:lnTo>
                <a:lnTo>
                  <a:pt x="690490" y="1053020"/>
                </a:lnTo>
                <a:lnTo>
                  <a:pt x="694799" y="969847"/>
                </a:lnTo>
                <a:lnTo>
                  <a:pt x="699108" y="877040"/>
                </a:lnTo>
                <a:lnTo>
                  <a:pt x="703416" y="777455"/>
                </a:lnTo>
                <a:lnTo>
                  <a:pt x="707725" y="674155"/>
                </a:lnTo>
                <a:lnTo>
                  <a:pt x="712034" y="570314"/>
                </a:lnTo>
                <a:lnTo>
                  <a:pt x="716343" y="469120"/>
                </a:lnTo>
                <a:lnTo>
                  <a:pt x="720652" y="373679"/>
                </a:lnTo>
                <a:lnTo>
                  <a:pt x="724961" y="286915"/>
                </a:lnTo>
                <a:lnTo>
                  <a:pt x="729269" y="211489"/>
                </a:lnTo>
                <a:lnTo>
                  <a:pt x="733578" y="149707"/>
                </a:lnTo>
                <a:lnTo>
                  <a:pt x="737887" y="103460"/>
                </a:lnTo>
                <a:lnTo>
                  <a:pt x="742196" y="74159"/>
                </a:lnTo>
                <a:lnTo>
                  <a:pt x="746505" y="62696"/>
                </a:lnTo>
                <a:lnTo>
                  <a:pt x="750814" y="69414"/>
                </a:lnTo>
                <a:lnTo>
                  <a:pt x="755122" y="94102"/>
                </a:lnTo>
                <a:lnTo>
                  <a:pt x="759431" y="135997"/>
                </a:lnTo>
                <a:lnTo>
                  <a:pt x="763740" y="193808"/>
                </a:lnTo>
                <a:lnTo>
                  <a:pt x="768049" y="265760"/>
                </a:lnTo>
                <a:lnTo>
                  <a:pt x="772358" y="349644"/>
                </a:lnTo>
                <a:lnTo>
                  <a:pt x="776667" y="442890"/>
                </a:lnTo>
                <a:lnTo>
                  <a:pt x="780975" y="542640"/>
                </a:lnTo>
                <a:lnTo>
                  <a:pt x="785284" y="645841"/>
                </a:lnTo>
                <a:lnTo>
                  <a:pt x="789593" y="749336"/>
                </a:lnTo>
                <a:lnTo>
                  <a:pt x="793902" y="849961"/>
                </a:lnTo>
                <a:lnTo>
                  <a:pt x="798211" y="944644"/>
                </a:lnTo>
                <a:lnTo>
                  <a:pt x="802520" y="1030495"/>
                </a:lnTo>
                <a:lnTo>
                  <a:pt x="806828" y="1104898"/>
                </a:lnTo>
                <a:lnTo>
                  <a:pt x="811137" y="1165590"/>
                </a:lnTo>
                <a:lnTo>
                  <a:pt x="815446" y="1210728"/>
                </a:lnTo>
                <a:lnTo>
                  <a:pt x="819755" y="1238949"/>
                </a:lnTo>
                <a:lnTo>
                  <a:pt x="824064" y="1249408"/>
                </a:lnTo>
                <a:lnTo>
                  <a:pt x="828373" y="1241805"/>
                </a:lnTo>
                <a:lnTo>
                  <a:pt x="832681" y="1216392"/>
                </a:lnTo>
                <a:lnTo>
                  <a:pt x="836990" y="1173970"/>
                </a:lnTo>
                <a:lnTo>
                  <a:pt x="841299" y="1115855"/>
                </a:lnTo>
                <a:lnTo>
                  <a:pt x="845608" y="1043847"/>
                </a:lnTo>
                <a:lnTo>
                  <a:pt x="849917" y="960169"/>
                </a:lnTo>
                <a:lnTo>
                  <a:pt x="854226" y="867398"/>
                </a:lnTo>
                <a:lnTo>
                  <a:pt x="858534" y="768390"/>
                </a:lnTo>
                <a:lnTo>
                  <a:pt x="862843" y="666188"/>
                </a:lnTo>
                <a:lnTo>
                  <a:pt x="867152" y="563931"/>
                </a:lnTo>
                <a:lnTo>
                  <a:pt x="871461" y="464758"/>
                </a:lnTo>
                <a:lnTo>
                  <a:pt x="875770" y="371709"/>
                </a:lnTo>
                <a:lnTo>
                  <a:pt x="880079" y="287638"/>
                </a:lnTo>
                <a:lnTo>
                  <a:pt x="884387" y="215118"/>
                </a:lnTo>
                <a:lnTo>
                  <a:pt x="888696" y="156367"/>
                </a:lnTo>
                <a:lnTo>
                  <a:pt x="893005" y="113182"/>
                </a:lnTo>
                <a:lnTo>
                  <a:pt x="897314" y="86880"/>
                </a:lnTo>
                <a:lnTo>
                  <a:pt x="901623" y="78260"/>
                </a:lnTo>
                <a:lnTo>
                  <a:pt x="905931" y="87579"/>
                </a:lnTo>
                <a:lnTo>
                  <a:pt x="910240" y="114545"/>
                </a:lnTo>
                <a:lnTo>
                  <a:pt x="914549" y="158325"/>
                </a:lnTo>
                <a:lnTo>
                  <a:pt x="918858" y="217573"/>
                </a:lnTo>
                <a:lnTo>
                  <a:pt x="923167" y="290469"/>
                </a:lnTo>
                <a:lnTo>
                  <a:pt x="927476" y="374777"/>
                </a:lnTo>
                <a:lnTo>
                  <a:pt x="931784" y="467915"/>
                </a:lnTo>
                <a:lnTo>
                  <a:pt x="936093" y="567029"/>
                </a:lnTo>
                <a:lnTo>
                  <a:pt x="940402" y="669087"/>
                </a:lnTo>
                <a:lnTo>
                  <a:pt x="944711" y="770969"/>
                </a:lnTo>
                <a:lnTo>
                  <a:pt x="949020" y="869561"/>
                </a:lnTo>
                <a:lnTo>
                  <a:pt x="953329" y="961854"/>
                </a:lnTo>
                <a:lnTo>
                  <a:pt x="957637" y="1045035"/>
                </a:lnTo>
                <a:lnTo>
                  <a:pt x="961946" y="1116568"/>
                </a:lnTo>
                <a:lnTo>
                  <a:pt x="966255" y="1174281"/>
                </a:lnTo>
                <a:lnTo>
                  <a:pt x="970564" y="1216422"/>
                </a:lnTo>
                <a:lnTo>
                  <a:pt x="974873" y="1241722"/>
                </a:lnTo>
                <a:lnTo>
                  <a:pt x="979182" y="1249423"/>
                </a:lnTo>
                <a:lnTo>
                  <a:pt x="983490" y="1239312"/>
                </a:lnTo>
                <a:lnTo>
                  <a:pt x="987799" y="1211718"/>
                </a:lnTo>
                <a:lnTo>
                  <a:pt x="992108" y="1167506"/>
                </a:lnTo>
                <a:lnTo>
                  <a:pt x="996417" y="1108049"/>
                </a:lnTo>
                <a:lnTo>
                  <a:pt x="1000726" y="1035186"/>
                </a:lnTo>
                <a:lnTo>
                  <a:pt x="1005035" y="951164"/>
                </a:lnTo>
                <a:lnTo>
                  <a:pt x="1009343" y="858573"/>
                </a:lnTo>
                <a:lnTo>
                  <a:pt x="1013652" y="760259"/>
                </a:lnTo>
                <a:lnTo>
                  <a:pt x="1017961" y="659243"/>
                </a:lnTo>
                <a:lnTo>
                  <a:pt x="1022270" y="558628"/>
                </a:lnTo>
                <a:lnTo>
                  <a:pt x="1026579" y="461499"/>
                </a:lnTo>
                <a:lnTo>
                  <a:pt x="1030888" y="370835"/>
                </a:lnTo>
                <a:lnTo>
                  <a:pt x="1035196" y="289412"/>
                </a:lnTo>
                <a:lnTo>
                  <a:pt x="1039505" y="219724"/>
                </a:lnTo>
                <a:lnTo>
                  <a:pt x="1043814" y="163900"/>
                </a:lnTo>
                <a:lnTo>
                  <a:pt x="1048123" y="123646"/>
                </a:lnTo>
                <a:lnTo>
                  <a:pt x="1052432" y="100189"/>
                </a:lnTo>
                <a:lnTo>
                  <a:pt x="1056741" y="94241"/>
                </a:lnTo>
                <a:lnTo>
                  <a:pt x="1061049" y="105977"/>
                </a:lnTo>
                <a:lnTo>
                  <a:pt x="1065358" y="135031"/>
                </a:lnTo>
                <a:lnTo>
                  <a:pt x="1069667" y="180506"/>
                </a:lnTo>
                <a:lnTo>
                  <a:pt x="1073976" y="241005"/>
                </a:lnTo>
                <a:lnTo>
                  <a:pt x="1078285" y="314670"/>
                </a:lnTo>
                <a:lnTo>
                  <a:pt x="1082594" y="399244"/>
                </a:lnTo>
                <a:lnTo>
                  <a:pt x="1086902" y="492135"/>
                </a:lnTo>
                <a:lnTo>
                  <a:pt x="1091211" y="590501"/>
                </a:lnTo>
                <a:lnTo>
                  <a:pt x="1095520" y="691332"/>
                </a:lnTo>
                <a:lnTo>
                  <a:pt x="1099829" y="791549"/>
                </a:lnTo>
                <a:lnTo>
                  <a:pt x="1104138" y="888089"/>
                </a:lnTo>
                <a:lnTo>
                  <a:pt x="1108446" y="978008"/>
                </a:lnTo>
                <a:lnTo>
                  <a:pt x="1112755" y="1058565"/>
                </a:lnTo>
                <a:lnTo>
                  <a:pt x="1117064" y="1127308"/>
                </a:lnTo>
                <a:lnTo>
                  <a:pt x="1121373" y="1182150"/>
                </a:lnTo>
                <a:lnTo>
                  <a:pt x="1125682" y="1221429"/>
                </a:lnTo>
                <a:lnTo>
                  <a:pt x="1129991" y="1243962"/>
                </a:lnTo>
                <a:lnTo>
                  <a:pt x="1134299" y="1249080"/>
                </a:lnTo>
                <a:lnTo>
                  <a:pt x="1138608" y="1236645"/>
                </a:lnTo>
                <a:lnTo>
                  <a:pt x="1142917" y="1207059"/>
                </a:lnTo>
                <a:lnTo>
                  <a:pt x="1147226" y="1161248"/>
                </a:lnTo>
                <a:lnTo>
                  <a:pt x="1151535" y="1100633"/>
                </a:lnTo>
                <a:lnTo>
                  <a:pt x="1155844" y="1027087"/>
                </a:lnTo>
                <a:lnTo>
                  <a:pt x="1160152" y="942879"/>
                </a:lnTo>
                <a:lnTo>
                  <a:pt x="1164461" y="850600"/>
                </a:lnTo>
                <a:lnTo>
                  <a:pt x="1168770" y="753089"/>
                </a:lnTo>
                <a:lnTo>
                  <a:pt x="1173079" y="653339"/>
                </a:lnTo>
                <a:lnTo>
                  <a:pt x="1177388" y="554413"/>
                </a:lnTo>
                <a:lnTo>
                  <a:pt x="1181697" y="459344"/>
                </a:lnTo>
                <a:lnTo>
                  <a:pt x="1186005" y="371045"/>
                </a:lnTo>
                <a:lnTo>
                  <a:pt x="1190314" y="292220"/>
                </a:lnTo>
                <a:lnTo>
                  <a:pt x="1194623" y="225280"/>
                </a:lnTo>
                <a:lnTo>
                  <a:pt x="1198932" y="172272"/>
                </a:lnTo>
                <a:lnTo>
                  <a:pt x="1203241" y="134813"/>
                </a:lnTo>
                <a:lnTo>
                  <a:pt x="1207550" y="114044"/>
                </a:lnTo>
                <a:lnTo>
                  <a:pt x="1211858" y="110594"/>
                </a:lnTo>
                <a:lnTo>
                  <a:pt x="1216167" y="124563"/>
                </a:lnTo>
                <a:lnTo>
                  <a:pt x="1220476" y="155515"/>
                </a:lnTo>
                <a:lnTo>
                  <a:pt x="1224785" y="202496"/>
                </a:lnTo>
                <a:lnTo>
                  <a:pt x="1229094" y="264064"/>
                </a:lnTo>
                <a:lnTo>
                  <a:pt x="1233403" y="338329"/>
                </a:lnTo>
                <a:lnTo>
                  <a:pt x="1237711" y="423016"/>
                </a:lnTo>
                <a:lnTo>
                  <a:pt x="1242020" y="515531"/>
                </a:lnTo>
                <a:lnTo>
                  <a:pt x="1246329" y="613045"/>
                </a:lnTo>
                <a:lnTo>
                  <a:pt x="1250638" y="712576"/>
                </a:lnTo>
                <a:lnTo>
                  <a:pt x="1254947" y="811084"/>
                </a:lnTo>
                <a:lnTo>
                  <a:pt x="1259256" y="905563"/>
                </a:lnTo>
                <a:lnTo>
                  <a:pt x="1263564" y="993131"/>
                </a:lnTo>
                <a:lnTo>
                  <a:pt x="1267873" y="1071121"/>
                </a:lnTo>
                <a:lnTo>
                  <a:pt x="1272182" y="1137161"/>
                </a:lnTo>
                <a:lnTo>
                  <a:pt x="1276491" y="1189247"/>
                </a:lnTo>
                <a:lnTo>
                  <a:pt x="1280800" y="1225803"/>
                </a:lnTo>
                <a:lnTo>
                  <a:pt x="1285109" y="1245730"/>
                </a:lnTo>
                <a:lnTo>
                  <a:pt x="1289417" y="1248438"/>
                </a:lnTo>
                <a:lnTo>
                  <a:pt x="1293726" y="1233865"/>
                </a:lnTo>
                <a:lnTo>
                  <a:pt x="1298035" y="1202476"/>
                </a:lnTo>
                <a:lnTo>
                  <a:pt x="1302344" y="1155253"/>
                </a:lnTo>
                <a:lnTo>
                  <a:pt x="1306653" y="1093660"/>
                </a:lnTo>
                <a:lnTo>
                  <a:pt x="1310962" y="1019599"/>
                </a:lnTo>
                <a:lnTo>
                  <a:pt x="1315270" y="935352"/>
                </a:lnTo>
                <a:lnTo>
                  <a:pt x="1319579" y="843513"/>
                </a:lnTo>
                <a:lnTo>
                  <a:pt x="1323888" y="746904"/>
                </a:lnTo>
                <a:lnTo>
                  <a:pt x="1328197" y="648491"/>
                </a:lnTo>
                <a:lnTo>
                  <a:pt x="1332506" y="551292"/>
                </a:lnTo>
                <a:lnTo>
                  <a:pt x="1336814" y="458288"/>
                </a:lnTo>
                <a:lnTo>
                  <a:pt x="1341123" y="372326"/>
                </a:lnTo>
                <a:lnTo>
                  <a:pt x="1345432" y="296039"/>
                </a:lnTo>
                <a:lnTo>
                  <a:pt x="1349741" y="231758"/>
                </a:lnTo>
                <a:lnTo>
                  <a:pt x="1354050" y="181447"/>
                </a:lnTo>
                <a:lnTo>
                  <a:pt x="1358359" y="146641"/>
                </a:lnTo>
                <a:lnTo>
                  <a:pt x="1362667" y="128399"/>
                </a:lnTo>
                <a:lnTo>
                  <a:pt x="1366976" y="127273"/>
                </a:lnTo>
                <a:lnTo>
                  <a:pt x="1371285" y="143289"/>
                </a:lnTo>
                <a:lnTo>
                  <a:pt x="1375594" y="175952"/>
                </a:lnTo>
                <a:lnTo>
                  <a:pt x="1379903" y="224254"/>
                </a:lnTo>
                <a:lnTo>
                  <a:pt x="1384212" y="286714"/>
                </a:lnTo>
                <a:lnTo>
                  <a:pt x="1388520" y="361415"/>
                </a:lnTo>
                <a:lnTo>
                  <a:pt x="1392829" y="446070"/>
                </a:lnTo>
                <a:lnTo>
                  <a:pt x="1397138" y="538088"/>
                </a:lnTo>
                <a:lnTo>
                  <a:pt x="1401447" y="634655"/>
                </a:lnTo>
                <a:lnTo>
                  <a:pt x="1405756" y="732820"/>
                </a:lnTo>
                <a:lnTo>
                  <a:pt x="1410065" y="829587"/>
                </a:lnTo>
                <a:lnTo>
                  <a:pt x="1414373" y="922003"/>
                </a:lnTo>
                <a:lnTo>
                  <a:pt x="1418682" y="1007252"/>
                </a:lnTo>
                <a:lnTo>
                  <a:pt x="1422991" y="1082740"/>
                </a:lnTo>
                <a:lnTo>
                  <a:pt x="1427300" y="1146171"/>
                </a:lnTo>
                <a:lnTo>
                  <a:pt x="1431609" y="1195622"/>
                </a:lnTo>
                <a:lnTo>
                  <a:pt x="1435918" y="1229599"/>
                </a:lnTo>
                <a:lnTo>
                  <a:pt x="1440226" y="1247083"/>
                </a:lnTo>
                <a:lnTo>
                  <a:pt x="1444535" y="1247558"/>
                </a:lnTo>
                <a:lnTo>
                  <a:pt x="1448844" y="1231030"/>
                </a:lnTo>
                <a:lnTo>
                  <a:pt x="1453153" y="1198026"/>
                </a:lnTo>
                <a:lnTo>
                  <a:pt x="1457462" y="1149575"/>
                </a:lnTo>
                <a:lnTo>
                  <a:pt x="1461771" y="1087178"/>
                </a:lnTo>
                <a:lnTo>
                  <a:pt x="1466079" y="1012762"/>
                </a:lnTo>
                <a:lnTo>
                  <a:pt x="1470388" y="928619"/>
                </a:lnTo>
                <a:lnTo>
                  <a:pt x="1474697" y="837338"/>
                </a:lnTo>
                <a:lnTo>
                  <a:pt x="1479006" y="741721"/>
                </a:lnTo>
                <a:lnTo>
                  <a:pt x="1483315" y="644704"/>
                </a:lnTo>
                <a:lnTo>
                  <a:pt x="1487624" y="549262"/>
                </a:lnTo>
                <a:lnTo>
                  <a:pt x="1491932" y="458319"/>
                </a:lnTo>
                <a:lnTo>
                  <a:pt x="1496241" y="374659"/>
                </a:lnTo>
                <a:lnTo>
                  <a:pt x="1500550" y="300841"/>
                </a:lnTo>
                <a:lnTo>
                  <a:pt x="1504859" y="239122"/>
                </a:lnTo>
                <a:lnTo>
                  <a:pt x="1509168" y="191386"/>
                </a:lnTo>
                <a:lnTo>
                  <a:pt x="1513477" y="159087"/>
                </a:lnTo>
                <a:lnTo>
                  <a:pt x="1517785" y="143209"/>
                </a:lnTo>
                <a:lnTo>
                  <a:pt x="1522094" y="144229"/>
                </a:lnTo>
                <a:lnTo>
                  <a:pt x="1526403" y="162110"/>
                </a:lnTo>
                <a:lnTo>
                  <a:pt x="1530712" y="196297"/>
                </a:lnTo>
                <a:lnTo>
                  <a:pt x="1535021" y="245739"/>
                </a:lnTo>
                <a:lnTo>
                  <a:pt x="1539329" y="308918"/>
                </a:lnTo>
                <a:lnTo>
                  <a:pt x="1543638" y="383899"/>
                </a:lnTo>
                <a:lnTo>
                  <a:pt x="1547947" y="468384"/>
                </a:lnTo>
                <a:lnTo>
                  <a:pt x="1552256" y="559791"/>
                </a:lnTo>
                <a:lnTo>
                  <a:pt x="1556565" y="655325"/>
                </a:lnTo>
                <a:lnTo>
                  <a:pt x="1560874" y="752069"/>
                </a:lnTo>
                <a:lnTo>
                  <a:pt x="1565182" y="847070"/>
                </a:lnTo>
                <a:lnTo>
                  <a:pt x="1569491" y="937433"/>
                </a:lnTo>
                <a:lnTo>
                  <a:pt x="1573800" y="1020404"/>
                </a:lnTo>
                <a:lnTo>
                  <a:pt x="1578109" y="1093459"/>
                </a:lnTo>
                <a:lnTo>
                  <a:pt x="1582418" y="1154382"/>
                </a:lnTo>
                <a:lnTo>
                  <a:pt x="1586727" y="1201324"/>
                </a:lnTo>
                <a:lnTo>
                  <a:pt x="1591035" y="1232870"/>
                </a:lnTo>
                <a:lnTo>
                  <a:pt x="1595344" y="1248075"/>
                </a:lnTo>
                <a:lnTo>
                  <a:pt x="1599653" y="1246494"/>
                </a:lnTo>
                <a:lnTo>
                  <a:pt x="1603962" y="1228195"/>
                </a:lnTo>
                <a:lnTo>
                  <a:pt x="1608271" y="1193760"/>
                </a:lnTo>
                <a:lnTo>
                  <a:pt x="1612580" y="1144261"/>
                </a:lnTo>
                <a:lnTo>
                  <a:pt x="1616888" y="1081231"/>
                </a:lnTo>
                <a:lnTo>
                  <a:pt x="1621197" y="1006614"/>
                </a:lnTo>
                <a:lnTo>
                  <a:pt x="1625506" y="922708"/>
                </a:lnTo>
                <a:lnTo>
                  <a:pt x="1629815" y="832093"/>
                </a:lnTo>
                <a:lnTo>
                  <a:pt x="1634124" y="737551"/>
                </a:lnTo>
                <a:lnTo>
                  <a:pt x="1638433" y="641982"/>
                </a:lnTo>
                <a:lnTo>
                  <a:pt x="1642741" y="548317"/>
                </a:lnTo>
                <a:lnTo>
                  <a:pt x="1647050" y="459422"/>
                </a:lnTo>
                <a:lnTo>
                  <a:pt x="1651359" y="378019"/>
                </a:lnTo>
                <a:lnTo>
                  <a:pt x="1655668" y="306596"/>
                </a:lnTo>
                <a:lnTo>
                  <a:pt x="1659977" y="247336"/>
                </a:lnTo>
                <a:lnTo>
                  <a:pt x="1664286" y="202045"/>
                </a:lnTo>
                <a:lnTo>
                  <a:pt x="1668594" y="172105"/>
                </a:lnTo>
                <a:lnTo>
                  <a:pt x="1672903" y="158425"/>
                </a:lnTo>
                <a:lnTo>
                  <a:pt x="1677212" y="161415"/>
                </a:lnTo>
                <a:lnTo>
                  <a:pt x="1681521" y="180977"/>
                </a:lnTo>
                <a:lnTo>
                  <a:pt x="1685830" y="216506"/>
                </a:lnTo>
                <a:lnTo>
                  <a:pt x="1690139" y="266910"/>
                </a:lnTo>
                <a:lnTo>
                  <a:pt x="1694447" y="330643"/>
                </a:lnTo>
                <a:lnTo>
                  <a:pt x="1698756" y="405752"/>
                </a:lnTo>
                <a:lnTo>
                  <a:pt x="1703065" y="489939"/>
                </a:lnTo>
                <a:lnTo>
                  <a:pt x="1707374" y="580629"/>
                </a:lnTo>
                <a:lnTo>
                  <a:pt x="1711683" y="675054"/>
                </a:lnTo>
                <a:lnTo>
                  <a:pt x="1715992" y="770329"/>
                </a:lnTo>
                <a:lnTo>
                  <a:pt x="1720300" y="863549"/>
                </a:lnTo>
                <a:lnTo>
                  <a:pt x="1724609" y="951874"/>
                </a:lnTo>
                <a:lnTo>
                  <a:pt x="1728918" y="1032616"/>
                </a:lnTo>
                <a:lnTo>
                  <a:pt x="1733227" y="1103319"/>
                </a:lnTo>
                <a:lnTo>
                  <a:pt x="1737536" y="1161838"/>
                </a:lnTo>
                <a:lnTo>
                  <a:pt x="1741844" y="1206402"/>
                </a:lnTo>
                <a:lnTo>
                  <a:pt x="1746153" y="1235668"/>
                </a:lnTo>
                <a:lnTo>
                  <a:pt x="1750462" y="1248760"/>
                </a:lnTo>
                <a:lnTo>
                  <a:pt x="1754771" y="1245299"/>
                </a:lnTo>
                <a:lnTo>
                  <a:pt x="1759080" y="1225412"/>
                </a:lnTo>
                <a:lnTo>
                  <a:pt x="1763389" y="1189728"/>
                </a:lnTo>
                <a:lnTo>
                  <a:pt x="1767697" y="1139355"/>
                </a:lnTo>
                <a:lnTo>
                  <a:pt x="1772006" y="1075855"/>
                </a:lnTo>
                <a:lnTo>
                  <a:pt x="1776315" y="1001184"/>
                </a:lnTo>
                <a:lnTo>
                  <a:pt x="1780624" y="917641"/>
                </a:lnTo>
                <a:lnTo>
                  <a:pt x="1784933" y="827793"/>
                </a:lnTo>
                <a:lnTo>
                  <a:pt x="1789242" y="734399"/>
                </a:lnTo>
                <a:lnTo>
                  <a:pt x="1793550" y="640321"/>
                </a:lnTo>
                <a:lnTo>
                  <a:pt x="1797859" y="548443"/>
                </a:lnTo>
                <a:lnTo>
                  <a:pt x="1802168" y="461576"/>
                </a:lnTo>
                <a:lnTo>
                  <a:pt x="1806477" y="382377"/>
                </a:lnTo>
                <a:lnTo>
                  <a:pt x="1810786" y="313268"/>
                </a:lnTo>
                <a:lnTo>
                  <a:pt x="1815095" y="256357"/>
                </a:lnTo>
                <a:lnTo>
                  <a:pt x="1819403" y="213381"/>
                </a:lnTo>
                <a:lnTo>
                  <a:pt x="1823712" y="185648"/>
                </a:lnTo>
                <a:lnTo>
                  <a:pt x="1828021" y="173998"/>
                </a:lnTo>
                <a:lnTo>
                  <a:pt x="1832330" y="178781"/>
                </a:lnTo>
                <a:lnTo>
                  <a:pt x="1836639" y="199844"/>
                </a:lnTo>
                <a:lnTo>
                  <a:pt x="1840948" y="236536"/>
                </a:lnTo>
                <a:lnTo>
                  <a:pt x="1845256" y="287730"/>
                </a:lnTo>
                <a:lnTo>
                  <a:pt x="1849565" y="351856"/>
                </a:lnTo>
                <a:lnTo>
                  <a:pt x="1853874" y="426950"/>
                </a:lnTo>
                <a:lnTo>
                  <a:pt x="1858183" y="510716"/>
                </a:lnTo>
                <a:lnTo>
                  <a:pt x="1862492" y="600594"/>
                </a:lnTo>
                <a:lnTo>
                  <a:pt x="1866801" y="693840"/>
                </a:lnTo>
                <a:lnTo>
                  <a:pt x="1871109" y="787608"/>
                </a:lnTo>
                <a:lnTo>
                  <a:pt x="1875418" y="879041"/>
                </a:lnTo>
                <a:lnTo>
                  <a:pt x="1879727" y="965354"/>
                </a:lnTo>
                <a:lnTo>
                  <a:pt x="1884036" y="1043922"/>
                </a:lnTo>
                <a:lnTo>
                  <a:pt x="1888345" y="1112357"/>
                </a:lnTo>
                <a:lnTo>
                  <a:pt x="1892654" y="1168585"/>
                </a:lnTo>
                <a:lnTo>
                  <a:pt x="1896962" y="1210904"/>
                </a:lnTo>
                <a:lnTo>
                  <a:pt x="1901271" y="1238042"/>
                </a:lnTo>
                <a:lnTo>
                  <a:pt x="1905580" y="1249189"/>
                </a:lnTo>
                <a:lnTo>
                  <a:pt x="1909889" y="1244025"/>
                </a:lnTo>
                <a:lnTo>
                  <a:pt x="1914198" y="1222728"/>
                </a:lnTo>
                <a:lnTo>
                  <a:pt x="1918507" y="1185971"/>
                </a:lnTo>
                <a:lnTo>
                  <a:pt x="1922815" y="1134896"/>
                </a:lnTo>
                <a:lnTo>
                  <a:pt x="1927124" y="1071082"/>
                </a:lnTo>
                <a:lnTo>
                  <a:pt x="1931433" y="996497"/>
                </a:lnTo>
                <a:lnTo>
                  <a:pt x="1935742" y="913435"/>
                </a:lnTo>
                <a:lnTo>
                  <a:pt x="1940051" y="824447"/>
                </a:lnTo>
                <a:lnTo>
                  <a:pt x="1944360" y="732264"/>
                </a:lnTo>
                <a:lnTo>
                  <a:pt x="1948668" y="639711"/>
                </a:lnTo>
                <a:lnTo>
                  <a:pt x="1952977" y="549622"/>
                </a:lnTo>
                <a:lnTo>
                  <a:pt x="1957286" y="464754"/>
                </a:lnTo>
                <a:lnTo>
                  <a:pt x="1961595" y="387701"/>
                </a:lnTo>
                <a:lnTo>
                  <a:pt x="1965904" y="320818"/>
                </a:lnTo>
                <a:lnTo>
                  <a:pt x="1970212" y="266144"/>
                </a:lnTo>
                <a:lnTo>
                  <a:pt x="1974521" y="225346"/>
                </a:lnTo>
                <a:lnTo>
                  <a:pt x="1978830" y="199665"/>
                </a:lnTo>
                <a:lnTo>
                  <a:pt x="1983139" y="189879"/>
                </a:lnTo>
                <a:lnTo>
                  <a:pt x="1987448" y="196280"/>
                </a:lnTo>
                <a:lnTo>
                  <a:pt x="1991757" y="218666"/>
                </a:lnTo>
                <a:lnTo>
                  <a:pt x="1996065" y="256346"/>
                </a:lnTo>
                <a:lnTo>
                  <a:pt x="2000374" y="308162"/>
                </a:lnTo>
                <a:lnTo>
                  <a:pt x="2004683" y="372526"/>
                </a:lnTo>
                <a:lnTo>
                  <a:pt x="2008992" y="447470"/>
                </a:lnTo>
                <a:lnTo>
                  <a:pt x="2013301" y="530702"/>
                </a:lnTo>
                <a:lnTo>
                  <a:pt x="2017610" y="619679"/>
                </a:lnTo>
                <a:lnTo>
                  <a:pt x="2021918" y="711686"/>
                </a:lnTo>
                <a:lnTo>
                  <a:pt x="2026227" y="803919"/>
                </a:lnTo>
                <a:lnTo>
                  <a:pt x="2030536" y="893566"/>
                </a:lnTo>
                <a:lnTo>
                  <a:pt x="2034845" y="977899"/>
                </a:lnTo>
                <a:lnTo>
                  <a:pt x="2039154" y="1054355"/>
                </a:lnTo>
                <a:lnTo>
                  <a:pt x="2043463" y="1120612"/>
                </a:lnTo>
                <a:lnTo>
                  <a:pt x="2047771" y="1174663"/>
                </a:lnTo>
                <a:lnTo>
                  <a:pt x="2052080" y="1214876"/>
                </a:lnTo>
                <a:lnTo>
                  <a:pt x="2056389" y="1240040"/>
                </a:lnTo>
                <a:lnTo>
                  <a:pt x="2060698" y="1249409"/>
                </a:lnTo>
                <a:lnTo>
                  <a:pt x="2065007" y="1242716"/>
                </a:lnTo>
                <a:lnTo>
                  <a:pt x="2069316" y="1220186"/>
                </a:lnTo>
                <a:lnTo>
                  <a:pt x="2073624" y="1182530"/>
                </a:lnTo>
                <a:lnTo>
                  <a:pt x="2077933" y="1130915"/>
                </a:lnTo>
                <a:lnTo>
                  <a:pt x="2082242" y="1066939"/>
                </a:lnTo>
                <a:lnTo>
                  <a:pt x="2086551" y="992572"/>
                </a:lnTo>
                <a:lnTo>
                  <a:pt x="2090860" y="910100"/>
                </a:lnTo>
                <a:lnTo>
                  <a:pt x="2095169" y="822056"/>
                </a:lnTo>
                <a:lnTo>
                  <a:pt x="2099477" y="731139"/>
                </a:lnTo>
                <a:lnTo>
                  <a:pt x="2103786" y="640136"/>
                </a:lnTo>
                <a:lnTo>
                  <a:pt x="2108095" y="551832"/>
                </a:lnTo>
                <a:lnTo>
                  <a:pt x="2112404" y="468927"/>
                </a:lnTo>
                <a:lnTo>
                  <a:pt x="2116713" y="393954"/>
                </a:lnTo>
                <a:lnTo>
                  <a:pt x="2121022" y="329203"/>
                </a:lnTo>
                <a:lnTo>
                  <a:pt x="2125330" y="276648"/>
                </a:lnTo>
                <a:lnTo>
                  <a:pt x="2129639" y="237890"/>
                </a:lnTo>
                <a:lnTo>
                  <a:pt x="2133948" y="214106"/>
                </a:lnTo>
                <a:lnTo>
                  <a:pt x="2138257" y="206017"/>
                </a:lnTo>
                <a:lnTo>
                  <a:pt x="2142566" y="213863"/>
                </a:lnTo>
                <a:lnTo>
                  <a:pt x="2146875" y="237397"/>
                </a:lnTo>
                <a:lnTo>
                  <a:pt x="2151183" y="275893"/>
                </a:lnTo>
                <a:lnTo>
                  <a:pt x="2155492" y="328170"/>
                </a:lnTo>
                <a:lnTo>
                  <a:pt x="2159801" y="392627"/>
                </a:lnTo>
                <a:lnTo>
                  <a:pt x="2164110" y="467291"/>
                </a:lnTo>
                <a:lnTo>
                  <a:pt x="2168419" y="549883"/>
                </a:lnTo>
                <a:lnTo>
                  <a:pt x="2172727" y="637880"/>
                </a:lnTo>
                <a:lnTo>
                  <a:pt x="2177036" y="728598"/>
                </a:lnTo>
                <a:lnTo>
                  <a:pt x="2181345" y="819272"/>
                </a:lnTo>
                <a:lnTo>
                  <a:pt x="2185654" y="907142"/>
                </a:lnTo>
                <a:lnTo>
                  <a:pt x="2189963" y="989535"/>
                </a:lnTo>
                <a:lnTo>
                  <a:pt x="2194272" y="1063948"/>
                </a:lnTo>
                <a:lnTo>
                  <a:pt x="2198580" y="1128123"/>
                </a:lnTo>
                <a:lnTo>
                  <a:pt x="2202889" y="1180117"/>
                </a:lnTo>
                <a:lnTo>
                  <a:pt x="2207198" y="1218361"/>
                </a:lnTo>
                <a:lnTo>
                  <a:pt x="2211507" y="1241708"/>
                </a:lnTo>
                <a:lnTo>
                  <a:pt x="2215816" y="1249464"/>
                </a:lnTo>
                <a:lnTo>
                  <a:pt x="2220125" y="1241414"/>
                </a:lnTo>
                <a:lnTo>
                  <a:pt x="2224433" y="1217824"/>
                </a:lnTo>
                <a:lnTo>
                  <a:pt x="2228742" y="1179436"/>
                </a:lnTo>
                <a:lnTo>
                  <a:pt x="2233051" y="1127442"/>
                </a:lnTo>
                <a:lnTo>
                  <a:pt x="2237360" y="1063446"/>
                </a:lnTo>
                <a:lnTo>
                  <a:pt x="2241669" y="989420"/>
                </a:lnTo>
                <a:lnTo>
                  <a:pt x="2245978" y="907640"/>
                </a:lnTo>
                <a:lnTo>
                  <a:pt x="2250286" y="820615"/>
                </a:lnTo>
                <a:lnTo>
                  <a:pt x="2254595" y="731012"/>
                </a:lnTo>
                <a:lnTo>
                  <a:pt x="2258904" y="641576"/>
                </a:lnTo>
                <a:lnTo>
                  <a:pt x="2263213" y="555043"/>
                </a:lnTo>
                <a:lnTo>
                  <a:pt x="2267522" y="474058"/>
                </a:lnTo>
                <a:lnTo>
                  <a:pt x="2271831" y="401094"/>
                </a:lnTo>
                <a:lnTo>
                  <a:pt x="2276139" y="338377"/>
                </a:lnTo>
                <a:lnTo>
                  <a:pt x="2280448" y="287820"/>
                </a:lnTo>
                <a:lnTo>
                  <a:pt x="2284757" y="250961"/>
                </a:lnTo>
                <a:lnTo>
                  <a:pt x="2289066" y="228920"/>
                </a:lnTo>
                <a:lnTo>
                  <a:pt x="2293375" y="222363"/>
                </a:lnTo>
                <a:lnTo>
                  <a:pt x="2297684" y="231482"/>
                </a:lnTo>
                <a:lnTo>
                  <a:pt x="2301992" y="255992"/>
                </a:lnTo>
                <a:lnTo>
                  <a:pt x="2306301" y="295139"/>
                </a:lnTo>
                <a:lnTo>
                  <a:pt x="2310610" y="347722"/>
                </a:lnTo>
                <a:lnTo>
                  <a:pt x="2314919" y="412130"/>
                </a:lnTo>
                <a:lnTo>
                  <a:pt x="2319228" y="486395"/>
                </a:lnTo>
                <a:lnTo>
                  <a:pt x="2323537" y="568249"/>
                </a:lnTo>
                <a:lnTo>
                  <a:pt x="2327845" y="655194"/>
                </a:lnTo>
                <a:lnTo>
                  <a:pt x="2332154" y="744579"/>
                </a:lnTo>
                <a:lnTo>
                  <a:pt x="2336463" y="833683"/>
                </a:lnTo>
                <a:lnTo>
                  <a:pt x="2340772" y="919792"/>
                </a:lnTo>
                <a:lnTo>
                  <a:pt x="2345081" y="1000291"/>
                </a:lnTo>
                <a:lnTo>
                  <a:pt x="2349390" y="1072734"/>
                </a:lnTo>
                <a:lnTo>
                  <a:pt x="2353698" y="1134926"/>
                </a:lnTo>
                <a:lnTo>
                  <a:pt x="2358007" y="1184985"/>
                </a:lnTo>
                <a:lnTo>
                  <a:pt x="2362316" y="1221402"/>
                </a:lnTo>
                <a:lnTo>
                  <a:pt x="2366625" y="1243086"/>
                </a:lnTo>
                <a:lnTo>
                  <a:pt x="2370934" y="1249395"/>
                </a:lnTo>
                <a:lnTo>
                  <a:pt x="2375242" y="1240157"/>
                </a:lnTo>
                <a:lnTo>
                  <a:pt x="2379551" y="1215676"/>
                </a:lnTo>
                <a:lnTo>
                  <a:pt x="2383860" y="1176720"/>
                </a:lnTo>
                <a:lnTo>
                  <a:pt x="2388169" y="1124496"/>
                </a:lnTo>
                <a:lnTo>
                  <a:pt x="2392478" y="1060617"/>
                </a:lnTo>
                <a:lnTo>
                  <a:pt x="2396787" y="987050"/>
                </a:lnTo>
                <a:lnTo>
                  <a:pt x="2401095" y="906054"/>
                </a:lnTo>
                <a:lnTo>
                  <a:pt x="2405404" y="820115"/>
                </a:lnTo>
                <a:lnTo>
                  <a:pt x="2409713" y="731865"/>
                </a:lnTo>
                <a:lnTo>
                  <a:pt x="2414022" y="644005"/>
                </a:lnTo>
                <a:lnTo>
                  <a:pt x="2418331" y="559223"/>
                </a:lnTo>
                <a:lnTo>
                  <a:pt x="2422640" y="480108"/>
                </a:lnTo>
                <a:lnTo>
                  <a:pt x="2426948" y="409076"/>
                </a:lnTo>
                <a:lnTo>
                  <a:pt x="2431257" y="348292"/>
                </a:lnTo>
                <a:lnTo>
                  <a:pt x="2435566" y="299610"/>
                </a:lnTo>
                <a:lnTo>
                  <a:pt x="2439875" y="264509"/>
                </a:lnTo>
                <a:lnTo>
                  <a:pt x="2444184" y="244054"/>
                </a:lnTo>
                <a:lnTo>
                  <a:pt x="2448493" y="238863"/>
                </a:lnTo>
                <a:lnTo>
                  <a:pt x="2452801" y="249088"/>
                </a:lnTo>
                <a:lnTo>
                  <a:pt x="2457110" y="274409"/>
                </a:lnTo>
                <a:lnTo>
                  <a:pt x="2461419" y="314046"/>
                </a:lnTo>
                <a:lnTo>
                  <a:pt x="2465728" y="366785"/>
                </a:lnTo>
                <a:lnTo>
                  <a:pt x="2470037" y="431013"/>
                </a:lnTo>
                <a:lnTo>
                  <a:pt x="2474346" y="504765"/>
                </a:lnTo>
                <a:lnTo>
                  <a:pt x="2476500" y="1249465"/>
                </a:lnTo>
                <a:close/>
              </a:path>
            </a:pathLst>
          </a:custGeom>
          <a:solidFill>
            <a:srgbClr val="2C7A8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63" name="squared-RF-output">
            <a:extLst>
              <a:ext uri="{FF2B5EF4-FFF2-40B4-BE49-F238E27FC236}">
                <a16:creationId xmlns:a16="http://schemas.microsoft.com/office/drawing/2014/main" id="{72974107-1A11-4FCA-A4A8-6FFDA84BFBAA}"/>
              </a:ext>
            </a:extLst>
          </p:cNvPr>
          <p:cNvSpPr>
            <a:spLocks noGrp="1"/>
          </p:cNvSpPr>
          <p:nvPr/>
        </p:nvSpPr>
        <p:spPr>
          <a:xfrm>
            <a:off x="2516860" y="6259919"/>
            <a:ext cx="9234407" cy="1429500"/>
          </a:xfrm>
          <a:custGeom>
            <a:avLst/>
            <a:gdLst/>
            <a:ahLst/>
            <a:cxnLst/>
            <a:rect l="0" t="0" r="0" b="0"/>
            <a:pathLst>
              <a:path w="9906000" h="1533464">
                <a:moveTo>
                  <a:pt x="0" y="151578"/>
                </a:moveTo>
                <a:lnTo>
                  <a:pt x="4309" y="246067"/>
                </a:lnTo>
                <a:lnTo>
                  <a:pt x="8618" y="356204"/>
                </a:lnTo>
                <a:lnTo>
                  <a:pt x="12926" y="478601"/>
                </a:lnTo>
                <a:lnTo>
                  <a:pt x="17235" y="609499"/>
                </a:lnTo>
                <a:lnTo>
                  <a:pt x="21544" y="744878"/>
                </a:lnTo>
                <a:lnTo>
                  <a:pt x="25853" y="880586"/>
                </a:lnTo>
                <a:lnTo>
                  <a:pt x="30162" y="1012461"/>
                </a:lnTo>
                <a:lnTo>
                  <a:pt x="34471" y="1136465"/>
                </a:lnTo>
                <a:lnTo>
                  <a:pt x="38779" y="1248802"/>
                </a:lnTo>
                <a:lnTo>
                  <a:pt x="43088" y="1346039"/>
                </a:lnTo>
                <a:lnTo>
                  <a:pt x="47397" y="1425210"/>
                </a:lnTo>
                <a:lnTo>
                  <a:pt x="51706" y="1483904"/>
                </a:lnTo>
                <a:lnTo>
                  <a:pt x="56015" y="1520343"/>
                </a:lnTo>
                <a:lnTo>
                  <a:pt x="60324" y="1533433"/>
                </a:lnTo>
                <a:lnTo>
                  <a:pt x="64632" y="1522798"/>
                </a:lnTo>
                <a:lnTo>
                  <a:pt x="68941" y="1488791"/>
                </a:lnTo>
                <a:lnTo>
                  <a:pt x="73250" y="1432485"/>
                </a:lnTo>
                <a:lnTo>
                  <a:pt x="77559" y="1355634"/>
                </a:lnTo>
                <a:lnTo>
                  <a:pt x="81868" y="1260624"/>
                </a:lnTo>
                <a:lnTo>
                  <a:pt x="86177" y="1150396"/>
                </a:lnTo>
                <a:lnTo>
                  <a:pt x="90485" y="1028357"/>
                </a:lnTo>
                <a:lnTo>
                  <a:pt x="94794" y="898274"/>
                </a:lnTo>
                <a:lnTo>
                  <a:pt x="99103" y="764159"/>
                </a:lnTo>
                <a:lnTo>
                  <a:pt x="103412" y="630143"/>
                </a:lnTo>
                <a:lnTo>
                  <a:pt x="107721" y="500353"/>
                </a:lnTo>
                <a:lnTo>
                  <a:pt x="112030" y="378782"/>
                </a:lnTo>
                <a:lnTo>
                  <a:pt x="116338" y="269167"/>
                </a:lnTo>
                <a:lnTo>
                  <a:pt x="120647" y="174876"/>
                </a:lnTo>
                <a:lnTo>
                  <a:pt x="124956" y="98803"/>
                </a:lnTo>
                <a:lnTo>
                  <a:pt x="129265" y="43281"/>
                </a:lnTo>
                <a:lnTo>
                  <a:pt x="133574" y="10009"/>
                </a:lnTo>
                <a:lnTo>
                  <a:pt x="137883" y="0"/>
                </a:lnTo>
                <a:lnTo>
                  <a:pt x="142191" y="13554"/>
                </a:lnTo>
                <a:lnTo>
                  <a:pt x="146500" y="50247"/>
                </a:lnTo>
                <a:lnTo>
                  <a:pt x="150809" y="108941"/>
                </a:lnTo>
                <a:lnTo>
                  <a:pt x="155118" y="187826"/>
                </a:lnTo>
                <a:lnTo>
                  <a:pt x="159427" y="284472"/>
                </a:lnTo>
                <a:lnTo>
                  <a:pt x="163736" y="395906"/>
                </a:lnTo>
                <a:lnTo>
                  <a:pt x="168044" y="518702"/>
                </a:lnTo>
                <a:lnTo>
                  <a:pt x="172353" y="649088"/>
                </a:lnTo>
                <a:lnTo>
                  <a:pt x="176662" y="783060"/>
                </a:lnTo>
                <a:lnTo>
                  <a:pt x="180971" y="916509"/>
                </a:lnTo>
                <a:lnTo>
                  <a:pt x="185280" y="1045345"/>
                </a:lnTo>
                <a:lnTo>
                  <a:pt x="189589" y="1165620"/>
                </a:lnTo>
                <a:lnTo>
                  <a:pt x="193897" y="1273657"/>
                </a:lnTo>
                <a:lnTo>
                  <a:pt x="198206" y="1366152"/>
                </a:lnTo>
                <a:lnTo>
                  <a:pt x="202515" y="1440285"/>
                </a:lnTo>
                <a:lnTo>
                  <a:pt x="206824" y="1493801"/>
                </a:lnTo>
                <a:lnTo>
                  <a:pt x="211133" y="1525080"/>
                </a:lnTo>
                <a:lnTo>
                  <a:pt x="215441" y="1533186"/>
                </a:lnTo>
                <a:lnTo>
                  <a:pt x="219750" y="1517896"/>
                </a:lnTo>
                <a:lnTo>
                  <a:pt x="224059" y="1479706"/>
                </a:lnTo>
                <a:lnTo>
                  <a:pt x="228368" y="1419815"/>
                </a:lnTo>
                <a:lnTo>
                  <a:pt x="232677" y="1340089"/>
                </a:lnTo>
                <a:lnTo>
                  <a:pt x="236986" y="1242999"/>
                </a:lnTo>
                <a:lnTo>
                  <a:pt x="241294" y="1131551"/>
                </a:lnTo>
                <a:lnTo>
                  <a:pt x="245603" y="1009189"/>
                </a:lnTo>
                <a:lnTo>
                  <a:pt x="249912" y="879687"/>
                </a:lnTo>
                <a:lnTo>
                  <a:pt x="254221" y="747040"/>
                </a:lnTo>
                <a:lnTo>
                  <a:pt x="258530" y="615332"/>
                </a:lnTo>
                <a:lnTo>
                  <a:pt x="262839" y="488620"/>
                </a:lnTo>
                <a:lnTo>
                  <a:pt x="267147" y="370800"/>
                </a:lnTo>
                <a:lnTo>
                  <a:pt x="271456" y="265495"/>
                </a:lnTo>
                <a:lnTo>
                  <a:pt x="275765" y="175939"/>
                </a:lnTo>
                <a:lnTo>
                  <a:pt x="280074" y="104880"/>
                </a:lnTo>
                <a:lnTo>
                  <a:pt x="284383" y="54497"/>
                </a:lnTo>
                <a:lnTo>
                  <a:pt x="288692" y="26330"/>
                </a:lnTo>
                <a:lnTo>
                  <a:pt x="293000" y="21238"/>
                </a:lnTo>
                <a:lnTo>
                  <a:pt x="297309" y="39368"/>
                </a:lnTo>
                <a:lnTo>
                  <a:pt x="301618" y="80155"/>
                </a:lnTo>
                <a:lnTo>
                  <a:pt x="305927" y="142337"/>
                </a:lnTo>
                <a:lnTo>
                  <a:pt x="310236" y="223996"/>
                </a:lnTo>
                <a:lnTo>
                  <a:pt x="314545" y="322619"/>
                </a:lnTo>
                <a:lnTo>
                  <a:pt x="318853" y="435170"/>
                </a:lnTo>
                <a:lnTo>
                  <a:pt x="323162" y="558191"/>
                </a:lnTo>
                <a:lnTo>
                  <a:pt x="327471" y="687902"/>
                </a:lnTo>
                <a:lnTo>
                  <a:pt x="331780" y="820322"/>
                </a:lnTo>
                <a:lnTo>
                  <a:pt x="336089" y="951390"/>
                </a:lnTo>
                <a:lnTo>
                  <a:pt x="340398" y="1077088"/>
                </a:lnTo>
                <a:lnTo>
                  <a:pt x="344706" y="1193566"/>
                </a:lnTo>
                <a:lnTo>
                  <a:pt x="349015" y="1297263"/>
                </a:lnTo>
                <a:lnTo>
                  <a:pt x="353324" y="1385009"/>
                </a:lnTo>
                <a:lnTo>
                  <a:pt x="357633" y="1454130"/>
                </a:lnTo>
                <a:lnTo>
                  <a:pt x="361942" y="1502524"/>
                </a:lnTo>
                <a:lnTo>
                  <a:pt x="366251" y="1528728"/>
                </a:lnTo>
                <a:lnTo>
                  <a:pt x="370559" y="1531963"/>
                </a:lnTo>
                <a:lnTo>
                  <a:pt x="374868" y="1512154"/>
                </a:lnTo>
                <a:lnTo>
                  <a:pt x="379177" y="1469936"/>
                </a:lnTo>
                <a:lnTo>
                  <a:pt x="383486" y="1406631"/>
                </a:lnTo>
                <a:lnTo>
                  <a:pt x="387795" y="1324208"/>
                </a:lnTo>
                <a:lnTo>
                  <a:pt x="392104" y="1225222"/>
                </a:lnTo>
                <a:lnTo>
                  <a:pt x="396412" y="1112735"/>
                </a:lnTo>
                <a:lnTo>
                  <a:pt x="400721" y="990222"/>
                </a:lnTo>
                <a:lnTo>
                  <a:pt x="405030" y="861462"/>
                </a:lnTo>
                <a:lnTo>
                  <a:pt x="409339" y="730425"/>
                </a:lnTo>
                <a:lnTo>
                  <a:pt x="413648" y="601146"/>
                </a:lnTo>
                <a:lnTo>
                  <a:pt x="417957" y="477605"/>
                </a:lnTo>
                <a:lnTo>
                  <a:pt x="422265" y="363602"/>
                </a:lnTo>
                <a:lnTo>
                  <a:pt x="426574" y="262640"/>
                </a:lnTo>
                <a:lnTo>
                  <a:pt x="430883" y="177820"/>
                </a:lnTo>
                <a:lnTo>
                  <a:pt x="435192" y="111745"/>
                </a:lnTo>
                <a:lnTo>
                  <a:pt x="439501" y="66439"/>
                </a:lnTo>
                <a:lnTo>
                  <a:pt x="443809" y="43288"/>
                </a:lnTo>
                <a:lnTo>
                  <a:pt x="448118" y="42995"/>
                </a:lnTo>
                <a:lnTo>
                  <a:pt x="452427" y="65560"/>
                </a:lnTo>
                <a:lnTo>
                  <a:pt x="456736" y="110282"/>
                </a:lnTo>
                <a:lnTo>
                  <a:pt x="461045" y="175779"/>
                </a:lnTo>
                <a:lnTo>
                  <a:pt x="465354" y="260031"/>
                </a:lnTo>
                <a:lnTo>
                  <a:pt x="469662" y="360446"/>
                </a:lnTo>
                <a:lnTo>
                  <a:pt x="473971" y="473933"/>
                </a:lnTo>
                <a:lnTo>
                  <a:pt x="478280" y="597007"/>
                </a:lnTo>
                <a:lnTo>
                  <a:pt x="482589" y="725885"/>
                </a:lnTo>
                <a:lnTo>
                  <a:pt x="486898" y="856614"/>
                </a:lnTo>
                <a:lnTo>
                  <a:pt x="491207" y="985184"/>
                </a:lnTo>
                <a:lnTo>
                  <a:pt x="495515" y="1107655"/>
                </a:lnTo>
                <a:lnTo>
                  <a:pt x="499824" y="1220276"/>
                </a:lnTo>
                <a:lnTo>
                  <a:pt x="504133" y="1319604"/>
                </a:lnTo>
                <a:lnTo>
                  <a:pt x="508442" y="1402605"/>
                </a:lnTo>
                <a:lnTo>
                  <a:pt x="512751" y="1466750"/>
                </a:lnTo>
                <a:lnTo>
                  <a:pt x="517060" y="1510090"/>
                </a:lnTo>
                <a:lnTo>
                  <a:pt x="521368" y="1531316"/>
                </a:lnTo>
                <a:lnTo>
                  <a:pt x="525677" y="1529803"/>
                </a:lnTo>
                <a:lnTo>
                  <a:pt x="529986" y="1505621"/>
                </a:lnTo>
                <a:lnTo>
                  <a:pt x="534295" y="1459538"/>
                </a:lnTo>
                <a:lnTo>
                  <a:pt x="538604" y="1392994"/>
                </a:lnTo>
                <a:lnTo>
                  <a:pt x="542913" y="1308058"/>
                </a:lnTo>
                <a:lnTo>
                  <a:pt x="547221" y="1207361"/>
                </a:lnTo>
                <a:lnTo>
                  <a:pt x="551530" y="1094016"/>
                </a:lnTo>
                <a:lnTo>
                  <a:pt x="555839" y="971524"/>
                </a:lnTo>
                <a:lnTo>
                  <a:pt x="560148" y="843662"/>
                </a:lnTo>
                <a:lnTo>
                  <a:pt x="564457" y="714372"/>
                </a:lnTo>
                <a:lnTo>
                  <a:pt x="568766" y="587634"/>
                </a:lnTo>
                <a:lnTo>
                  <a:pt x="573074" y="467350"/>
                </a:lnTo>
                <a:lnTo>
                  <a:pt x="577383" y="357218"/>
                </a:lnTo>
                <a:lnTo>
                  <a:pt x="581692" y="260622"/>
                </a:lnTo>
                <a:lnTo>
                  <a:pt x="586001" y="180529"/>
                </a:lnTo>
                <a:lnTo>
                  <a:pt x="590310" y="119396"/>
                </a:lnTo>
                <a:lnTo>
                  <a:pt x="594619" y="79095"/>
                </a:lnTo>
                <a:lnTo>
                  <a:pt x="598927" y="60857"/>
                </a:lnTo>
                <a:lnTo>
                  <a:pt x="603236" y="65235"/>
                </a:lnTo>
                <a:lnTo>
                  <a:pt x="607545" y="92086"/>
                </a:lnTo>
                <a:lnTo>
                  <a:pt x="611854" y="140577"/>
                </a:lnTo>
                <a:lnTo>
                  <a:pt x="616163" y="209211"/>
                </a:lnTo>
                <a:lnTo>
                  <a:pt x="620472" y="295872"/>
                </a:lnTo>
                <a:lnTo>
                  <a:pt x="624780" y="397893"/>
                </a:lnTo>
                <a:lnTo>
                  <a:pt x="629089" y="512137"/>
                </a:lnTo>
                <a:lnTo>
                  <a:pt x="633398" y="635092"/>
                </a:lnTo>
                <a:lnTo>
                  <a:pt x="637707" y="762984"/>
                </a:lnTo>
                <a:lnTo>
                  <a:pt x="642016" y="891889"/>
                </a:lnTo>
                <a:lnTo>
                  <a:pt x="646324" y="1017852"/>
                </a:lnTo>
                <a:lnTo>
                  <a:pt x="650633" y="1137015"/>
                </a:lnTo>
                <a:lnTo>
                  <a:pt x="654942" y="1245729"/>
                </a:lnTo>
                <a:lnTo>
                  <a:pt x="659251" y="1340672"/>
                </a:lnTo>
                <a:lnTo>
                  <a:pt x="663560" y="1418943"/>
                </a:lnTo>
                <a:lnTo>
                  <a:pt x="667869" y="1478159"/>
                </a:lnTo>
                <a:lnTo>
                  <a:pt x="672177" y="1516523"/>
                </a:lnTo>
                <a:lnTo>
                  <a:pt x="676486" y="1532880"/>
                </a:lnTo>
                <a:lnTo>
                  <a:pt x="680795" y="1526750"/>
                </a:lnTo>
                <a:lnTo>
                  <a:pt x="685104" y="1498348"/>
                </a:lnTo>
                <a:lnTo>
                  <a:pt x="689413" y="1448570"/>
                </a:lnTo>
                <a:lnTo>
                  <a:pt x="693722" y="1378969"/>
                </a:lnTo>
                <a:lnTo>
                  <a:pt x="698030" y="1291707"/>
                </a:lnTo>
                <a:lnTo>
                  <a:pt x="702339" y="1189485"/>
                </a:lnTo>
                <a:lnTo>
                  <a:pt x="706648" y="1075462"/>
                </a:lnTo>
                <a:lnTo>
                  <a:pt x="710957" y="953160"/>
                </a:lnTo>
                <a:lnTo>
                  <a:pt x="715266" y="826348"/>
                </a:lnTo>
                <a:lnTo>
                  <a:pt x="719575" y="698935"/>
                </a:lnTo>
                <a:lnTo>
                  <a:pt x="723883" y="574844"/>
                </a:lnTo>
                <a:lnTo>
                  <a:pt x="728192" y="457893"/>
                </a:lnTo>
                <a:lnTo>
                  <a:pt x="732501" y="351677"/>
                </a:lnTo>
                <a:lnTo>
                  <a:pt x="736810" y="259460"/>
                </a:lnTo>
                <a:lnTo>
                  <a:pt x="741119" y="184073"/>
                </a:lnTo>
                <a:lnTo>
                  <a:pt x="745428" y="127829"/>
                </a:lnTo>
                <a:lnTo>
                  <a:pt x="749736" y="92449"/>
                </a:lnTo>
                <a:lnTo>
                  <a:pt x="754045" y="79012"/>
                </a:lnTo>
                <a:lnTo>
                  <a:pt x="758354" y="87925"/>
                </a:lnTo>
                <a:lnTo>
                  <a:pt x="762663" y="118905"/>
                </a:lnTo>
                <a:lnTo>
                  <a:pt x="766972" y="170992"/>
                </a:lnTo>
                <a:lnTo>
                  <a:pt x="771281" y="242580"/>
                </a:lnTo>
                <a:lnTo>
                  <a:pt x="775589" y="331461"/>
                </a:lnTo>
                <a:lnTo>
                  <a:pt x="779898" y="434902"/>
                </a:lnTo>
                <a:lnTo>
                  <a:pt x="784207" y="549722"/>
                </a:lnTo>
                <a:lnTo>
                  <a:pt x="788516" y="672394"/>
                </a:lnTo>
                <a:lnTo>
                  <a:pt x="792825" y="799150"/>
                </a:lnTo>
                <a:lnTo>
                  <a:pt x="797134" y="926103"/>
                </a:lnTo>
                <a:lnTo>
                  <a:pt x="801442" y="1049359"/>
                </a:lnTo>
                <a:lnTo>
                  <a:pt x="805751" y="1165144"/>
                </a:lnTo>
                <a:lnTo>
                  <a:pt x="810060" y="1269912"/>
                </a:lnTo>
                <a:lnTo>
                  <a:pt x="814369" y="1360462"/>
                </a:lnTo>
                <a:lnTo>
                  <a:pt x="818678" y="1434031"/>
                </a:lnTo>
                <a:lnTo>
                  <a:pt x="822987" y="1488378"/>
                </a:lnTo>
                <a:lnTo>
                  <a:pt x="827295" y="1521855"/>
                </a:lnTo>
                <a:lnTo>
                  <a:pt x="831604" y="1533459"/>
                </a:lnTo>
                <a:lnTo>
                  <a:pt x="835913" y="1522855"/>
                </a:lnTo>
                <a:lnTo>
                  <a:pt x="840222" y="1490394"/>
                </a:lnTo>
                <a:lnTo>
                  <a:pt x="844531" y="1437097"/>
                </a:lnTo>
                <a:lnTo>
                  <a:pt x="848839" y="1364625"/>
                </a:lnTo>
                <a:lnTo>
                  <a:pt x="853148" y="1275225"/>
                </a:lnTo>
                <a:lnTo>
                  <a:pt x="857457" y="1171665"/>
                </a:lnTo>
                <a:lnTo>
                  <a:pt x="861766" y="1057144"/>
                </a:lnTo>
                <a:lnTo>
                  <a:pt x="866075" y="935196"/>
                </a:lnTo>
                <a:lnTo>
                  <a:pt x="870384" y="809582"/>
                </a:lnTo>
                <a:lnTo>
                  <a:pt x="874692" y="684170"/>
                </a:lnTo>
                <a:lnTo>
                  <a:pt x="879001" y="562821"/>
                </a:lnTo>
                <a:lnTo>
                  <a:pt x="883310" y="449269"/>
                </a:lnTo>
                <a:lnTo>
                  <a:pt x="887619" y="347004"/>
                </a:lnTo>
                <a:lnTo>
                  <a:pt x="891928" y="259167"/>
                </a:lnTo>
                <a:lnTo>
                  <a:pt x="896237" y="188455"/>
                </a:lnTo>
                <a:lnTo>
                  <a:pt x="900545" y="137035"/>
                </a:lnTo>
                <a:lnTo>
                  <a:pt x="904854" y="106481"/>
                </a:lnTo>
                <a:lnTo>
                  <a:pt x="909163" y="97725"/>
                </a:lnTo>
                <a:lnTo>
                  <a:pt x="913472" y="111027"/>
                </a:lnTo>
                <a:lnTo>
                  <a:pt x="917781" y="145971"/>
                </a:lnTo>
                <a:lnTo>
                  <a:pt x="922090" y="201476"/>
                </a:lnTo>
                <a:lnTo>
                  <a:pt x="926398" y="275830"/>
                </a:lnTo>
                <a:lnTo>
                  <a:pt x="930707" y="366743"/>
                </a:lnTo>
                <a:lnTo>
                  <a:pt x="935016" y="471418"/>
                </a:lnTo>
                <a:lnTo>
                  <a:pt x="939325" y="586637"/>
                </a:lnTo>
                <a:lnTo>
                  <a:pt x="943634" y="708861"/>
                </a:lnTo>
                <a:lnTo>
                  <a:pt x="947943" y="834339"/>
                </a:lnTo>
                <a:lnTo>
                  <a:pt x="952251" y="959221"/>
                </a:lnTo>
                <a:lnTo>
                  <a:pt x="956560" y="1079678"/>
                </a:lnTo>
                <a:lnTo>
                  <a:pt x="960869" y="1192023"/>
                </a:lnTo>
                <a:lnTo>
                  <a:pt x="965178" y="1292817"/>
                </a:lnTo>
                <a:lnTo>
                  <a:pt x="969487" y="1378980"/>
                </a:lnTo>
                <a:lnTo>
                  <a:pt x="973796" y="1447883"/>
                </a:lnTo>
                <a:lnTo>
                  <a:pt x="978104" y="1497431"/>
                </a:lnTo>
                <a:lnTo>
                  <a:pt x="982413" y="1526123"/>
                </a:lnTo>
                <a:lnTo>
                  <a:pt x="986722" y="1533100"/>
                </a:lnTo>
                <a:lnTo>
                  <a:pt x="991031" y="1518172"/>
                </a:lnTo>
                <a:lnTo>
                  <a:pt x="995340" y="1481821"/>
                </a:lnTo>
                <a:lnTo>
                  <a:pt x="999649" y="1425187"/>
                </a:lnTo>
                <a:lnTo>
                  <a:pt x="1003957" y="1350032"/>
                </a:lnTo>
                <a:lnTo>
                  <a:pt x="1008266" y="1258685"/>
                </a:lnTo>
                <a:lnTo>
                  <a:pt x="1012575" y="1153974"/>
                </a:lnTo>
                <a:lnTo>
                  <a:pt x="1016884" y="1039130"/>
                </a:lnTo>
                <a:lnTo>
                  <a:pt x="1021193" y="917699"/>
                </a:lnTo>
                <a:lnTo>
                  <a:pt x="1025502" y="793422"/>
                </a:lnTo>
                <a:lnTo>
                  <a:pt x="1029810" y="670127"/>
                </a:lnTo>
                <a:lnTo>
                  <a:pt x="1034119" y="551609"/>
                </a:lnTo>
                <a:lnTo>
                  <a:pt x="1038428" y="441513"/>
                </a:lnTo>
                <a:lnTo>
                  <a:pt x="1042737" y="343222"/>
                </a:lnTo>
                <a:lnTo>
                  <a:pt x="1047046" y="259755"/>
                </a:lnTo>
                <a:lnTo>
                  <a:pt x="1051355" y="193674"/>
                </a:lnTo>
                <a:lnTo>
                  <a:pt x="1055663" y="147004"/>
                </a:lnTo>
                <a:lnTo>
                  <a:pt x="1059972" y="121171"/>
                </a:lnTo>
                <a:lnTo>
                  <a:pt x="1064281" y="116963"/>
                </a:lnTo>
                <a:lnTo>
                  <a:pt x="1068590" y="134501"/>
                </a:lnTo>
                <a:lnTo>
                  <a:pt x="1072899" y="173239"/>
                </a:lnTo>
                <a:lnTo>
                  <a:pt x="1077207" y="231978"/>
                </a:lnTo>
                <a:lnTo>
                  <a:pt x="1081516" y="308909"/>
                </a:lnTo>
                <a:lnTo>
                  <a:pt x="1085825" y="401662"/>
                </a:lnTo>
                <a:lnTo>
                  <a:pt x="1090134" y="507385"/>
                </a:lnTo>
                <a:lnTo>
                  <a:pt x="1094443" y="622829"/>
                </a:lnTo>
                <a:lnTo>
                  <a:pt x="1098752" y="744448"/>
                </a:lnTo>
                <a:lnTo>
                  <a:pt x="1103060" y="868510"/>
                </a:lnTo>
                <a:lnTo>
                  <a:pt x="1107369" y="991209"/>
                </a:lnTo>
                <a:lnTo>
                  <a:pt x="1111678" y="1108786"/>
                </a:lnTo>
                <a:lnTo>
                  <a:pt x="1115987" y="1217640"/>
                </a:lnTo>
                <a:lnTo>
                  <a:pt x="1120296" y="1314442"/>
                </a:lnTo>
                <a:lnTo>
                  <a:pt x="1124605" y="1396233"/>
                </a:lnTo>
                <a:lnTo>
                  <a:pt x="1128913" y="1460522"/>
                </a:lnTo>
                <a:lnTo>
                  <a:pt x="1133222" y="1505351"/>
                </a:lnTo>
                <a:lnTo>
                  <a:pt x="1137531" y="1529368"/>
                </a:lnTo>
                <a:lnTo>
                  <a:pt x="1141840" y="1531855"/>
                </a:lnTo>
                <a:lnTo>
                  <a:pt x="1146149" y="1512761"/>
                </a:lnTo>
                <a:lnTo>
                  <a:pt x="1150458" y="1472694"/>
                </a:lnTo>
                <a:lnTo>
                  <a:pt x="1154766" y="1412908"/>
                </a:lnTo>
                <a:lnTo>
                  <a:pt x="1159075" y="1335262"/>
                </a:lnTo>
                <a:lnTo>
                  <a:pt x="1163384" y="1242161"/>
                </a:lnTo>
                <a:lnTo>
                  <a:pt x="1167693" y="1136483"/>
                </a:lnTo>
                <a:lnTo>
                  <a:pt x="1172002" y="1021491"/>
                </a:lnTo>
                <a:lnTo>
                  <a:pt x="1176311" y="900732"/>
                </a:lnTo>
                <a:lnTo>
                  <a:pt x="1180619" y="777927"/>
                </a:lnTo>
                <a:lnTo>
                  <a:pt x="1184928" y="656857"/>
                </a:lnTo>
                <a:lnTo>
                  <a:pt x="1189237" y="541247"/>
                </a:lnTo>
                <a:lnTo>
                  <a:pt x="1193546" y="434653"/>
                </a:lnTo>
                <a:lnTo>
                  <a:pt x="1197855" y="340349"/>
                </a:lnTo>
                <a:lnTo>
                  <a:pt x="1202164" y="261231"/>
                </a:lnTo>
                <a:lnTo>
                  <a:pt x="1206472" y="199727"/>
                </a:lnTo>
                <a:lnTo>
                  <a:pt x="1210781" y="157720"/>
                </a:lnTo>
                <a:lnTo>
                  <a:pt x="1215090" y="136494"/>
                </a:lnTo>
                <a:lnTo>
                  <a:pt x="1219399" y="136695"/>
                </a:lnTo>
                <a:lnTo>
                  <a:pt x="1223708" y="158307"/>
                </a:lnTo>
                <a:lnTo>
                  <a:pt x="1228017" y="200661"/>
                </a:lnTo>
                <a:lnTo>
                  <a:pt x="1232325" y="262448"/>
                </a:lnTo>
                <a:lnTo>
                  <a:pt x="1236634" y="341763"/>
                </a:lnTo>
                <a:lnTo>
                  <a:pt x="1240943" y="436165"/>
                </a:lnTo>
                <a:lnTo>
                  <a:pt x="1245252" y="542753"/>
                </a:lnTo>
                <a:lnTo>
                  <a:pt x="1249561" y="658250"/>
                </a:lnTo>
                <a:lnTo>
                  <a:pt x="1253870" y="779111"/>
                </a:lnTo>
                <a:lnTo>
                  <a:pt x="1258178" y="901627"/>
                </a:lnTo>
                <a:lnTo>
                  <a:pt x="1262487" y="1022042"/>
                </a:lnTo>
                <a:lnTo>
                  <a:pt x="1266796" y="1136665"/>
                </a:lnTo>
                <a:lnTo>
                  <a:pt x="1271105" y="1241989"/>
                </a:lnTo>
                <a:lnTo>
                  <a:pt x="1275414" y="1334791"/>
                </a:lnTo>
                <a:lnTo>
                  <a:pt x="1279722" y="1412239"/>
                </a:lnTo>
                <a:lnTo>
                  <a:pt x="1284031" y="1471972"/>
                </a:lnTo>
                <a:lnTo>
                  <a:pt x="1288340" y="1512176"/>
                </a:lnTo>
                <a:lnTo>
                  <a:pt x="1292649" y="1531637"/>
                </a:lnTo>
                <a:lnTo>
                  <a:pt x="1296958" y="1529780"/>
                </a:lnTo>
                <a:lnTo>
                  <a:pt x="1301267" y="1506684"/>
                </a:lnTo>
                <a:lnTo>
                  <a:pt x="1305575" y="1463082"/>
                </a:lnTo>
                <a:lnTo>
                  <a:pt x="1309884" y="1400335"/>
                </a:lnTo>
                <a:lnTo>
                  <a:pt x="1314193" y="1320392"/>
                </a:lnTo>
                <a:lnTo>
                  <a:pt x="1318502" y="1225727"/>
                </a:lnTo>
                <a:lnTo>
                  <a:pt x="1322811" y="1119266"/>
                </a:lnTo>
                <a:lnTo>
                  <a:pt x="1327120" y="1004295"/>
                </a:lnTo>
                <a:lnTo>
                  <a:pt x="1331428" y="884359"/>
                </a:lnTo>
                <a:lnTo>
                  <a:pt x="1335737" y="763152"/>
                </a:lnTo>
                <a:lnTo>
                  <a:pt x="1340046" y="644405"/>
                </a:lnTo>
                <a:lnTo>
                  <a:pt x="1344355" y="531773"/>
                </a:lnTo>
                <a:lnTo>
                  <a:pt x="1348664" y="428715"/>
                </a:lnTo>
                <a:lnTo>
                  <a:pt x="1352973" y="338400"/>
                </a:lnTo>
                <a:lnTo>
                  <a:pt x="1357281" y="263599"/>
                </a:lnTo>
                <a:lnTo>
                  <a:pt x="1361590" y="206606"/>
                </a:lnTo>
                <a:lnTo>
                  <a:pt x="1365899" y="169166"/>
                </a:lnTo>
                <a:lnTo>
                  <a:pt x="1370208" y="152423"/>
                </a:lnTo>
                <a:lnTo>
                  <a:pt x="1374517" y="156884"/>
                </a:lnTo>
                <a:lnTo>
                  <a:pt x="1378826" y="182403"/>
                </a:lnTo>
                <a:lnTo>
                  <a:pt x="1383134" y="228191"/>
                </a:lnTo>
                <a:lnTo>
                  <a:pt x="1387443" y="292834"/>
                </a:lnTo>
                <a:lnTo>
                  <a:pt x="1391752" y="374340"/>
                </a:lnTo>
                <a:lnTo>
                  <a:pt x="1396061" y="470201"/>
                </a:lnTo>
                <a:lnTo>
                  <a:pt x="1400370" y="577472"/>
                </a:lnTo>
                <a:lnTo>
                  <a:pt x="1404679" y="692857"/>
                </a:lnTo>
                <a:lnTo>
                  <a:pt x="1408987" y="812813"/>
                </a:lnTo>
                <a:lnTo>
                  <a:pt x="1413296" y="933661"/>
                </a:lnTo>
                <a:lnTo>
                  <a:pt x="1417605" y="1051697"/>
                </a:lnTo>
                <a:lnTo>
                  <a:pt x="1421914" y="1163304"/>
                </a:lnTo>
                <a:lnTo>
                  <a:pt x="1426223" y="1265067"/>
                </a:lnTo>
                <a:lnTo>
                  <a:pt x="1430532" y="1353876"/>
                </a:lnTo>
                <a:lnTo>
                  <a:pt x="1434840" y="1427019"/>
                </a:lnTo>
                <a:lnTo>
                  <a:pt x="1439149" y="1482268"/>
                </a:lnTo>
                <a:lnTo>
                  <a:pt x="1443458" y="1517948"/>
                </a:lnTo>
                <a:lnTo>
                  <a:pt x="1447767" y="1532983"/>
                </a:lnTo>
                <a:lnTo>
                  <a:pt x="1452076" y="1526934"/>
                </a:lnTo>
                <a:lnTo>
                  <a:pt x="1456385" y="1500009"/>
                </a:lnTo>
                <a:lnTo>
                  <a:pt x="1460693" y="1453057"/>
                </a:lnTo>
                <a:lnTo>
                  <a:pt x="1465002" y="1387541"/>
                </a:lnTo>
                <a:lnTo>
                  <a:pt x="1469311" y="1305495"/>
                </a:lnTo>
                <a:lnTo>
                  <a:pt x="1473620" y="1209457"/>
                </a:lnTo>
                <a:lnTo>
                  <a:pt x="1477929" y="1102394"/>
                </a:lnTo>
                <a:lnTo>
                  <a:pt x="1482237" y="987609"/>
                </a:lnTo>
                <a:lnTo>
                  <a:pt x="1486546" y="868639"/>
                </a:lnTo>
                <a:lnTo>
                  <a:pt x="1490855" y="749149"/>
                </a:lnTo>
                <a:lnTo>
                  <a:pt x="1495164" y="632816"/>
                </a:lnTo>
                <a:lnTo>
                  <a:pt x="1499473" y="523218"/>
                </a:lnTo>
                <a:lnTo>
                  <a:pt x="1503782" y="423723"/>
                </a:lnTo>
                <a:lnTo>
                  <a:pt x="1508090" y="337387"/>
                </a:lnTo>
                <a:lnTo>
                  <a:pt x="1512399" y="266859"/>
                </a:lnTo>
                <a:lnTo>
                  <a:pt x="1516708" y="214301"/>
                </a:lnTo>
                <a:lnTo>
                  <a:pt x="1521017" y="181322"/>
                </a:lnTo>
                <a:lnTo>
                  <a:pt x="1525326" y="168928"/>
                </a:lnTo>
                <a:lnTo>
                  <a:pt x="1529635" y="177493"/>
                </a:lnTo>
                <a:lnTo>
                  <a:pt x="1533943" y="206746"/>
                </a:lnTo>
                <a:lnTo>
                  <a:pt x="1538252" y="255781"/>
                </a:lnTo>
                <a:lnTo>
                  <a:pt x="1542561" y="323086"/>
                </a:lnTo>
                <a:lnTo>
                  <a:pt x="1546870" y="406589"/>
                </a:lnTo>
                <a:lnTo>
                  <a:pt x="1551179" y="503720"/>
                </a:lnTo>
                <a:lnTo>
                  <a:pt x="1555488" y="611496"/>
                </a:lnTo>
                <a:lnTo>
                  <a:pt x="1559796" y="726607"/>
                </a:lnTo>
                <a:lnTo>
                  <a:pt x="1564105" y="845519"/>
                </a:lnTo>
                <a:lnTo>
                  <a:pt x="1568414" y="964585"/>
                </a:lnTo>
                <a:lnTo>
                  <a:pt x="1572723" y="1080158"/>
                </a:lnTo>
                <a:lnTo>
                  <a:pt x="1577032" y="1188697"/>
                </a:lnTo>
                <a:lnTo>
                  <a:pt x="1581341" y="1286881"/>
                </a:lnTo>
                <a:lnTo>
                  <a:pt x="1585649" y="1371712"/>
                </a:lnTo>
                <a:lnTo>
                  <a:pt x="1589958" y="1440599"/>
                </a:lnTo>
                <a:lnTo>
                  <a:pt x="1594267" y="1491447"/>
                </a:lnTo>
                <a:lnTo>
                  <a:pt x="1598576" y="1522714"/>
                </a:lnTo>
                <a:lnTo>
                  <a:pt x="1602885" y="1533462"/>
                </a:lnTo>
                <a:lnTo>
                  <a:pt x="1607194" y="1523381"/>
                </a:lnTo>
                <a:lnTo>
                  <a:pt x="1611502" y="1492804"/>
                </a:lnTo>
                <a:lnTo>
                  <a:pt x="1615811" y="1442692"/>
                </a:lnTo>
                <a:lnTo>
                  <a:pt x="1620120" y="1374603"/>
                </a:lnTo>
                <a:lnTo>
                  <a:pt x="1624429" y="1290649"/>
                </a:lnTo>
                <a:lnTo>
                  <a:pt x="1628738" y="1193427"/>
                </a:lnTo>
                <a:lnTo>
                  <a:pt x="1633047" y="1085938"/>
                </a:lnTo>
                <a:lnTo>
                  <a:pt x="1637355" y="971498"/>
                </a:lnTo>
                <a:lnTo>
                  <a:pt x="1641664" y="853632"/>
                </a:lnTo>
                <a:lnTo>
                  <a:pt x="1645973" y="735969"/>
                </a:lnTo>
                <a:lnTo>
                  <a:pt x="1650282" y="622130"/>
                </a:lnTo>
                <a:lnTo>
                  <a:pt x="1654591" y="515615"/>
                </a:lnTo>
                <a:lnTo>
                  <a:pt x="1658900" y="419696"/>
                </a:lnTo>
                <a:lnTo>
                  <a:pt x="1663208" y="337318"/>
                </a:lnTo>
                <a:lnTo>
                  <a:pt x="1667517" y="271008"/>
                </a:lnTo>
                <a:lnTo>
                  <a:pt x="1671826" y="222799"/>
                </a:lnTo>
                <a:lnTo>
                  <a:pt x="1676135" y="194165"/>
                </a:lnTo>
                <a:lnTo>
                  <a:pt x="1680444" y="185979"/>
                </a:lnTo>
                <a:lnTo>
                  <a:pt x="1684753" y="198484"/>
                </a:lnTo>
                <a:lnTo>
                  <a:pt x="1689061" y="231290"/>
                </a:lnTo>
                <a:lnTo>
                  <a:pt x="1693370" y="283382"/>
                </a:lnTo>
                <a:lnTo>
                  <a:pt x="1697679" y="353155"/>
                </a:lnTo>
                <a:lnTo>
                  <a:pt x="1701988" y="438460"/>
                </a:lnTo>
                <a:lnTo>
                  <a:pt x="1706297" y="536675"/>
                </a:lnTo>
                <a:lnTo>
                  <a:pt x="1710605" y="644782"/>
                </a:lnTo>
                <a:lnTo>
                  <a:pt x="1714914" y="759463"/>
                </a:lnTo>
                <a:lnTo>
                  <a:pt x="1719223" y="877198"/>
                </a:lnTo>
                <a:lnTo>
                  <a:pt x="1723532" y="994378"/>
                </a:lnTo>
                <a:lnTo>
                  <a:pt x="1727841" y="1107413"/>
                </a:lnTo>
                <a:lnTo>
                  <a:pt x="1732150" y="1212842"/>
                </a:lnTo>
                <a:lnTo>
                  <a:pt x="1736458" y="1307440"/>
                </a:lnTo>
                <a:lnTo>
                  <a:pt x="1740767" y="1388319"/>
                </a:lnTo>
                <a:lnTo>
                  <a:pt x="1745076" y="1453012"/>
                </a:lnTo>
                <a:lnTo>
                  <a:pt x="1749385" y="1499551"/>
                </a:lnTo>
                <a:lnTo>
                  <a:pt x="1753694" y="1526527"/>
                </a:lnTo>
                <a:lnTo>
                  <a:pt x="1758003" y="1533134"/>
                </a:lnTo>
                <a:lnTo>
                  <a:pt x="1762311" y="1519189"/>
                </a:lnTo>
                <a:lnTo>
                  <a:pt x="1766620" y="1485143"/>
                </a:lnTo>
                <a:lnTo>
                  <a:pt x="1770929" y="1432062"/>
                </a:lnTo>
                <a:lnTo>
                  <a:pt x="1775238" y="1361597"/>
                </a:lnTo>
                <a:lnTo>
                  <a:pt x="1779547" y="1275930"/>
                </a:lnTo>
                <a:lnTo>
                  <a:pt x="1783856" y="1177710"/>
                </a:lnTo>
                <a:lnTo>
                  <a:pt x="1788164" y="1069968"/>
                </a:lnTo>
                <a:lnTo>
                  <a:pt x="1792473" y="956025"/>
                </a:lnTo>
                <a:lnTo>
                  <a:pt x="1796782" y="839392"/>
                </a:lnTo>
                <a:lnTo>
                  <a:pt x="1801091" y="723658"/>
                </a:lnTo>
                <a:lnTo>
                  <a:pt x="1805400" y="612383"/>
                </a:lnTo>
                <a:lnTo>
                  <a:pt x="1809709" y="508987"/>
                </a:lnTo>
                <a:lnTo>
                  <a:pt x="1814017" y="416647"/>
                </a:lnTo>
                <a:lnTo>
                  <a:pt x="1818326" y="338196"/>
                </a:lnTo>
                <a:lnTo>
                  <a:pt x="1822635" y="276039"/>
                </a:lnTo>
                <a:lnTo>
                  <a:pt x="1826944" y="232082"/>
                </a:lnTo>
                <a:lnTo>
                  <a:pt x="1831253" y="207668"/>
                </a:lnTo>
                <a:lnTo>
                  <a:pt x="1835562" y="203540"/>
                </a:lnTo>
                <a:lnTo>
                  <a:pt x="1839870" y="219817"/>
                </a:lnTo>
                <a:lnTo>
                  <a:pt x="1844179" y="255992"/>
                </a:lnTo>
                <a:lnTo>
                  <a:pt x="1848488" y="310948"/>
                </a:lnTo>
                <a:lnTo>
                  <a:pt x="1852797" y="382992"/>
                </a:lnTo>
                <a:lnTo>
                  <a:pt x="1857106" y="469906"/>
                </a:lnTo>
                <a:lnTo>
                  <a:pt x="1861415" y="569021"/>
                </a:lnTo>
                <a:lnTo>
                  <a:pt x="1865723" y="677290"/>
                </a:lnTo>
                <a:lnTo>
                  <a:pt x="1870032" y="791392"/>
                </a:lnTo>
                <a:lnTo>
                  <a:pt x="1874341" y="907826"/>
                </a:lnTo>
                <a:lnTo>
                  <a:pt x="1878650" y="1023023"/>
                </a:lnTo>
                <a:lnTo>
                  <a:pt x="1882959" y="1133456"/>
                </a:lnTo>
                <a:lnTo>
                  <a:pt x="1887268" y="1235744"/>
                </a:lnTo>
                <a:lnTo>
                  <a:pt x="1891576" y="1326760"/>
                </a:lnTo>
                <a:lnTo>
                  <a:pt x="1895885" y="1403726"/>
                </a:lnTo>
                <a:lnTo>
                  <a:pt x="1900194" y="1464295"/>
                </a:lnTo>
                <a:lnTo>
                  <a:pt x="1904503" y="1506627"/>
                </a:lnTo>
                <a:lnTo>
                  <a:pt x="1908812" y="1529443"/>
                </a:lnTo>
                <a:lnTo>
                  <a:pt x="1913120" y="1532062"/>
                </a:lnTo>
                <a:lnTo>
                  <a:pt x="1917429" y="1514427"/>
                </a:lnTo>
                <a:lnTo>
                  <a:pt x="1921738" y="1477099"/>
                </a:lnTo>
                <a:lnTo>
                  <a:pt x="1926047" y="1421245"/>
                </a:lnTo>
                <a:lnTo>
                  <a:pt x="1930356" y="1348600"/>
                </a:lnTo>
                <a:lnTo>
                  <a:pt x="1934665" y="1261413"/>
                </a:lnTo>
                <a:lnTo>
                  <a:pt x="1938973" y="1162378"/>
                </a:lnTo>
                <a:lnTo>
                  <a:pt x="1943282" y="1054550"/>
                </a:lnTo>
                <a:lnTo>
                  <a:pt x="1947591" y="941252"/>
                </a:lnTo>
                <a:lnTo>
                  <a:pt x="1951900" y="825973"/>
                </a:lnTo>
                <a:lnTo>
                  <a:pt x="1956209" y="712259"/>
                </a:lnTo>
                <a:lnTo>
                  <a:pt x="1960518" y="603609"/>
                </a:lnTo>
                <a:lnTo>
                  <a:pt x="1964826" y="503359"/>
                </a:lnTo>
                <a:lnTo>
                  <a:pt x="1969135" y="414588"/>
                </a:lnTo>
                <a:lnTo>
                  <a:pt x="1973444" y="340021"/>
                </a:lnTo>
                <a:lnTo>
                  <a:pt x="1977753" y="281943"/>
                </a:lnTo>
                <a:lnTo>
                  <a:pt x="1982062" y="242131"/>
                </a:lnTo>
                <a:lnTo>
                  <a:pt x="1986371" y="221803"/>
                </a:lnTo>
                <a:lnTo>
                  <a:pt x="1990679" y="221576"/>
                </a:lnTo>
                <a:lnTo>
                  <a:pt x="1994988" y="241449"/>
                </a:lnTo>
                <a:lnTo>
                  <a:pt x="1999297" y="280805"/>
                </a:lnTo>
                <a:lnTo>
                  <a:pt x="2003606" y="338430"/>
                </a:lnTo>
                <a:lnTo>
                  <a:pt x="2007915" y="412548"/>
                </a:lnTo>
                <a:lnTo>
                  <a:pt x="2012224" y="500881"/>
                </a:lnTo>
                <a:lnTo>
                  <a:pt x="2016532" y="600714"/>
                </a:lnTo>
                <a:lnTo>
                  <a:pt x="2020841" y="708982"/>
                </a:lnTo>
                <a:lnTo>
                  <a:pt x="2025150" y="822363"/>
                </a:lnTo>
                <a:lnTo>
                  <a:pt x="2029459" y="937380"/>
                </a:lnTo>
                <a:lnTo>
                  <a:pt x="2033768" y="1050508"/>
                </a:lnTo>
                <a:lnTo>
                  <a:pt x="2038077" y="1158285"/>
                </a:lnTo>
                <a:lnTo>
                  <a:pt x="2042385" y="1257412"/>
                </a:lnTo>
                <a:lnTo>
                  <a:pt x="2046694" y="1344861"/>
                </a:lnTo>
                <a:lnTo>
                  <a:pt x="2051003" y="1417962"/>
                </a:lnTo>
                <a:lnTo>
                  <a:pt x="2055312" y="1474489"/>
                </a:lnTo>
                <a:lnTo>
                  <a:pt x="2059621" y="1512727"/>
                </a:lnTo>
                <a:lnTo>
                  <a:pt x="2063930" y="1531520"/>
                </a:lnTo>
                <a:lnTo>
                  <a:pt x="2068238" y="1530314"/>
                </a:lnTo>
                <a:lnTo>
                  <a:pt x="2072547" y="1509166"/>
                </a:lnTo>
                <a:lnTo>
                  <a:pt x="2076856" y="1468747"/>
                </a:lnTo>
                <a:lnTo>
                  <a:pt x="2081165" y="1410317"/>
                </a:lnTo>
                <a:lnTo>
                  <a:pt x="2085474" y="1335689"/>
                </a:lnTo>
                <a:lnTo>
                  <a:pt x="2089783" y="1247173"/>
                </a:lnTo>
                <a:lnTo>
                  <a:pt x="2094091" y="1147502"/>
                </a:lnTo>
                <a:lnTo>
                  <a:pt x="2098400" y="1039750"/>
                </a:lnTo>
                <a:lnTo>
                  <a:pt x="2102709" y="927235"/>
                </a:lnTo>
                <a:lnTo>
                  <a:pt x="2107018" y="813422"/>
                </a:lnTo>
                <a:lnTo>
                  <a:pt x="2111327" y="701812"/>
                </a:lnTo>
                <a:lnTo>
                  <a:pt x="2115635" y="595835"/>
                </a:lnTo>
                <a:lnTo>
                  <a:pt x="2119944" y="498746"/>
                </a:lnTo>
                <a:lnTo>
                  <a:pt x="2124253" y="413527"/>
                </a:lnTo>
                <a:lnTo>
                  <a:pt x="2128562" y="342790"/>
                </a:lnTo>
                <a:lnTo>
                  <a:pt x="2132871" y="288703"/>
                </a:lnTo>
                <a:lnTo>
                  <a:pt x="2137180" y="252922"/>
                </a:lnTo>
                <a:lnTo>
                  <a:pt x="2141488" y="236539"/>
                </a:lnTo>
                <a:lnTo>
                  <a:pt x="2145797" y="240049"/>
                </a:lnTo>
                <a:lnTo>
                  <a:pt x="2150106" y="263338"/>
                </a:lnTo>
                <a:lnTo>
                  <a:pt x="2154415" y="305683"/>
                </a:lnTo>
                <a:lnTo>
                  <a:pt x="2158724" y="365780"/>
                </a:lnTo>
                <a:lnTo>
                  <a:pt x="2163033" y="441778"/>
                </a:lnTo>
                <a:lnTo>
                  <a:pt x="2167341" y="531341"/>
                </a:lnTo>
                <a:lnTo>
                  <a:pt x="2171650" y="631717"/>
                </a:lnTo>
                <a:lnTo>
                  <a:pt x="2175959" y="739826"/>
                </a:lnTo>
                <a:lnTo>
                  <a:pt x="2180268" y="852351"/>
                </a:lnTo>
                <a:lnTo>
                  <a:pt x="2184577" y="965843"/>
                </a:lnTo>
                <a:lnTo>
                  <a:pt x="2188886" y="1076826"/>
                </a:lnTo>
                <a:lnTo>
                  <a:pt x="2193194" y="1181903"/>
                </a:lnTo>
                <a:lnTo>
                  <a:pt x="2197503" y="1277861"/>
                </a:lnTo>
                <a:lnTo>
                  <a:pt x="2201812" y="1361767"/>
                </a:lnTo>
                <a:lnTo>
                  <a:pt x="2206121" y="1431063"/>
                </a:lnTo>
                <a:lnTo>
                  <a:pt x="2210430" y="1483641"/>
                </a:lnTo>
                <a:lnTo>
                  <a:pt x="2214739" y="1517904"/>
                </a:lnTo>
                <a:lnTo>
                  <a:pt x="2219047" y="1532822"/>
                </a:lnTo>
                <a:lnTo>
                  <a:pt x="2223356" y="1527957"/>
                </a:lnTo>
                <a:lnTo>
                  <a:pt x="2227665" y="1503480"/>
                </a:lnTo>
                <a:lnTo>
                  <a:pt x="2231974" y="1460163"/>
                </a:lnTo>
                <a:lnTo>
                  <a:pt x="2236283" y="1399355"/>
                </a:lnTo>
                <a:lnTo>
                  <a:pt x="2240592" y="1322941"/>
                </a:lnTo>
                <a:lnTo>
                  <a:pt x="2244900" y="1233283"/>
                </a:lnTo>
                <a:lnTo>
                  <a:pt x="2249209" y="1133150"/>
                </a:lnTo>
                <a:lnTo>
                  <a:pt x="2253518" y="1025628"/>
                </a:lnTo>
                <a:lnTo>
                  <a:pt x="2257827" y="914029"/>
                </a:lnTo>
                <a:lnTo>
                  <a:pt x="2262136" y="801786"/>
                </a:lnTo>
                <a:lnTo>
                  <a:pt x="2266445" y="692351"/>
                </a:lnTo>
                <a:lnTo>
                  <a:pt x="2270753" y="589086"/>
                </a:lnTo>
                <a:lnTo>
                  <a:pt x="2275062" y="495164"/>
                </a:lnTo>
                <a:lnTo>
                  <a:pt x="2279371" y="413465"/>
                </a:lnTo>
                <a:lnTo>
                  <a:pt x="2283680" y="346494"/>
                </a:lnTo>
                <a:lnTo>
                  <a:pt x="2287989" y="296304"/>
                </a:lnTo>
                <a:lnTo>
                  <a:pt x="2292298" y="264429"/>
                </a:lnTo>
                <a:lnTo>
                  <a:pt x="2296606" y="251841"/>
                </a:lnTo>
                <a:lnTo>
                  <a:pt x="2300915" y="258919"/>
                </a:lnTo>
                <a:lnTo>
                  <a:pt x="2305224" y="285439"/>
                </a:lnTo>
                <a:lnTo>
                  <a:pt x="2309533" y="330581"/>
                </a:lnTo>
                <a:lnTo>
                  <a:pt x="2313842" y="392953"/>
                </a:lnTo>
                <a:lnTo>
                  <a:pt x="2318151" y="470636"/>
                </a:lnTo>
                <a:lnTo>
                  <a:pt x="2322459" y="561243"/>
                </a:lnTo>
                <a:lnTo>
                  <a:pt x="2326768" y="661991"/>
                </a:lnTo>
                <a:lnTo>
                  <a:pt x="2331077" y="769790"/>
                </a:lnTo>
                <a:lnTo>
                  <a:pt x="2335386" y="881333"/>
                </a:lnTo>
                <a:lnTo>
                  <a:pt x="2339695" y="993203"/>
                </a:lnTo>
                <a:lnTo>
                  <a:pt x="2344003" y="1101974"/>
                </a:lnTo>
                <a:lnTo>
                  <a:pt x="2348312" y="1204319"/>
                </a:lnTo>
                <a:lnTo>
                  <a:pt x="2352621" y="1297108"/>
                </a:lnTo>
                <a:lnTo>
                  <a:pt x="2356930" y="1377509"/>
                </a:lnTo>
                <a:lnTo>
                  <a:pt x="2361239" y="1443070"/>
                </a:lnTo>
                <a:lnTo>
                  <a:pt x="2365548" y="1491798"/>
                </a:lnTo>
                <a:lnTo>
                  <a:pt x="2369856" y="1522217"/>
                </a:lnTo>
                <a:lnTo>
                  <a:pt x="2374165" y="1533412"/>
                </a:lnTo>
                <a:lnTo>
                  <a:pt x="2378474" y="1525062"/>
                </a:lnTo>
                <a:lnTo>
                  <a:pt x="2382783" y="1497444"/>
                </a:lnTo>
                <a:lnTo>
                  <a:pt x="2387092" y="1451424"/>
                </a:lnTo>
                <a:lnTo>
                  <a:pt x="2391401" y="1388435"/>
                </a:lnTo>
                <a:lnTo>
                  <a:pt x="2395709" y="1310428"/>
                </a:lnTo>
                <a:lnTo>
                  <a:pt x="2400018" y="1219814"/>
                </a:lnTo>
                <a:lnTo>
                  <a:pt x="2404327" y="1119388"/>
                </a:lnTo>
                <a:lnTo>
                  <a:pt x="2408636" y="1012245"/>
                </a:lnTo>
                <a:lnTo>
                  <a:pt x="2412945" y="901684"/>
                </a:lnTo>
                <a:lnTo>
                  <a:pt x="2417254" y="791104"/>
                </a:lnTo>
                <a:lnTo>
                  <a:pt x="2421562" y="683907"/>
                </a:lnTo>
                <a:lnTo>
                  <a:pt x="2425871" y="583383"/>
                </a:lnTo>
                <a:lnTo>
                  <a:pt x="2430180" y="492620"/>
                </a:lnTo>
                <a:lnTo>
                  <a:pt x="2434489" y="414401"/>
                </a:lnTo>
                <a:lnTo>
                  <a:pt x="2438798" y="351123"/>
                </a:lnTo>
                <a:lnTo>
                  <a:pt x="2443107" y="304725"/>
                </a:lnTo>
                <a:lnTo>
                  <a:pt x="2447415" y="276623"/>
                </a:lnTo>
                <a:lnTo>
                  <a:pt x="2451724" y="267674"/>
                </a:lnTo>
                <a:lnTo>
                  <a:pt x="2456033" y="278145"/>
                </a:lnTo>
                <a:lnTo>
                  <a:pt x="2460342" y="307709"/>
                </a:lnTo>
                <a:lnTo>
                  <a:pt x="2464651" y="355451"/>
                </a:lnTo>
                <a:lnTo>
                  <a:pt x="2468960" y="419901"/>
                </a:lnTo>
                <a:lnTo>
                  <a:pt x="2473268" y="499077"/>
                </a:lnTo>
                <a:lnTo>
                  <a:pt x="2477577" y="590547"/>
                </a:lnTo>
                <a:lnTo>
                  <a:pt x="2481886" y="691503"/>
                </a:lnTo>
                <a:lnTo>
                  <a:pt x="2486195" y="798847"/>
                </a:lnTo>
                <a:lnTo>
                  <a:pt x="2490504" y="909291"/>
                </a:lnTo>
                <a:lnTo>
                  <a:pt x="2494813" y="1019450"/>
                </a:lnTo>
                <a:lnTo>
                  <a:pt x="2499121" y="1125954"/>
                </a:lnTo>
                <a:lnTo>
                  <a:pt x="2503430" y="1225544"/>
                </a:lnTo>
                <a:lnTo>
                  <a:pt x="2507739" y="1315177"/>
                </a:lnTo>
                <a:lnTo>
                  <a:pt x="2512048" y="1392119"/>
                </a:lnTo>
                <a:lnTo>
                  <a:pt x="2516357" y="1454025"/>
                </a:lnTo>
                <a:lnTo>
                  <a:pt x="2520666" y="1499014"/>
                </a:lnTo>
                <a:lnTo>
                  <a:pt x="2524974" y="1525725"/>
                </a:lnTo>
                <a:lnTo>
                  <a:pt x="2529283" y="1533358"/>
                </a:lnTo>
                <a:lnTo>
                  <a:pt x="2533592" y="1521701"/>
                </a:lnTo>
                <a:lnTo>
                  <a:pt x="2537901" y="1491130"/>
                </a:lnTo>
                <a:lnTo>
                  <a:pt x="2542210" y="1442605"/>
                </a:lnTo>
                <a:lnTo>
                  <a:pt x="2546518" y="1377632"/>
                </a:lnTo>
                <a:lnTo>
                  <a:pt x="2550827" y="1298224"/>
                </a:lnTo>
                <a:lnTo>
                  <a:pt x="2555136" y="1206833"/>
                </a:lnTo>
                <a:lnTo>
                  <a:pt x="2559445" y="1106277"/>
                </a:lnTo>
                <a:lnTo>
                  <a:pt x="2563754" y="999654"/>
                </a:lnTo>
                <a:lnTo>
                  <a:pt x="2568063" y="890245"/>
                </a:lnTo>
                <a:lnTo>
                  <a:pt x="2572371" y="781414"/>
                </a:lnTo>
                <a:lnTo>
                  <a:pt x="2576680" y="676505"/>
                </a:lnTo>
                <a:lnTo>
                  <a:pt x="2580989" y="578741"/>
                </a:lnTo>
                <a:lnTo>
                  <a:pt x="2585298" y="491120"/>
                </a:lnTo>
                <a:lnTo>
                  <a:pt x="2589607" y="416329"/>
                </a:lnTo>
                <a:lnTo>
                  <a:pt x="2593916" y="356661"/>
                </a:lnTo>
                <a:lnTo>
                  <a:pt x="2598224" y="313940"/>
                </a:lnTo>
                <a:lnTo>
                  <a:pt x="2602533" y="289472"/>
                </a:lnTo>
                <a:lnTo>
                  <a:pt x="2606842" y="284000"/>
                </a:lnTo>
                <a:lnTo>
                  <a:pt x="2611151" y="297685"/>
                </a:lnTo>
                <a:lnTo>
                  <a:pt x="2615460" y="330102"/>
                </a:lnTo>
                <a:lnTo>
                  <a:pt x="2619769" y="380248"/>
                </a:lnTo>
                <a:lnTo>
                  <a:pt x="2624077" y="446581"/>
                </a:lnTo>
                <a:lnTo>
                  <a:pt x="2628386" y="527061"/>
                </a:lnTo>
                <a:lnTo>
                  <a:pt x="2632695" y="619217"/>
                </a:lnTo>
                <a:lnTo>
                  <a:pt x="2637004" y="720221"/>
                </a:lnTo>
                <a:lnTo>
                  <a:pt x="2641313" y="826975"/>
                </a:lnTo>
                <a:lnTo>
                  <a:pt x="2645622" y="936210"/>
                </a:lnTo>
                <a:lnTo>
                  <a:pt x="2649930" y="1044580"/>
                </a:lnTo>
                <a:lnTo>
                  <a:pt x="2654239" y="1148770"/>
                </a:lnTo>
                <a:lnTo>
                  <a:pt x="2658548" y="1245594"/>
                </a:lnTo>
                <a:lnTo>
                  <a:pt x="2662857" y="1332095"/>
                </a:lnTo>
                <a:lnTo>
                  <a:pt x="2667166" y="1405634"/>
                </a:lnTo>
                <a:lnTo>
                  <a:pt x="2671475" y="1463974"/>
                </a:lnTo>
                <a:lnTo>
                  <a:pt x="2675783" y="1505343"/>
                </a:lnTo>
                <a:lnTo>
                  <a:pt x="2680092" y="1528490"/>
                </a:lnTo>
                <a:lnTo>
                  <a:pt x="2684401" y="1532727"/>
                </a:lnTo>
                <a:lnTo>
                  <a:pt x="2688710" y="1517944"/>
                </a:lnTo>
                <a:lnTo>
                  <a:pt x="2693019" y="1484614"/>
                </a:lnTo>
                <a:lnTo>
                  <a:pt x="2697328" y="1433780"/>
                </a:lnTo>
                <a:lnTo>
                  <a:pt x="2701636" y="1367020"/>
                </a:lnTo>
                <a:lnTo>
                  <a:pt x="2705945" y="1286399"/>
                </a:lnTo>
                <a:lnTo>
                  <a:pt x="2710254" y="1194406"/>
                </a:lnTo>
                <a:lnTo>
                  <a:pt x="2714563" y="1093877"/>
                </a:lnTo>
                <a:lnTo>
                  <a:pt x="2718872" y="987906"/>
                </a:lnTo>
                <a:lnTo>
                  <a:pt x="2723181" y="879754"/>
                </a:lnTo>
                <a:lnTo>
                  <a:pt x="2727489" y="772746"/>
                </a:lnTo>
                <a:lnTo>
                  <a:pt x="2731798" y="670168"/>
                </a:lnTo>
                <a:lnTo>
                  <a:pt x="2736107" y="575169"/>
                </a:lnTo>
                <a:lnTo>
                  <a:pt x="2740416" y="490663"/>
                </a:lnTo>
                <a:lnTo>
                  <a:pt x="2744725" y="419240"/>
                </a:lnTo>
                <a:lnTo>
                  <a:pt x="2749033" y="363088"/>
                </a:lnTo>
                <a:lnTo>
                  <a:pt x="2753342" y="323923"/>
                </a:lnTo>
                <a:lnTo>
                  <a:pt x="2757651" y="302941"/>
                </a:lnTo>
                <a:lnTo>
                  <a:pt x="2761960" y="300779"/>
                </a:lnTo>
                <a:lnTo>
                  <a:pt x="2766269" y="317496"/>
                </a:lnTo>
                <a:lnTo>
                  <a:pt x="2770578" y="352573"/>
                </a:lnTo>
                <a:lnTo>
                  <a:pt x="2774886" y="404927"/>
                </a:lnTo>
                <a:lnTo>
                  <a:pt x="2779195" y="472949"/>
                </a:lnTo>
                <a:lnTo>
                  <a:pt x="2783504" y="554547"/>
                </a:lnTo>
                <a:lnTo>
                  <a:pt x="2787813" y="647217"/>
                </a:lnTo>
                <a:lnTo>
                  <a:pt x="2792122" y="748117"/>
                </a:lnTo>
                <a:lnTo>
                  <a:pt x="2796431" y="854154"/>
                </a:lnTo>
                <a:lnTo>
                  <a:pt x="2800739" y="962080"/>
                </a:lnTo>
                <a:lnTo>
                  <a:pt x="2805048" y="1068592"/>
                </a:lnTo>
                <a:lnTo>
                  <a:pt x="2809357" y="1170432"/>
                </a:lnTo>
                <a:lnTo>
                  <a:pt x="2813666" y="1264489"/>
                </a:lnTo>
                <a:lnTo>
                  <a:pt x="2817975" y="1347891"/>
                </a:lnTo>
                <a:lnTo>
                  <a:pt x="2822284" y="1418095"/>
                </a:lnTo>
                <a:lnTo>
                  <a:pt x="2826592" y="1472967"/>
                </a:lnTo>
                <a:lnTo>
                  <a:pt x="2830901" y="1510842"/>
                </a:lnTo>
                <a:lnTo>
                  <a:pt x="2835210" y="1530577"/>
                </a:lnTo>
                <a:lnTo>
                  <a:pt x="2839519" y="1531588"/>
                </a:lnTo>
                <a:lnTo>
                  <a:pt x="2843828" y="1513864"/>
                </a:lnTo>
                <a:lnTo>
                  <a:pt x="2848137" y="1477969"/>
                </a:lnTo>
                <a:lnTo>
                  <a:pt x="2852445" y="1425024"/>
                </a:lnTo>
                <a:lnTo>
                  <a:pt x="2856754" y="1356669"/>
                </a:lnTo>
                <a:lnTo>
                  <a:pt x="2861063" y="1275020"/>
                </a:lnTo>
                <a:lnTo>
                  <a:pt x="2865372" y="1182594"/>
                </a:lnTo>
                <a:lnTo>
                  <a:pt x="2869681" y="1082240"/>
                </a:lnTo>
                <a:lnTo>
                  <a:pt x="2873990" y="977047"/>
                </a:lnTo>
                <a:lnTo>
                  <a:pt x="2878298" y="870249"/>
                </a:lnTo>
                <a:lnTo>
                  <a:pt x="2882607" y="765128"/>
                </a:lnTo>
                <a:lnTo>
                  <a:pt x="2886916" y="664911"/>
                </a:lnTo>
                <a:lnTo>
                  <a:pt x="2891225" y="572675"/>
                </a:lnTo>
                <a:lnTo>
                  <a:pt x="2895534" y="491246"/>
                </a:lnTo>
                <a:lnTo>
                  <a:pt x="2899843" y="423120"/>
                </a:lnTo>
                <a:lnTo>
                  <a:pt x="2904151" y="370381"/>
                </a:lnTo>
                <a:lnTo>
                  <a:pt x="2908460" y="334643"/>
                </a:lnTo>
                <a:lnTo>
                  <a:pt x="2912769" y="316994"/>
                </a:lnTo>
                <a:lnTo>
                  <a:pt x="2917078" y="317970"/>
                </a:lnTo>
                <a:lnTo>
                  <a:pt x="2921387" y="337532"/>
                </a:lnTo>
                <a:lnTo>
                  <a:pt x="2925696" y="375076"/>
                </a:lnTo>
                <a:lnTo>
                  <a:pt x="2930004" y="429442"/>
                </a:lnTo>
                <a:lnTo>
                  <a:pt x="2934313" y="498961"/>
                </a:lnTo>
                <a:lnTo>
                  <a:pt x="2938622" y="581496"/>
                </a:lnTo>
                <a:lnTo>
                  <a:pt x="2942931" y="674515"/>
                </a:lnTo>
                <a:lnTo>
                  <a:pt x="2947240" y="775166"/>
                </a:lnTo>
                <a:lnTo>
                  <a:pt x="2951548" y="880366"/>
                </a:lnTo>
                <a:lnTo>
                  <a:pt x="2955857" y="986893"/>
                </a:lnTo>
                <a:lnTo>
                  <a:pt x="2960166" y="1091488"/>
                </a:lnTo>
                <a:lnTo>
                  <a:pt x="2964475" y="1190954"/>
                </a:lnTo>
                <a:lnTo>
                  <a:pt x="2968784" y="1282252"/>
                </a:lnTo>
                <a:lnTo>
                  <a:pt x="2973093" y="1362598"/>
                </a:lnTo>
                <a:lnTo>
                  <a:pt x="2977401" y="1429544"/>
                </a:lnTo>
                <a:lnTo>
                  <a:pt x="2981710" y="1481055"/>
                </a:lnTo>
                <a:lnTo>
                  <a:pt x="2986019" y="1515569"/>
                </a:lnTo>
                <a:lnTo>
                  <a:pt x="2990328" y="1532049"/>
                </a:lnTo>
                <a:lnTo>
                  <a:pt x="2994637" y="1530009"/>
                </a:lnTo>
                <a:lnTo>
                  <a:pt x="2998946" y="1509533"/>
                </a:lnTo>
                <a:lnTo>
                  <a:pt x="3003254" y="1471267"/>
                </a:lnTo>
                <a:lnTo>
                  <a:pt x="3007563" y="1416406"/>
                </a:lnTo>
                <a:lnTo>
                  <a:pt x="3011872" y="1346648"/>
                </a:lnTo>
                <a:lnTo>
                  <a:pt x="3016181" y="1264149"/>
                </a:lnTo>
                <a:lnTo>
                  <a:pt x="3020490" y="1171454"/>
                </a:lnTo>
                <a:lnTo>
                  <a:pt x="3024799" y="1071418"/>
                </a:lnTo>
                <a:lnTo>
                  <a:pt x="3029107" y="967118"/>
                </a:lnTo>
                <a:lnTo>
                  <a:pt x="3033416" y="861760"/>
                </a:lnTo>
                <a:lnTo>
                  <a:pt x="3037725" y="758580"/>
                </a:lnTo>
                <a:lnTo>
                  <a:pt x="3042034" y="660746"/>
                </a:lnTo>
                <a:lnTo>
                  <a:pt x="3046343" y="571258"/>
                </a:lnTo>
                <a:lnTo>
                  <a:pt x="3050652" y="492859"/>
                </a:lnTo>
                <a:lnTo>
                  <a:pt x="3054960" y="427949"/>
                </a:lnTo>
                <a:lnTo>
                  <a:pt x="3059269" y="378515"/>
                </a:lnTo>
                <a:lnTo>
                  <a:pt x="3063578" y="346067"/>
                </a:lnTo>
                <a:lnTo>
                  <a:pt x="3067887" y="331593"/>
                </a:lnTo>
                <a:lnTo>
                  <a:pt x="3072196" y="335529"/>
                </a:lnTo>
                <a:lnTo>
                  <a:pt x="3076505" y="357749"/>
                </a:lnTo>
                <a:lnTo>
                  <a:pt x="3080813" y="397565"/>
                </a:lnTo>
                <a:lnTo>
                  <a:pt x="3085122" y="453750"/>
                </a:lnTo>
                <a:lnTo>
                  <a:pt x="3089431" y="524578"/>
                </a:lnTo>
                <a:lnTo>
                  <a:pt x="3093740" y="607873"/>
                </a:lnTo>
                <a:lnTo>
                  <a:pt x="3098049" y="701082"/>
                </a:lnTo>
                <a:lnTo>
                  <a:pt x="3102358" y="801347"/>
                </a:lnTo>
                <a:lnTo>
                  <a:pt x="3106666" y="905598"/>
                </a:lnTo>
                <a:lnTo>
                  <a:pt x="3110975" y="1010645"/>
                </a:lnTo>
                <a:lnTo>
                  <a:pt x="3115284" y="1113274"/>
                </a:lnTo>
                <a:lnTo>
                  <a:pt x="3119593" y="1210351"/>
                </a:lnTo>
                <a:lnTo>
                  <a:pt x="3123902" y="1298911"/>
                </a:lnTo>
                <a:lnTo>
                  <a:pt x="3128211" y="1376255"/>
                </a:lnTo>
                <a:lnTo>
                  <a:pt x="3132519" y="1440027"/>
                </a:lnTo>
                <a:lnTo>
                  <a:pt x="3136828" y="1488290"/>
                </a:lnTo>
                <a:lnTo>
                  <a:pt x="3141137" y="1519585"/>
                </a:lnTo>
                <a:lnTo>
                  <a:pt x="3145446" y="1532971"/>
                </a:lnTo>
                <a:lnTo>
                  <a:pt x="3149755" y="1528059"/>
                </a:lnTo>
                <a:lnTo>
                  <a:pt x="3154064" y="1505019"/>
                </a:lnTo>
                <a:lnTo>
                  <a:pt x="3158372" y="1464578"/>
                </a:lnTo>
                <a:lnTo>
                  <a:pt x="3162681" y="1407994"/>
                </a:lnTo>
                <a:lnTo>
                  <a:pt x="3166990" y="1337020"/>
                </a:lnTo>
                <a:lnTo>
                  <a:pt x="3171299" y="1253847"/>
                </a:lnTo>
                <a:lnTo>
                  <a:pt x="3175608" y="1161040"/>
                </a:lnTo>
                <a:lnTo>
                  <a:pt x="3179916" y="1061454"/>
                </a:lnTo>
                <a:lnTo>
                  <a:pt x="3184225" y="958154"/>
                </a:lnTo>
                <a:lnTo>
                  <a:pt x="3188534" y="854313"/>
                </a:lnTo>
                <a:lnTo>
                  <a:pt x="3192843" y="753120"/>
                </a:lnTo>
                <a:lnTo>
                  <a:pt x="3197152" y="657678"/>
                </a:lnTo>
                <a:lnTo>
                  <a:pt x="3201461" y="570915"/>
                </a:lnTo>
                <a:lnTo>
                  <a:pt x="3205769" y="495488"/>
                </a:lnTo>
                <a:lnTo>
                  <a:pt x="3210078" y="433707"/>
                </a:lnTo>
                <a:lnTo>
                  <a:pt x="3214387" y="387460"/>
                </a:lnTo>
                <a:lnTo>
                  <a:pt x="3218696" y="358159"/>
                </a:lnTo>
                <a:lnTo>
                  <a:pt x="3223005" y="346695"/>
                </a:lnTo>
                <a:lnTo>
                  <a:pt x="3227314" y="353414"/>
                </a:lnTo>
                <a:lnTo>
                  <a:pt x="3231622" y="378102"/>
                </a:lnTo>
                <a:lnTo>
                  <a:pt x="3235931" y="419996"/>
                </a:lnTo>
                <a:lnTo>
                  <a:pt x="3240240" y="477808"/>
                </a:lnTo>
                <a:lnTo>
                  <a:pt x="3244549" y="549759"/>
                </a:lnTo>
                <a:lnTo>
                  <a:pt x="3248858" y="633644"/>
                </a:lnTo>
                <a:lnTo>
                  <a:pt x="3253167" y="726890"/>
                </a:lnTo>
                <a:lnTo>
                  <a:pt x="3257475" y="826640"/>
                </a:lnTo>
                <a:lnTo>
                  <a:pt x="3261784" y="929841"/>
                </a:lnTo>
                <a:lnTo>
                  <a:pt x="3266093" y="1033336"/>
                </a:lnTo>
                <a:lnTo>
                  <a:pt x="3270402" y="1133961"/>
                </a:lnTo>
                <a:lnTo>
                  <a:pt x="3274711" y="1228644"/>
                </a:lnTo>
                <a:lnTo>
                  <a:pt x="3279020" y="1314495"/>
                </a:lnTo>
                <a:lnTo>
                  <a:pt x="3283328" y="1388898"/>
                </a:lnTo>
                <a:lnTo>
                  <a:pt x="3287637" y="1449589"/>
                </a:lnTo>
                <a:lnTo>
                  <a:pt x="3291946" y="1494728"/>
                </a:lnTo>
                <a:lnTo>
                  <a:pt x="3296255" y="1522949"/>
                </a:lnTo>
                <a:lnTo>
                  <a:pt x="3300564" y="1533408"/>
                </a:lnTo>
                <a:lnTo>
                  <a:pt x="3304873" y="1525804"/>
                </a:lnTo>
                <a:lnTo>
                  <a:pt x="3309181" y="1500392"/>
                </a:lnTo>
                <a:lnTo>
                  <a:pt x="3313490" y="1457969"/>
                </a:lnTo>
                <a:lnTo>
                  <a:pt x="3317799" y="1399855"/>
                </a:lnTo>
                <a:lnTo>
                  <a:pt x="3322108" y="1327847"/>
                </a:lnTo>
                <a:lnTo>
                  <a:pt x="3326417" y="1244169"/>
                </a:lnTo>
                <a:lnTo>
                  <a:pt x="3330726" y="1151398"/>
                </a:lnTo>
                <a:lnTo>
                  <a:pt x="3335034" y="1052390"/>
                </a:lnTo>
                <a:lnTo>
                  <a:pt x="3339343" y="950188"/>
                </a:lnTo>
                <a:lnTo>
                  <a:pt x="3343652" y="847931"/>
                </a:lnTo>
                <a:lnTo>
                  <a:pt x="3347961" y="748757"/>
                </a:lnTo>
                <a:lnTo>
                  <a:pt x="3352270" y="655709"/>
                </a:lnTo>
                <a:lnTo>
                  <a:pt x="3356579" y="571638"/>
                </a:lnTo>
                <a:lnTo>
                  <a:pt x="3360887" y="499117"/>
                </a:lnTo>
                <a:lnTo>
                  <a:pt x="3365196" y="440367"/>
                </a:lnTo>
                <a:lnTo>
                  <a:pt x="3369505" y="397182"/>
                </a:lnTo>
                <a:lnTo>
                  <a:pt x="3373814" y="370880"/>
                </a:lnTo>
                <a:lnTo>
                  <a:pt x="3378123" y="362260"/>
                </a:lnTo>
                <a:lnTo>
                  <a:pt x="3382431" y="371578"/>
                </a:lnTo>
                <a:lnTo>
                  <a:pt x="3386740" y="398544"/>
                </a:lnTo>
                <a:lnTo>
                  <a:pt x="3391049" y="442325"/>
                </a:lnTo>
                <a:lnTo>
                  <a:pt x="3395358" y="501572"/>
                </a:lnTo>
                <a:lnTo>
                  <a:pt x="3399667" y="574469"/>
                </a:lnTo>
                <a:lnTo>
                  <a:pt x="3403976" y="658777"/>
                </a:lnTo>
                <a:lnTo>
                  <a:pt x="3408284" y="751914"/>
                </a:lnTo>
                <a:lnTo>
                  <a:pt x="3412593" y="851029"/>
                </a:lnTo>
                <a:lnTo>
                  <a:pt x="3416902" y="953087"/>
                </a:lnTo>
                <a:lnTo>
                  <a:pt x="3421211" y="1054968"/>
                </a:lnTo>
                <a:lnTo>
                  <a:pt x="3425520" y="1153561"/>
                </a:lnTo>
                <a:lnTo>
                  <a:pt x="3429829" y="1245854"/>
                </a:lnTo>
                <a:lnTo>
                  <a:pt x="3434137" y="1329034"/>
                </a:lnTo>
                <a:lnTo>
                  <a:pt x="3438446" y="1400568"/>
                </a:lnTo>
                <a:lnTo>
                  <a:pt x="3442755" y="1458280"/>
                </a:lnTo>
                <a:lnTo>
                  <a:pt x="3447064" y="1500422"/>
                </a:lnTo>
                <a:lnTo>
                  <a:pt x="3451373" y="1525721"/>
                </a:lnTo>
                <a:lnTo>
                  <a:pt x="3455682" y="1533423"/>
                </a:lnTo>
                <a:lnTo>
                  <a:pt x="3459990" y="1523312"/>
                </a:lnTo>
                <a:lnTo>
                  <a:pt x="3464299" y="1495718"/>
                </a:lnTo>
                <a:lnTo>
                  <a:pt x="3468608" y="1451505"/>
                </a:lnTo>
                <a:lnTo>
                  <a:pt x="3472917" y="1392048"/>
                </a:lnTo>
                <a:lnTo>
                  <a:pt x="3477226" y="1319185"/>
                </a:lnTo>
                <a:lnTo>
                  <a:pt x="3481535" y="1235164"/>
                </a:lnTo>
                <a:lnTo>
                  <a:pt x="3485843" y="1142572"/>
                </a:lnTo>
                <a:lnTo>
                  <a:pt x="3490152" y="1044258"/>
                </a:lnTo>
                <a:lnTo>
                  <a:pt x="3494461" y="943243"/>
                </a:lnTo>
                <a:lnTo>
                  <a:pt x="3498770" y="842627"/>
                </a:lnTo>
                <a:lnTo>
                  <a:pt x="3503079" y="745499"/>
                </a:lnTo>
                <a:lnTo>
                  <a:pt x="3507388" y="654835"/>
                </a:lnTo>
                <a:lnTo>
                  <a:pt x="3511696" y="573412"/>
                </a:lnTo>
                <a:lnTo>
                  <a:pt x="3516005" y="503723"/>
                </a:lnTo>
                <a:lnTo>
                  <a:pt x="3520314" y="447900"/>
                </a:lnTo>
                <a:lnTo>
                  <a:pt x="3524623" y="407646"/>
                </a:lnTo>
                <a:lnTo>
                  <a:pt x="3528932" y="384189"/>
                </a:lnTo>
                <a:lnTo>
                  <a:pt x="3533241" y="378241"/>
                </a:lnTo>
                <a:lnTo>
                  <a:pt x="3537549" y="389977"/>
                </a:lnTo>
                <a:lnTo>
                  <a:pt x="3541858" y="419030"/>
                </a:lnTo>
                <a:lnTo>
                  <a:pt x="3546167" y="464505"/>
                </a:lnTo>
                <a:lnTo>
                  <a:pt x="3550476" y="525004"/>
                </a:lnTo>
                <a:lnTo>
                  <a:pt x="3554785" y="598670"/>
                </a:lnTo>
                <a:lnTo>
                  <a:pt x="3559094" y="683243"/>
                </a:lnTo>
                <a:lnTo>
                  <a:pt x="3563402" y="776135"/>
                </a:lnTo>
                <a:lnTo>
                  <a:pt x="3567711" y="874500"/>
                </a:lnTo>
                <a:lnTo>
                  <a:pt x="3572020" y="975332"/>
                </a:lnTo>
                <a:lnTo>
                  <a:pt x="3576329" y="1075548"/>
                </a:lnTo>
                <a:lnTo>
                  <a:pt x="3580638" y="1172088"/>
                </a:lnTo>
                <a:lnTo>
                  <a:pt x="3584946" y="1262007"/>
                </a:lnTo>
                <a:lnTo>
                  <a:pt x="3589255" y="1342564"/>
                </a:lnTo>
                <a:lnTo>
                  <a:pt x="3593564" y="1411308"/>
                </a:lnTo>
                <a:lnTo>
                  <a:pt x="3597873" y="1466150"/>
                </a:lnTo>
                <a:lnTo>
                  <a:pt x="3602182" y="1505429"/>
                </a:lnTo>
                <a:lnTo>
                  <a:pt x="3606491" y="1527962"/>
                </a:lnTo>
                <a:lnTo>
                  <a:pt x="3610799" y="1533080"/>
                </a:lnTo>
                <a:lnTo>
                  <a:pt x="3615108" y="1520645"/>
                </a:lnTo>
                <a:lnTo>
                  <a:pt x="3619417" y="1491059"/>
                </a:lnTo>
                <a:lnTo>
                  <a:pt x="3623726" y="1445248"/>
                </a:lnTo>
                <a:lnTo>
                  <a:pt x="3628035" y="1384632"/>
                </a:lnTo>
                <a:lnTo>
                  <a:pt x="3632344" y="1311087"/>
                </a:lnTo>
                <a:lnTo>
                  <a:pt x="3636652" y="1226879"/>
                </a:lnTo>
                <a:lnTo>
                  <a:pt x="3640961" y="1134600"/>
                </a:lnTo>
                <a:lnTo>
                  <a:pt x="3645270" y="1037089"/>
                </a:lnTo>
                <a:lnTo>
                  <a:pt x="3649579" y="937339"/>
                </a:lnTo>
                <a:lnTo>
                  <a:pt x="3653888" y="838413"/>
                </a:lnTo>
                <a:lnTo>
                  <a:pt x="3658197" y="743344"/>
                </a:lnTo>
                <a:lnTo>
                  <a:pt x="3662505" y="655045"/>
                </a:lnTo>
                <a:lnTo>
                  <a:pt x="3666814" y="576220"/>
                </a:lnTo>
                <a:lnTo>
                  <a:pt x="3671123" y="509280"/>
                </a:lnTo>
                <a:lnTo>
                  <a:pt x="3675432" y="456272"/>
                </a:lnTo>
                <a:lnTo>
                  <a:pt x="3679741" y="418813"/>
                </a:lnTo>
                <a:lnTo>
                  <a:pt x="3684050" y="398044"/>
                </a:lnTo>
                <a:lnTo>
                  <a:pt x="3688358" y="394594"/>
                </a:lnTo>
                <a:lnTo>
                  <a:pt x="3692667" y="408563"/>
                </a:lnTo>
                <a:lnTo>
                  <a:pt x="3696976" y="439514"/>
                </a:lnTo>
                <a:lnTo>
                  <a:pt x="3701285" y="486496"/>
                </a:lnTo>
                <a:lnTo>
                  <a:pt x="3705594" y="548064"/>
                </a:lnTo>
                <a:lnTo>
                  <a:pt x="3709903" y="622329"/>
                </a:lnTo>
                <a:lnTo>
                  <a:pt x="3714211" y="707016"/>
                </a:lnTo>
                <a:lnTo>
                  <a:pt x="3718520" y="799531"/>
                </a:lnTo>
                <a:lnTo>
                  <a:pt x="3722829" y="897045"/>
                </a:lnTo>
                <a:lnTo>
                  <a:pt x="3727138" y="996576"/>
                </a:lnTo>
                <a:lnTo>
                  <a:pt x="3731447" y="1095084"/>
                </a:lnTo>
                <a:lnTo>
                  <a:pt x="3735756" y="1189562"/>
                </a:lnTo>
                <a:lnTo>
                  <a:pt x="3740064" y="1277130"/>
                </a:lnTo>
                <a:lnTo>
                  <a:pt x="3744373" y="1355120"/>
                </a:lnTo>
                <a:lnTo>
                  <a:pt x="3748682" y="1421161"/>
                </a:lnTo>
                <a:lnTo>
                  <a:pt x="3752991" y="1473247"/>
                </a:lnTo>
                <a:lnTo>
                  <a:pt x="3757300" y="1509803"/>
                </a:lnTo>
                <a:lnTo>
                  <a:pt x="3761609" y="1529730"/>
                </a:lnTo>
                <a:lnTo>
                  <a:pt x="3765917" y="1532438"/>
                </a:lnTo>
                <a:lnTo>
                  <a:pt x="3770226" y="1517865"/>
                </a:lnTo>
                <a:lnTo>
                  <a:pt x="3774535" y="1486476"/>
                </a:lnTo>
                <a:lnTo>
                  <a:pt x="3778844" y="1439253"/>
                </a:lnTo>
                <a:lnTo>
                  <a:pt x="3783153" y="1377660"/>
                </a:lnTo>
                <a:lnTo>
                  <a:pt x="3787462" y="1303598"/>
                </a:lnTo>
                <a:lnTo>
                  <a:pt x="3791770" y="1219352"/>
                </a:lnTo>
                <a:lnTo>
                  <a:pt x="3796079" y="1127513"/>
                </a:lnTo>
                <a:lnTo>
                  <a:pt x="3800388" y="1030904"/>
                </a:lnTo>
                <a:lnTo>
                  <a:pt x="3804697" y="932490"/>
                </a:lnTo>
                <a:lnTo>
                  <a:pt x="3809006" y="835292"/>
                </a:lnTo>
                <a:lnTo>
                  <a:pt x="3813314" y="742287"/>
                </a:lnTo>
                <a:lnTo>
                  <a:pt x="3817623" y="656326"/>
                </a:lnTo>
                <a:lnTo>
                  <a:pt x="3821932" y="580038"/>
                </a:lnTo>
                <a:lnTo>
                  <a:pt x="3826241" y="515758"/>
                </a:lnTo>
                <a:lnTo>
                  <a:pt x="3830550" y="465447"/>
                </a:lnTo>
                <a:lnTo>
                  <a:pt x="3834859" y="430641"/>
                </a:lnTo>
                <a:lnTo>
                  <a:pt x="3839167" y="412399"/>
                </a:lnTo>
                <a:lnTo>
                  <a:pt x="3843476" y="411273"/>
                </a:lnTo>
                <a:lnTo>
                  <a:pt x="3847785" y="427289"/>
                </a:lnTo>
                <a:lnTo>
                  <a:pt x="3852094" y="459951"/>
                </a:lnTo>
                <a:lnTo>
                  <a:pt x="3856403" y="508254"/>
                </a:lnTo>
                <a:lnTo>
                  <a:pt x="3860712" y="570714"/>
                </a:lnTo>
                <a:lnTo>
                  <a:pt x="3865020" y="645415"/>
                </a:lnTo>
                <a:lnTo>
                  <a:pt x="3869329" y="730070"/>
                </a:lnTo>
                <a:lnTo>
                  <a:pt x="3873638" y="822088"/>
                </a:lnTo>
                <a:lnTo>
                  <a:pt x="3877947" y="918655"/>
                </a:lnTo>
                <a:lnTo>
                  <a:pt x="3882256" y="1016820"/>
                </a:lnTo>
                <a:lnTo>
                  <a:pt x="3886565" y="1113587"/>
                </a:lnTo>
                <a:lnTo>
                  <a:pt x="3890873" y="1206003"/>
                </a:lnTo>
                <a:lnTo>
                  <a:pt x="3895182" y="1291252"/>
                </a:lnTo>
                <a:lnTo>
                  <a:pt x="3899491" y="1366739"/>
                </a:lnTo>
                <a:lnTo>
                  <a:pt x="3903800" y="1430170"/>
                </a:lnTo>
                <a:lnTo>
                  <a:pt x="3908109" y="1479622"/>
                </a:lnTo>
                <a:lnTo>
                  <a:pt x="3912418" y="1513599"/>
                </a:lnTo>
                <a:lnTo>
                  <a:pt x="3916726" y="1531082"/>
                </a:lnTo>
                <a:lnTo>
                  <a:pt x="3921035" y="1531557"/>
                </a:lnTo>
                <a:lnTo>
                  <a:pt x="3925344" y="1515030"/>
                </a:lnTo>
                <a:lnTo>
                  <a:pt x="3929653" y="1482026"/>
                </a:lnTo>
                <a:lnTo>
                  <a:pt x="3933962" y="1433575"/>
                </a:lnTo>
                <a:lnTo>
                  <a:pt x="3938271" y="1371178"/>
                </a:lnTo>
                <a:lnTo>
                  <a:pt x="3942579" y="1296762"/>
                </a:lnTo>
                <a:lnTo>
                  <a:pt x="3946888" y="1212619"/>
                </a:lnTo>
                <a:lnTo>
                  <a:pt x="3951197" y="1121337"/>
                </a:lnTo>
                <a:lnTo>
                  <a:pt x="3955506" y="1025721"/>
                </a:lnTo>
                <a:lnTo>
                  <a:pt x="3959815" y="928704"/>
                </a:lnTo>
                <a:lnTo>
                  <a:pt x="3964124" y="833262"/>
                </a:lnTo>
                <a:lnTo>
                  <a:pt x="3968432" y="742319"/>
                </a:lnTo>
                <a:lnTo>
                  <a:pt x="3972741" y="658659"/>
                </a:lnTo>
                <a:lnTo>
                  <a:pt x="3977050" y="584841"/>
                </a:lnTo>
                <a:lnTo>
                  <a:pt x="3981359" y="523122"/>
                </a:lnTo>
                <a:lnTo>
                  <a:pt x="3985668" y="475385"/>
                </a:lnTo>
                <a:lnTo>
                  <a:pt x="3989977" y="443087"/>
                </a:lnTo>
                <a:lnTo>
                  <a:pt x="3994285" y="427208"/>
                </a:lnTo>
                <a:lnTo>
                  <a:pt x="3998594" y="428229"/>
                </a:lnTo>
                <a:lnTo>
                  <a:pt x="4002903" y="446109"/>
                </a:lnTo>
                <a:lnTo>
                  <a:pt x="4007212" y="480297"/>
                </a:lnTo>
                <a:lnTo>
                  <a:pt x="4011521" y="529739"/>
                </a:lnTo>
                <a:lnTo>
                  <a:pt x="4015829" y="592918"/>
                </a:lnTo>
                <a:lnTo>
                  <a:pt x="4020138" y="667898"/>
                </a:lnTo>
                <a:lnTo>
                  <a:pt x="4024447" y="752384"/>
                </a:lnTo>
                <a:lnTo>
                  <a:pt x="4028756" y="843791"/>
                </a:lnTo>
                <a:lnTo>
                  <a:pt x="4033065" y="939325"/>
                </a:lnTo>
                <a:lnTo>
                  <a:pt x="4037374" y="1036069"/>
                </a:lnTo>
                <a:lnTo>
                  <a:pt x="4041682" y="1131070"/>
                </a:lnTo>
                <a:lnTo>
                  <a:pt x="4045991" y="1221432"/>
                </a:lnTo>
                <a:lnTo>
                  <a:pt x="4050300" y="1304403"/>
                </a:lnTo>
                <a:lnTo>
                  <a:pt x="4054609" y="1377459"/>
                </a:lnTo>
                <a:lnTo>
                  <a:pt x="4058918" y="1438381"/>
                </a:lnTo>
                <a:lnTo>
                  <a:pt x="4063227" y="1485324"/>
                </a:lnTo>
                <a:lnTo>
                  <a:pt x="4067535" y="1516870"/>
                </a:lnTo>
                <a:lnTo>
                  <a:pt x="4071844" y="1532075"/>
                </a:lnTo>
                <a:lnTo>
                  <a:pt x="4076153" y="1530493"/>
                </a:lnTo>
                <a:lnTo>
                  <a:pt x="4080462" y="1512195"/>
                </a:lnTo>
                <a:lnTo>
                  <a:pt x="4084771" y="1477760"/>
                </a:lnTo>
                <a:lnTo>
                  <a:pt x="4089080" y="1428261"/>
                </a:lnTo>
                <a:lnTo>
                  <a:pt x="4093388" y="1365230"/>
                </a:lnTo>
                <a:lnTo>
                  <a:pt x="4097697" y="1290613"/>
                </a:lnTo>
                <a:lnTo>
                  <a:pt x="4102006" y="1206708"/>
                </a:lnTo>
                <a:lnTo>
                  <a:pt x="4106315" y="1116093"/>
                </a:lnTo>
                <a:lnTo>
                  <a:pt x="4110624" y="1021551"/>
                </a:lnTo>
                <a:lnTo>
                  <a:pt x="4114933" y="925982"/>
                </a:lnTo>
                <a:lnTo>
                  <a:pt x="4119241" y="832316"/>
                </a:lnTo>
                <a:lnTo>
                  <a:pt x="4123550" y="743422"/>
                </a:lnTo>
                <a:lnTo>
                  <a:pt x="4127859" y="662018"/>
                </a:lnTo>
                <a:lnTo>
                  <a:pt x="4132168" y="590596"/>
                </a:lnTo>
                <a:lnTo>
                  <a:pt x="4136477" y="531335"/>
                </a:lnTo>
                <a:lnTo>
                  <a:pt x="4140786" y="486045"/>
                </a:lnTo>
                <a:lnTo>
                  <a:pt x="4145094" y="456105"/>
                </a:lnTo>
                <a:lnTo>
                  <a:pt x="4149403" y="442424"/>
                </a:lnTo>
                <a:lnTo>
                  <a:pt x="4153712" y="445414"/>
                </a:lnTo>
                <a:lnTo>
                  <a:pt x="4158021" y="464976"/>
                </a:lnTo>
                <a:lnTo>
                  <a:pt x="4162330" y="500506"/>
                </a:lnTo>
                <a:lnTo>
                  <a:pt x="4166639" y="550910"/>
                </a:lnTo>
                <a:lnTo>
                  <a:pt x="4170947" y="614643"/>
                </a:lnTo>
                <a:lnTo>
                  <a:pt x="4175256" y="689752"/>
                </a:lnTo>
                <a:lnTo>
                  <a:pt x="4179565" y="773938"/>
                </a:lnTo>
                <a:lnTo>
                  <a:pt x="4183874" y="864629"/>
                </a:lnTo>
                <a:lnTo>
                  <a:pt x="4188183" y="959053"/>
                </a:lnTo>
                <a:lnTo>
                  <a:pt x="4192492" y="1054328"/>
                </a:lnTo>
                <a:lnTo>
                  <a:pt x="4196800" y="1147549"/>
                </a:lnTo>
                <a:lnTo>
                  <a:pt x="4201109" y="1235874"/>
                </a:lnTo>
                <a:lnTo>
                  <a:pt x="4205418" y="1316616"/>
                </a:lnTo>
                <a:lnTo>
                  <a:pt x="4209727" y="1387319"/>
                </a:lnTo>
                <a:lnTo>
                  <a:pt x="4214036" y="1445838"/>
                </a:lnTo>
                <a:lnTo>
                  <a:pt x="4218344" y="1490402"/>
                </a:lnTo>
                <a:lnTo>
                  <a:pt x="4222653" y="1519668"/>
                </a:lnTo>
                <a:lnTo>
                  <a:pt x="4226962" y="1532760"/>
                </a:lnTo>
                <a:lnTo>
                  <a:pt x="4231271" y="1529299"/>
                </a:lnTo>
                <a:lnTo>
                  <a:pt x="4235580" y="1509412"/>
                </a:lnTo>
                <a:lnTo>
                  <a:pt x="4239889" y="1473727"/>
                </a:lnTo>
                <a:lnTo>
                  <a:pt x="4244197" y="1423355"/>
                </a:lnTo>
                <a:lnTo>
                  <a:pt x="4248506" y="1359854"/>
                </a:lnTo>
                <a:lnTo>
                  <a:pt x="4252815" y="1285184"/>
                </a:lnTo>
                <a:lnTo>
                  <a:pt x="4257124" y="1201641"/>
                </a:lnTo>
                <a:lnTo>
                  <a:pt x="4261433" y="1111793"/>
                </a:lnTo>
                <a:lnTo>
                  <a:pt x="4265742" y="1018399"/>
                </a:lnTo>
                <a:lnTo>
                  <a:pt x="4270050" y="924321"/>
                </a:lnTo>
                <a:lnTo>
                  <a:pt x="4274359" y="832442"/>
                </a:lnTo>
                <a:lnTo>
                  <a:pt x="4278668" y="745575"/>
                </a:lnTo>
                <a:lnTo>
                  <a:pt x="4282977" y="666377"/>
                </a:lnTo>
                <a:lnTo>
                  <a:pt x="4287286" y="597268"/>
                </a:lnTo>
                <a:lnTo>
                  <a:pt x="4291595" y="540357"/>
                </a:lnTo>
                <a:lnTo>
                  <a:pt x="4295903" y="497381"/>
                </a:lnTo>
                <a:lnTo>
                  <a:pt x="4300212" y="469647"/>
                </a:lnTo>
                <a:lnTo>
                  <a:pt x="4304521" y="457998"/>
                </a:lnTo>
                <a:lnTo>
                  <a:pt x="4308830" y="462781"/>
                </a:lnTo>
                <a:lnTo>
                  <a:pt x="4313139" y="483844"/>
                </a:lnTo>
                <a:lnTo>
                  <a:pt x="4317448" y="520536"/>
                </a:lnTo>
                <a:lnTo>
                  <a:pt x="4321756" y="571730"/>
                </a:lnTo>
                <a:lnTo>
                  <a:pt x="4326065" y="635856"/>
                </a:lnTo>
                <a:lnTo>
                  <a:pt x="4330374" y="710950"/>
                </a:lnTo>
                <a:lnTo>
                  <a:pt x="4334683" y="794716"/>
                </a:lnTo>
                <a:lnTo>
                  <a:pt x="4338992" y="884594"/>
                </a:lnTo>
                <a:lnTo>
                  <a:pt x="4343301" y="977840"/>
                </a:lnTo>
                <a:lnTo>
                  <a:pt x="4347609" y="1071608"/>
                </a:lnTo>
                <a:lnTo>
                  <a:pt x="4351918" y="1163041"/>
                </a:lnTo>
                <a:lnTo>
                  <a:pt x="4356227" y="1249354"/>
                </a:lnTo>
                <a:lnTo>
                  <a:pt x="4360536" y="1327922"/>
                </a:lnTo>
                <a:lnTo>
                  <a:pt x="4364845" y="1396357"/>
                </a:lnTo>
                <a:lnTo>
                  <a:pt x="4369154" y="1452584"/>
                </a:lnTo>
                <a:lnTo>
                  <a:pt x="4373462" y="1494904"/>
                </a:lnTo>
                <a:lnTo>
                  <a:pt x="4377771" y="1522042"/>
                </a:lnTo>
                <a:lnTo>
                  <a:pt x="4382080" y="1533189"/>
                </a:lnTo>
                <a:lnTo>
                  <a:pt x="4386389" y="1528025"/>
                </a:lnTo>
                <a:lnTo>
                  <a:pt x="4390698" y="1506728"/>
                </a:lnTo>
                <a:lnTo>
                  <a:pt x="4395007" y="1469971"/>
                </a:lnTo>
                <a:lnTo>
                  <a:pt x="4399315" y="1418896"/>
                </a:lnTo>
                <a:lnTo>
                  <a:pt x="4403624" y="1355082"/>
                </a:lnTo>
                <a:lnTo>
                  <a:pt x="4407933" y="1280497"/>
                </a:lnTo>
                <a:lnTo>
                  <a:pt x="4412242" y="1197434"/>
                </a:lnTo>
                <a:lnTo>
                  <a:pt x="4416551" y="1108447"/>
                </a:lnTo>
                <a:lnTo>
                  <a:pt x="4420860" y="1016264"/>
                </a:lnTo>
                <a:lnTo>
                  <a:pt x="4425168" y="923711"/>
                </a:lnTo>
                <a:lnTo>
                  <a:pt x="4429477" y="833622"/>
                </a:lnTo>
                <a:lnTo>
                  <a:pt x="4433786" y="748754"/>
                </a:lnTo>
                <a:lnTo>
                  <a:pt x="4438095" y="671701"/>
                </a:lnTo>
                <a:lnTo>
                  <a:pt x="4442404" y="604817"/>
                </a:lnTo>
                <a:lnTo>
                  <a:pt x="4446712" y="550143"/>
                </a:lnTo>
                <a:lnTo>
                  <a:pt x="4451021" y="509345"/>
                </a:lnTo>
                <a:lnTo>
                  <a:pt x="4455330" y="483664"/>
                </a:lnTo>
                <a:lnTo>
                  <a:pt x="4459639" y="473879"/>
                </a:lnTo>
                <a:lnTo>
                  <a:pt x="4463948" y="480280"/>
                </a:lnTo>
                <a:lnTo>
                  <a:pt x="4468257" y="502666"/>
                </a:lnTo>
                <a:lnTo>
                  <a:pt x="4472565" y="540345"/>
                </a:lnTo>
                <a:lnTo>
                  <a:pt x="4476874" y="592161"/>
                </a:lnTo>
                <a:lnTo>
                  <a:pt x="4481183" y="656526"/>
                </a:lnTo>
                <a:lnTo>
                  <a:pt x="4485492" y="731470"/>
                </a:lnTo>
                <a:lnTo>
                  <a:pt x="4489801" y="814701"/>
                </a:lnTo>
                <a:lnTo>
                  <a:pt x="4494110" y="903679"/>
                </a:lnTo>
                <a:lnTo>
                  <a:pt x="4498418" y="995686"/>
                </a:lnTo>
                <a:lnTo>
                  <a:pt x="4502727" y="1087918"/>
                </a:lnTo>
                <a:lnTo>
                  <a:pt x="4507036" y="1177565"/>
                </a:lnTo>
                <a:lnTo>
                  <a:pt x="4511345" y="1261899"/>
                </a:lnTo>
                <a:lnTo>
                  <a:pt x="4515654" y="1338354"/>
                </a:lnTo>
                <a:lnTo>
                  <a:pt x="4519963" y="1404612"/>
                </a:lnTo>
                <a:lnTo>
                  <a:pt x="4524271" y="1458663"/>
                </a:lnTo>
                <a:lnTo>
                  <a:pt x="4528580" y="1498876"/>
                </a:lnTo>
                <a:lnTo>
                  <a:pt x="4532889" y="1524040"/>
                </a:lnTo>
                <a:lnTo>
                  <a:pt x="4537198" y="1533409"/>
                </a:lnTo>
                <a:lnTo>
                  <a:pt x="4541507" y="1526715"/>
                </a:lnTo>
                <a:lnTo>
                  <a:pt x="4545816" y="1504186"/>
                </a:lnTo>
                <a:lnTo>
                  <a:pt x="4550124" y="1466529"/>
                </a:lnTo>
                <a:lnTo>
                  <a:pt x="4554433" y="1414915"/>
                </a:lnTo>
                <a:lnTo>
                  <a:pt x="4558742" y="1350939"/>
                </a:lnTo>
                <a:lnTo>
                  <a:pt x="4563051" y="1276571"/>
                </a:lnTo>
                <a:lnTo>
                  <a:pt x="4567360" y="1194099"/>
                </a:lnTo>
                <a:lnTo>
                  <a:pt x="4571669" y="1106055"/>
                </a:lnTo>
                <a:lnTo>
                  <a:pt x="4575977" y="1015139"/>
                </a:lnTo>
                <a:lnTo>
                  <a:pt x="4580286" y="924136"/>
                </a:lnTo>
                <a:lnTo>
                  <a:pt x="4584595" y="835832"/>
                </a:lnTo>
                <a:lnTo>
                  <a:pt x="4588904" y="752926"/>
                </a:lnTo>
                <a:lnTo>
                  <a:pt x="4593213" y="677954"/>
                </a:lnTo>
                <a:lnTo>
                  <a:pt x="4597522" y="613202"/>
                </a:lnTo>
                <a:lnTo>
                  <a:pt x="4601830" y="560647"/>
                </a:lnTo>
                <a:lnTo>
                  <a:pt x="4606139" y="521889"/>
                </a:lnTo>
                <a:lnTo>
                  <a:pt x="4610448" y="498106"/>
                </a:lnTo>
                <a:lnTo>
                  <a:pt x="4614757" y="490017"/>
                </a:lnTo>
                <a:lnTo>
                  <a:pt x="4619066" y="497863"/>
                </a:lnTo>
                <a:lnTo>
                  <a:pt x="4623375" y="521397"/>
                </a:lnTo>
                <a:lnTo>
                  <a:pt x="4627683" y="559893"/>
                </a:lnTo>
                <a:lnTo>
                  <a:pt x="4631992" y="612170"/>
                </a:lnTo>
                <a:lnTo>
                  <a:pt x="4636301" y="676626"/>
                </a:lnTo>
                <a:lnTo>
                  <a:pt x="4640610" y="751291"/>
                </a:lnTo>
                <a:lnTo>
                  <a:pt x="4644919" y="833882"/>
                </a:lnTo>
                <a:lnTo>
                  <a:pt x="4649227" y="921879"/>
                </a:lnTo>
                <a:lnTo>
                  <a:pt x="4653536" y="1012597"/>
                </a:lnTo>
                <a:lnTo>
                  <a:pt x="4657845" y="1103272"/>
                </a:lnTo>
                <a:lnTo>
                  <a:pt x="4662154" y="1191142"/>
                </a:lnTo>
                <a:lnTo>
                  <a:pt x="4666463" y="1273535"/>
                </a:lnTo>
                <a:lnTo>
                  <a:pt x="4670772" y="1347947"/>
                </a:lnTo>
                <a:lnTo>
                  <a:pt x="4675080" y="1412122"/>
                </a:lnTo>
                <a:lnTo>
                  <a:pt x="4679389" y="1464117"/>
                </a:lnTo>
                <a:lnTo>
                  <a:pt x="4683698" y="1502361"/>
                </a:lnTo>
                <a:lnTo>
                  <a:pt x="4688007" y="1525707"/>
                </a:lnTo>
                <a:lnTo>
                  <a:pt x="4692316" y="1533464"/>
                </a:lnTo>
                <a:lnTo>
                  <a:pt x="4696625" y="1525414"/>
                </a:lnTo>
                <a:lnTo>
                  <a:pt x="4700933" y="1501824"/>
                </a:lnTo>
                <a:lnTo>
                  <a:pt x="4705242" y="1463436"/>
                </a:lnTo>
                <a:lnTo>
                  <a:pt x="4709551" y="1411441"/>
                </a:lnTo>
                <a:lnTo>
                  <a:pt x="4713860" y="1347446"/>
                </a:lnTo>
                <a:lnTo>
                  <a:pt x="4718169" y="1273420"/>
                </a:lnTo>
                <a:lnTo>
                  <a:pt x="4722478" y="1191640"/>
                </a:lnTo>
                <a:lnTo>
                  <a:pt x="4726786" y="1104615"/>
                </a:lnTo>
                <a:lnTo>
                  <a:pt x="4731095" y="1015012"/>
                </a:lnTo>
                <a:lnTo>
                  <a:pt x="4735404" y="925576"/>
                </a:lnTo>
                <a:lnTo>
                  <a:pt x="4739713" y="839043"/>
                </a:lnTo>
                <a:lnTo>
                  <a:pt x="4744022" y="758057"/>
                </a:lnTo>
                <a:lnTo>
                  <a:pt x="4748331" y="685093"/>
                </a:lnTo>
                <a:lnTo>
                  <a:pt x="4752639" y="622377"/>
                </a:lnTo>
                <a:lnTo>
                  <a:pt x="4756948" y="571820"/>
                </a:lnTo>
                <a:lnTo>
                  <a:pt x="4761257" y="534961"/>
                </a:lnTo>
                <a:lnTo>
                  <a:pt x="4765566" y="512920"/>
                </a:lnTo>
                <a:lnTo>
                  <a:pt x="4769875" y="506362"/>
                </a:lnTo>
                <a:lnTo>
                  <a:pt x="4774184" y="515481"/>
                </a:lnTo>
                <a:lnTo>
                  <a:pt x="4778492" y="539992"/>
                </a:lnTo>
                <a:lnTo>
                  <a:pt x="4782801" y="579139"/>
                </a:lnTo>
                <a:lnTo>
                  <a:pt x="4787110" y="631721"/>
                </a:lnTo>
                <a:lnTo>
                  <a:pt x="4791419" y="696130"/>
                </a:lnTo>
                <a:lnTo>
                  <a:pt x="4795728" y="770395"/>
                </a:lnTo>
                <a:lnTo>
                  <a:pt x="4800037" y="852249"/>
                </a:lnTo>
                <a:lnTo>
                  <a:pt x="4804345" y="939194"/>
                </a:lnTo>
                <a:lnTo>
                  <a:pt x="4808654" y="1028579"/>
                </a:lnTo>
                <a:lnTo>
                  <a:pt x="4812963" y="1117682"/>
                </a:lnTo>
                <a:lnTo>
                  <a:pt x="4817272" y="1203792"/>
                </a:lnTo>
                <a:lnTo>
                  <a:pt x="4821581" y="1284291"/>
                </a:lnTo>
                <a:lnTo>
                  <a:pt x="4825890" y="1356734"/>
                </a:lnTo>
                <a:lnTo>
                  <a:pt x="4830198" y="1418926"/>
                </a:lnTo>
                <a:lnTo>
                  <a:pt x="4834507" y="1468985"/>
                </a:lnTo>
                <a:lnTo>
                  <a:pt x="4838816" y="1505402"/>
                </a:lnTo>
                <a:lnTo>
                  <a:pt x="4843125" y="1527086"/>
                </a:lnTo>
                <a:lnTo>
                  <a:pt x="4847434" y="1533395"/>
                </a:lnTo>
                <a:lnTo>
                  <a:pt x="4851742" y="1524157"/>
                </a:lnTo>
                <a:lnTo>
                  <a:pt x="4856051" y="1499676"/>
                </a:lnTo>
                <a:lnTo>
                  <a:pt x="4860360" y="1460719"/>
                </a:lnTo>
                <a:lnTo>
                  <a:pt x="4864669" y="1408495"/>
                </a:lnTo>
                <a:lnTo>
                  <a:pt x="4868978" y="1344617"/>
                </a:lnTo>
                <a:lnTo>
                  <a:pt x="4873287" y="1271050"/>
                </a:lnTo>
                <a:lnTo>
                  <a:pt x="4877595" y="1190054"/>
                </a:lnTo>
                <a:lnTo>
                  <a:pt x="4881904" y="1104115"/>
                </a:lnTo>
                <a:lnTo>
                  <a:pt x="4886213" y="1015865"/>
                </a:lnTo>
                <a:lnTo>
                  <a:pt x="4890522" y="928005"/>
                </a:lnTo>
                <a:lnTo>
                  <a:pt x="4894831" y="843222"/>
                </a:lnTo>
                <a:lnTo>
                  <a:pt x="4899140" y="764108"/>
                </a:lnTo>
                <a:lnTo>
                  <a:pt x="4903448" y="693075"/>
                </a:lnTo>
                <a:lnTo>
                  <a:pt x="4907757" y="632292"/>
                </a:lnTo>
                <a:lnTo>
                  <a:pt x="4912066" y="583610"/>
                </a:lnTo>
                <a:lnTo>
                  <a:pt x="4916375" y="548508"/>
                </a:lnTo>
                <a:lnTo>
                  <a:pt x="4920684" y="528054"/>
                </a:lnTo>
                <a:lnTo>
                  <a:pt x="4924993" y="522863"/>
                </a:lnTo>
                <a:lnTo>
                  <a:pt x="4929301" y="533088"/>
                </a:lnTo>
                <a:lnTo>
                  <a:pt x="4933610" y="558408"/>
                </a:lnTo>
                <a:lnTo>
                  <a:pt x="4937919" y="598046"/>
                </a:lnTo>
                <a:lnTo>
                  <a:pt x="4942228" y="650785"/>
                </a:lnTo>
                <a:lnTo>
                  <a:pt x="4946537" y="715012"/>
                </a:lnTo>
                <a:lnTo>
                  <a:pt x="4950846" y="788765"/>
                </a:lnTo>
                <a:lnTo>
                  <a:pt x="4955154" y="869792"/>
                </a:lnTo>
                <a:lnTo>
                  <a:pt x="4959463" y="955621"/>
                </a:lnTo>
                <a:lnTo>
                  <a:pt x="4963772" y="1043639"/>
                </a:lnTo>
                <a:lnTo>
                  <a:pt x="4968081" y="1131165"/>
                </a:lnTo>
                <a:lnTo>
                  <a:pt x="4972390" y="1215538"/>
                </a:lnTo>
                <a:lnTo>
                  <a:pt x="4976699" y="1294194"/>
                </a:lnTo>
                <a:lnTo>
                  <a:pt x="4981007" y="1364746"/>
                </a:lnTo>
                <a:lnTo>
                  <a:pt x="4985316" y="1425058"/>
                </a:lnTo>
                <a:lnTo>
                  <a:pt x="4989625" y="1473307"/>
                </a:lnTo>
                <a:lnTo>
                  <a:pt x="4993934" y="1508038"/>
                </a:lnTo>
                <a:lnTo>
                  <a:pt x="4998243" y="1528214"/>
                </a:lnTo>
                <a:lnTo>
                  <a:pt x="5002552" y="1533238"/>
                </a:lnTo>
                <a:lnTo>
                  <a:pt x="5006860" y="1522979"/>
                </a:lnTo>
                <a:lnTo>
                  <a:pt x="5011169" y="1497770"/>
                </a:lnTo>
                <a:lnTo>
                  <a:pt x="5015478" y="1458402"/>
                </a:lnTo>
                <a:lnTo>
                  <a:pt x="5019787" y="1406094"/>
                </a:lnTo>
                <a:lnTo>
                  <a:pt x="5024096" y="1342461"/>
                </a:lnTo>
                <a:lnTo>
                  <a:pt x="5028405" y="1269461"/>
                </a:lnTo>
                <a:lnTo>
                  <a:pt x="5032713" y="1189335"/>
                </a:lnTo>
                <a:lnTo>
                  <a:pt x="5037022" y="1104540"/>
                </a:lnTo>
                <a:lnTo>
                  <a:pt x="5041331" y="1017673"/>
                </a:lnTo>
                <a:lnTo>
                  <a:pt x="5045640" y="931392"/>
                </a:lnTo>
                <a:lnTo>
                  <a:pt x="5049949" y="848333"/>
                </a:lnTo>
                <a:lnTo>
                  <a:pt x="5054258" y="771034"/>
                </a:lnTo>
                <a:lnTo>
                  <a:pt x="5058566" y="701852"/>
                </a:lnTo>
                <a:lnTo>
                  <a:pt x="5062875" y="642897"/>
                </a:lnTo>
                <a:lnTo>
                  <a:pt x="5067184" y="595963"/>
                </a:lnTo>
                <a:lnTo>
                  <a:pt x="5071493" y="562477"/>
                </a:lnTo>
                <a:lnTo>
                  <a:pt x="5075802" y="543455"/>
                </a:lnTo>
                <a:lnTo>
                  <a:pt x="5080110" y="539469"/>
                </a:lnTo>
                <a:lnTo>
                  <a:pt x="5084419" y="550634"/>
                </a:lnTo>
                <a:lnTo>
                  <a:pt x="5088728" y="576603"/>
                </a:lnTo>
                <a:lnTo>
                  <a:pt x="5093037" y="616577"/>
                </a:lnTo>
                <a:lnTo>
                  <a:pt x="5097346" y="669331"/>
                </a:lnTo>
                <a:lnTo>
                  <a:pt x="5101655" y="733251"/>
                </a:lnTo>
                <a:lnTo>
                  <a:pt x="5105963" y="806387"/>
                </a:lnTo>
                <a:lnTo>
                  <a:pt x="5110272" y="886505"/>
                </a:lnTo>
                <a:lnTo>
                  <a:pt x="5114581" y="971164"/>
                </a:lnTo>
                <a:lnTo>
                  <a:pt x="5118890" y="1057787"/>
                </a:lnTo>
                <a:lnTo>
                  <a:pt x="5123199" y="1143737"/>
                </a:lnTo>
                <a:lnTo>
                  <a:pt x="5127508" y="1226402"/>
                </a:lnTo>
                <a:lnTo>
                  <a:pt x="5131816" y="1303273"/>
                </a:lnTo>
                <a:lnTo>
                  <a:pt x="5136125" y="1372017"/>
                </a:lnTo>
                <a:lnTo>
                  <a:pt x="5140434" y="1430555"/>
                </a:lnTo>
                <a:lnTo>
                  <a:pt x="5144743" y="1477119"/>
                </a:lnTo>
                <a:lnTo>
                  <a:pt x="5149052" y="1510307"/>
                </a:lnTo>
                <a:lnTo>
                  <a:pt x="5153361" y="1529127"/>
                </a:lnTo>
                <a:lnTo>
                  <a:pt x="5157669" y="1533027"/>
                </a:lnTo>
                <a:lnTo>
                  <a:pt x="5161978" y="1521908"/>
                </a:lnTo>
                <a:lnTo>
                  <a:pt x="5166287" y="1496130"/>
                </a:lnTo>
                <a:lnTo>
                  <a:pt x="5170596" y="1456501"/>
                </a:lnTo>
                <a:lnTo>
                  <a:pt x="5174905" y="1404247"/>
                </a:lnTo>
                <a:lnTo>
                  <a:pt x="5179214" y="1340981"/>
                </a:lnTo>
                <a:lnTo>
                  <a:pt x="5183522" y="1268648"/>
                </a:lnTo>
                <a:lnTo>
                  <a:pt x="5187831" y="1189468"/>
                </a:lnTo>
                <a:lnTo>
                  <a:pt x="5192140" y="1105869"/>
                </a:lnTo>
                <a:lnTo>
                  <a:pt x="5196449" y="1020408"/>
                </a:lnTo>
                <a:lnTo>
                  <a:pt x="5200758" y="935700"/>
                </a:lnTo>
                <a:lnTo>
                  <a:pt x="5205067" y="854332"/>
                </a:lnTo>
                <a:lnTo>
                  <a:pt x="5209375" y="778788"/>
                </a:lnTo>
                <a:lnTo>
                  <a:pt x="5213684" y="711372"/>
                </a:lnTo>
                <a:lnTo>
                  <a:pt x="5217993" y="654137"/>
                </a:lnTo>
                <a:lnTo>
                  <a:pt x="5222302" y="608825"/>
                </a:lnTo>
                <a:lnTo>
                  <a:pt x="5226611" y="576812"/>
                </a:lnTo>
                <a:lnTo>
                  <a:pt x="5230920" y="559069"/>
                </a:lnTo>
                <a:lnTo>
                  <a:pt x="5235228" y="556129"/>
                </a:lnTo>
                <a:lnTo>
                  <a:pt x="5239537" y="568075"/>
                </a:lnTo>
                <a:lnTo>
                  <a:pt x="5243846" y="594536"/>
                </a:lnTo>
                <a:lnTo>
                  <a:pt x="5248155" y="634698"/>
                </a:lnTo>
                <a:lnTo>
                  <a:pt x="5252464" y="687331"/>
                </a:lnTo>
                <a:lnTo>
                  <a:pt x="5256773" y="750827"/>
                </a:lnTo>
                <a:lnTo>
                  <a:pt x="5261081" y="823248"/>
                </a:lnTo>
                <a:lnTo>
                  <a:pt x="5265390" y="902384"/>
                </a:lnTo>
                <a:lnTo>
                  <a:pt x="5269699" y="985826"/>
                </a:lnTo>
                <a:lnTo>
                  <a:pt x="5274008" y="1071033"/>
                </a:lnTo>
                <a:lnTo>
                  <a:pt x="5278317" y="1155415"/>
                </a:lnTo>
                <a:lnTo>
                  <a:pt x="5282625" y="1236408"/>
                </a:lnTo>
                <a:lnTo>
                  <a:pt x="5286934" y="1311555"/>
                </a:lnTo>
                <a:lnTo>
                  <a:pt x="5291243" y="1378578"/>
                </a:lnTo>
                <a:lnTo>
                  <a:pt x="5295552" y="1435450"/>
                </a:lnTo>
                <a:lnTo>
                  <a:pt x="5299861" y="1480455"/>
                </a:lnTo>
                <a:lnTo>
                  <a:pt x="5304170" y="1512241"/>
                </a:lnTo>
                <a:lnTo>
                  <a:pt x="5308478" y="1529857"/>
                </a:lnTo>
                <a:lnTo>
                  <a:pt x="5312787" y="1532789"/>
                </a:lnTo>
                <a:lnTo>
                  <a:pt x="5317096" y="1520968"/>
                </a:lnTo>
                <a:lnTo>
                  <a:pt x="5321405" y="1494775"/>
                </a:lnTo>
                <a:lnTo>
                  <a:pt x="5325714" y="1455028"/>
                </a:lnTo>
                <a:lnTo>
                  <a:pt x="5330023" y="1402960"/>
                </a:lnTo>
                <a:lnTo>
                  <a:pt x="5334331" y="1340174"/>
                </a:lnTo>
                <a:lnTo>
                  <a:pt x="5338640" y="1268601"/>
                </a:lnTo>
                <a:lnTo>
                  <a:pt x="5342949" y="1190437"/>
                </a:lnTo>
                <a:lnTo>
                  <a:pt x="5347258" y="1108075"/>
                </a:lnTo>
                <a:lnTo>
                  <a:pt x="5351567" y="1024037"/>
                </a:lnTo>
                <a:lnTo>
                  <a:pt x="5355876" y="940891"/>
                </a:lnTo>
                <a:lnTo>
                  <a:pt x="5360184" y="861175"/>
                </a:lnTo>
                <a:lnTo>
                  <a:pt x="5364493" y="787321"/>
                </a:lnTo>
                <a:lnTo>
                  <a:pt x="5368802" y="721582"/>
                </a:lnTo>
                <a:lnTo>
                  <a:pt x="5373111" y="665957"/>
                </a:lnTo>
                <a:lnTo>
                  <a:pt x="5377420" y="622140"/>
                </a:lnTo>
                <a:lnTo>
                  <a:pt x="5381729" y="591459"/>
                </a:lnTo>
                <a:lnTo>
                  <a:pt x="5386037" y="574844"/>
                </a:lnTo>
                <a:lnTo>
                  <a:pt x="5390346" y="572794"/>
                </a:lnTo>
                <a:lnTo>
                  <a:pt x="5394655" y="585365"/>
                </a:lnTo>
                <a:lnTo>
                  <a:pt x="5398964" y="612166"/>
                </a:lnTo>
                <a:lnTo>
                  <a:pt x="5403273" y="652375"/>
                </a:lnTo>
                <a:lnTo>
                  <a:pt x="5407582" y="704760"/>
                </a:lnTo>
                <a:lnTo>
                  <a:pt x="5411890" y="767721"/>
                </a:lnTo>
                <a:lnTo>
                  <a:pt x="5416199" y="839338"/>
                </a:lnTo>
                <a:lnTo>
                  <a:pt x="5420508" y="917427"/>
                </a:lnTo>
                <a:lnTo>
                  <a:pt x="5424817" y="999611"/>
                </a:lnTo>
                <a:lnTo>
                  <a:pt x="5429126" y="1083390"/>
                </a:lnTo>
                <a:lnTo>
                  <a:pt x="5433435" y="1166217"/>
                </a:lnTo>
                <a:lnTo>
                  <a:pt x="5437743" y="1245579"/>
                </a:lnTo>
                <a:lnTo>
                  <a:pt x="5442052" y="1319068"/>
                </a:lnTo>
                <a:lnTo>
                  <a:pt x="5446361" y="1384459"/>
                </a:lnTo>
                <a:lnTo>
                  <a:pt x="5450670" y="1439775"/>
                </a:lnTo>
                <a:lnTo>
                  <a:pt x="5454979" y="1483349"/>
                </a:lnTo>
                <a:lnTo>
                  <a:pt x="5459288" y="1513871"/>
                </a:lnTo>
                <a:lnTo>
                  <a:pt x="5463596" y="1530433"/>
                </a:lnTo>
                <a:lnTo>
                  <a:pt x="5467905" y="1532550"/>
                </a:lnTo>
                <a:lnTo>
                  <a:pt x="5472214" y="1520179"/>
                </a:lnTo>
                <a:lnTo>
                  <a:pt x="5476523" y="1493717"/>
                </a:lnTo>
                <a:lnTo>
                  <a:pt x="5480832" y="1453991"/>
                </a:lnTo>
                <a:lnTo>
                  <a:pt x="5485140" y="1402231"/>
                </a:lnTo>
                <a:lnTo>
                  <a:pt x="5489449" y="1340031"/>
                </a:lnTo>
                <a:lnTo>
                  <a:pt x="5493758" y="1269303"/>
                </a:lnTo>
                <a:lnTo>
                  <a:pt x="5498067" y="1192215"/>
                </a:lnTo>
                <a:lnTo>
                  <a:pt x="5502376" y="1111128"/>
                </a:lnTo>
                <a:lnTo>
                  <a:pt x="5506685" y="1028521"/>
                </a:lnTo>
                <a:lnTo>
                  <a:pt x="5510993" y="946919"/>
                </a:lnTo>
                <a:lnTo>
                  <a:pt x="5515302" y="868811"/>
                </a:lnTo>
                <a:lnTo>
                  <a:pt x="5519611" y="796580"/>
                </a:lnTo>
                <a:lnTo>
                  <a:pt x="5523920" y="732425"/>
                </a:lnTo>
                <a:lnTo>
                  <a:pt x="5528229" y="678300"/>
                </a:lnTo>
                <a:lnTo>
                  <a:pt x="5532538" y="635849"/>
                </a:lnTo>
                <a:lnTo>
                  <a:pt x="5536846" y="606361"/>
                </a:lnTo>
                <a:lnTo>
                  <a:pt x="5541155" y="590726"/>
                </a:lnTo>
                <a:lnTo>
                  <a:pt x="5545464" y="589415"/>
                </a:lnTo>
                <a:lnTo>
                  <a:pt x="5549773" y="602460"/>
                </a:lnTo>
                <a:lnTo>
                  <a:pt x="5554082" y="629457"/>
                </a:lnTo>
                <a:lnTo>
                  <a:pt x="5558391" y="669578"/>
                </a:lnTo>
                <a:lnTo>
                  <a:pt x="5562699" y="721594"/>
                </a:lnTo>
                <a:lnTo>
                  <a:pt x="5567008" y="783918"/>
                </a:lnTo>
                <a:lnTo>
                  <a:pt x="5571317" y="854649"/>
                </a:lnTo>
                <a:lnTo>
                  <a:pt x="5575626" y="931632"/>
                </a:lnTo>
                <a:lnTo>
                  <a:pt x="5579935" y="1012525"/>
                </a:lnTo>
                <a:lnTo>
                  <a:pt x="5584244" y="1094869"/>
                </a:lnTo>
                <a:lnTo>
                  <a:pt x="5588552" y="1176162"/>
                </a:lnTo>
                <a:lnTo>
                  <a:pt x="5592861" y="1253937"/>
                </a:lnTo>
                <a:lnTo>
                  <a:pt x="5597170" y="1325838"/>
                </a:lnTo>
                <a:lnTo>
                  <a:pt x="5601479" y="1389688"/>
                </a:lnTo>
                <a:lnTo>
                  <a:pt x="5605788" y="1443559"/>
                </a:lnTo>
                <a:lnTo>
                  <a:pt x="5610097" y="1485828"/>
                </a:lnTo>
                <a:lnTo>
                  <a:pt x="5614405" y="1515226"/>
                </a:lnTo>
                <a:lnTo>
                  <a:pt x="5618714" y="1530878"/>
                </a:lnTo>
                <a:lnTo>
                  <a:pt x="5623023" y="1532329"/>
                </a:lnTo>
                <a:lnTo>
                  <a:pt x="5627332" y="1519555"/>
                </a:lnTo>
                <a:lnTo>
                  <a:pt x="5631641" y="1492966"/>
                </a:lnTo>
                <a:lnTo>
                  <a:pt x="5635950" y="1453391"/>
                </a:lnTo>
                <a:lnTo>
                  <a:pt x="5640258" y="1402056"/>
                </a:lnTo>
                <a:lnTo>
                  <a:pt x="5644567" y="1340540"/>
                </a:lnTo>
                <a:lnTo>
                  <a:pt x="5648876" y="1270733"/>
                </a:lnTo>
                <a:lnTo>
                  <a:pt x="5653185" y="1194775"/>
                </a:lnTo>
                <a:lnTo>
                  <a:pt x="5657494" y="1114990"/>
                </a:lnTo>
                <a:lnTo>
                  <a:pt x="5661803" y="1033818"/>
                </a:lnTo>
                <a:lnTo>
                  <a:pt x="5666111" y="953736"/>
                </a:lnTo>
                <a:lnTo>
                  <a:pt x="5670420" y="877188"/>
                </a:lnTo>
                <a:lnTo>
                  <a:pt x="5674729" y="806507"/>
                </a:lnTo>
                <a:lnTo>
                  <a:pt x="5679038" y="743845"/>
                </a:lnTo>
                <a:lnTo>
                  <a:pt x="5683347" y="691108"/>
                </a:lnTo>
                <a:lnTo>
                  <a:pt x="5687656" y="649897"/>
                </a:lnTo>
                <a:lnTo>
                  <a:pt x="5691964" y="621462"/>
                </a:lnTo>
                <a:lnTo>
                  <a:pt x="5696273" y="606663"/>
                </a:lnTo>
                <a:lnTo>
                  <a:pt x="5700582" y="605943"/>
                </a:lnTo>
                <a:lnTo>
                  <a:pt x="5704891" y="619317"/>
                </a:lnTo>
                <a:lnTo>
                  <a:pt x="5709200" y="646372"/>
                </a:lnTo>
                <a:lnTo>
                  <a:pt x="5713508" y="686276"/>
                </a:lnTo>
                <a:lnTo>
                  <a:pt x="5717817" y="737810"/>
                </a:lnTo>
                <a:lnTo>
                  <a:pt x="5722126" y="799402"/>
                </a:lnTo>
                <a:lnTo>
                  <a:pt x="5726435" y="869173"/>
                </a:lnTo>
                <a:lnTo>
                  <a:pt x="5730744" y="945000"/>
                </a:lnTo>
                <a:lnTo>
                  <a:pt x="5735053" y="1024576"/>
                </a:lnTo>
                <a:lnTo>
                  <a:pt x="5739361" y="1105484"/>
                </a:lnTo>
                <a:lnTo>
                  <a:pt x="5743670" y="1185267"/>
                </a:lnTo>
                <a:lnTo>
                  <a:pt x="5747979" y="1261505"/>
                </a:lnTo>
                <a:lnTo>
                  <a:pt x="5752288" y="1331890"/>
                </a:lnTo>
                <a:lnTo>
                  <a:pt x="5756597" y="1394293"/>
                </a:lnTo>
                <a:lnTo>
                  <a:pt x="5760906" y="1446830"/>
                </a:lnTo>
                <a:lnTo>
                  <a:pt x="5765214" y="1487919"/>
                </a:lnTo>
                <a:lnTo>
                  <a:pt x="5769523" y="1516329"/>
                </a:lnTo>
                <a:lnTo>
                  <a:pt x="5773832" y="1531214"/>
                </a:lnTo>
                <a:lnTo>
                  <a:pt x="5778141" y="1532143"/>
                </a:lnTo>
                <a:lnTo>
                  <a:pt x="5782450" y="1519107"/>
                </a:lnTo>
                <a:lnTo>
                  <a:pt x="5786759" y="1492525"/>
                </a:lnTo>
                <a:lnTo>
                  <a:pt x="5791067" y="1453225"/>
                </a:lnTo>
                <a:lnTo>
                  <a:pt x="5795376" y="1402422"/>
                </a:lnTo>
                <a:lnTo>
                  <a:pt x="5799685" y="1341681"/>
                </a:lnTo>
                <a:lnTo>
                  <a:pt x="5803994" y="1272865"/>
                </a:lnTo>
                <a:lnTo>
                  <a:pt x="5808303" y="1198083"/>
                </a:lnTo>
                <a:lnTo>
                  <a:pt x="5812612" y="1119623"/>
                </a:lnTo>
                <a:lnTo>
                  <a:pt x="5816920" y="1039881"/>
                </a:lnTo>
                <a:lnTo>
                  <a:pt x="5821229" y="961292"/>
                </a:lnTo>
                <a:lnTo>
                  <a:pt x="5825538" y="886252"/>
                </a:lnTo>
                <a:lnTo>
                  <a:pt x="5829847" y="817047"/>
                </a:lnTo>
                <a:lnTo>
                  <a:pt x="5834156" y="755782"/>
                </a:lnTo>
                <a:lnTo>
                  <a:pt x="5838465" y="704320"/>
                </a:lnTo>
                <a:lnTo>
                  <a:pt x="5842773" y="664224"/>
                </a:lnTo>
                <a:lnTo>
                  <a:pt x="5847082" y="636707"/>
                </a:lnTo>
                <a:lnTo>
                  <a:pt x="5851391" y="622603"/>
                </a:lnTo>
                <a:lnTo>
                  <a:pt x="5855700" y="622332"/>
                </a:lnTo>
                <a:lnTo>
                  <a:pt x="5860009" y="635896"/>
                </a:lnTo>
                <a:lnTo>
                  <a:pt x="5864318" y="662875"/>
                </a:lnTo>
                <a:lnTo>
                  <a:pt x="5868626" y="702443"/>
                </a:lnTo>
                <a:lnTo>
                  <a:pt x="5872935" y="753389"/>
                </a:lnTo>
                <a:lnTo>
                  <a:pt x="5877244" y="814161"/>
                </a:lnTo>
                <a:lnTo>
                  <a:pt x="5881553" y="882906"/>
                </a:lnTo>
                <a:lnTo>
                  <a:pt x="5885862" y="957533"/>
                </a:lnTo>
                <a:lnTo>
                  <a:pt x="5890171" y="1035773"/>
                </a:lnTo>
                <a:lnTo>
                  <a:pt x="5894479" y="1115250"/>
                </a:lnTo>
                <a:lnTo>
                  <a:pt x="5898788" y="1193552"/>
                </a:lnTo>
                <a:lnTo>
                  <a:pt x="5903097" y="1268307"/>
                </a:lnTo>
                <a:lnTo>
                  <a:pt x="5907406" y="1337251"/>
                </a:lnTo>
                <a:lnTo>
                  <a:pt x="5911715" y="1398301"/>
                </a:lnTo>
                <a:lnTo>
                  <a:pt x="5916023" y="1449614"/>
                </a:lnTo>
                <a:lnTo>
                  <a:pt x="5920332" y="1489647"/>
                </a:lnTo>
                <a:lnTo>
                  <a:pt x="5924641" y="1517201"/>
                </a:lnTo>
                <a:lnTo>
                  <a:pt x="5928950" y="1531457"/>
                </a:lnTo>
                <a:lnTo>
                  <a:pt x="5933259" y="1532003"/>
                </a:lnTo>
                <a:lnTo>
                  <a:pt x="5937568" y="1518841"/>
                </a:lnTo>
                <a:lnTo>
                  <a:pt x="5941876" y="1492393"/>
                </a:lnTo>
                <a:lnTo>
                  <a:pt x="5946185" y="1453484"/>
                </a:lnTo>
                <a:lnTo>
                  <a:pt x="5950494" y="1403315"/>
                </a:lnTo>
                <a:lnTo>
                  <a:pt x="5954803" y="1343430"/>
                </a:lnTo>
                <a:lnTo>
                  <a:pt x="5959112" y="1275667"/>
                </a:lnTo>
                <a:lnTo>
                  <a:pt x="5963421" y="1202101"/>
                </a:lnTo>
                <a:lnTo>
                  <a:pt x="5967729" y="1124981"/>
                </a:lnTo>
                <a:lnTo>
                  <a:pt x="5972038" y="1046662"/>
                </a:lnTo>
                <a:lnTo>
                  <a:pt x="5976347" y="969533"/>
                </a:lnTo>
                <a:lnTo>
                  <a:pt x="5980656" y="895945"/>
                </a:lnTo>
                <a:lnTo>
                  <a:pt x="5984965" y="828138"/>
                </a:lnTo>
                <a:lnTo>
                  <a:pt x="5989274" y="768175"/>
                </a:lnTo>
                <a:lnTo>
                  <a:pt x="5993582" y="717877"/>
                </a:lnTo>
                <a:lnTo>
                  <a:pt x="5997891" y="678772"/>
                </a:lnTo>
                <a:lnTo>
                  <a:pt x="6002200" y="652042"/>
                </a:lnTo>
                <a:lnTo>
                  <a:pt x="6006509" y="638494"/>
                </a:lnTo>
                <a:lnTo>
                  <a:pt x="6010818" y="638535"/>
                </a:lnTo>
                <a:lnTo>
                  <a:pt x="6015127" y="652156"/>
                </a:lnTo>
                <a:lnTo>
                  <a:pt x="6019435" y="678935"/>
                </a:lnTo>
                <a:lnTo>
                  <a:pt x="6023744" y="718052"/>
                </a:lnTo>
                <a:lnTo>
                  <a:pt x="6028053" y="768313"/>
                </a:lnTo>
                <a:lnTo>
                  <a:pt x="6032362" y="828185"/>
                </a:lnTo>
                <a:lnTo>
                  <a:pt x="6036671" y="895844"/>
                </a:lnTo>
                <a:lnTo>
                  <a:pt x="6040980" y="969234"/>
                </a:lnTo>
                <a:lnTo>
                  <a:pt x="6045288" y="1046124"/>
                </a:lnTo>
                <a:lnTo>
                  <a:pt x="6049597" y="1124180"/>
                </a:lnTo>
                <a:lnTo>
                  <a:pt x="6053906" y="1201036"/>
                </a:lnTo>
                <a:lnTo>
                  <a:pt x="6058215" y="1274363"/>
                </a:lnTo>
                <a:lnTo>
                  <a:pt x="6062524" y="1341943"/>
                </a:lnTo>
                <a:lnTo>
                  <a:pt x="6066833" y="1401734"/>
                </a:lnTo>
                <a:lnTo>
                  <a:pt x="6071141" y="1451934"/>
                </a:lnTo>
                <a:lnTo>
                  <a:pt x="6075450" y="1491033"/>
                </a:lnTo>
                <a:lnTo>
                  <a:pt x="6079759" y="1517861"/>
                </a:lnTo>
                <a:lnTo>
                  <a:pt x="6084068" y="1531621"/>
                </a:lnTo>
                <a:lnTo>
                  <a:pt x="6088377" y="1531917"/>
                </a:lnTo>
                <a:lnTo>
                  <a:pt x="6092686" y="1518758"/>
                </a:lnTo>
                <a:lnTo>
                  <a:pt x="6096994" y="1492566"/>
                </a:lnTo>
                <a:lnTo>
                  <a:pt x="6101303" y="1454155"/>
                </a:lnTo>
                <a:lnTo>
                  <a:pt x="6105612" y="1404714"/>
                </a:lnTo>
                <a:lnTo>
                  <a:pt x="6109921" y="1345761"/>
                </a:lnTo>
                <a:lnTo>
                  <a:pt x="6114230" y="1279106"/>
                </a:lnTo>
                <a:lnTo>
                  <a:pt x="6118538" y="1206788"/>
                </a:lnTo>
                <a:lnTo>
                  <a:pt x="6122847" y="1131017"/>
                </a:lnTo>
                <a:lnTo>
                  <a:pt x="6127156" y="1054106"/>
                </a:lnTo>
                <a:lnTo>
                  <a:pt x="6131465" y="978401"/>
                </a:lnTo>
                <a:lnTo>
                  <a:pt x="6135774" y="906206"/>
                </a:lnTo>
                <a:lnTo>
                  <a:pt x="6140083" y="839720"/>
                </a:lnTo>
                <a:lnTo>
                  <a:pt x="6144391" y="780963"/>
                </a:lnTo>
                <a:lnTo>
                  <a:pt x="6148700" y="731719"/>
                </a:lnTo>
                <a:lnTo>
                  <a:pt x="6153009" y="693483"/>
                </a:lnTo>
                <a:lnTo>
                  <a:pt x="6157318" y="667410"/>
                </a:lnTo>
                <a:lnTo>
                  <a:pt x="6161627" y="654288"/>
                </a:lnTo>
                <a:lnTo>
                  <a:pt x="6165936" y="654509"/>
                </a:lnTo>
                <a:lnTo>
                  <a:pt x="6170244" y="668059"/>
                </a:lnTo>
                <a:lnTo>
                  <a:pt x="6174553" y="694520"/>
                </a:lnTo>
                <a:lnTo>
                  <a:pt x="6178862" y="733081"/>
                </a:lnTo>
                <a:lnTo>
                  <a:pt x="6183171" y="782565"/>
                </a:lnTo>
                <a:lnTo>
                  <a:pt x="6187480" y="841464"/>
                </a:lnTo>
                <a:lnTo>
                  <a:pt x="6191789" y="907985"/>
                </a:lnTo>
                <a:lnTo>
                  <a:pt x="6196097" y="980107"/>
                </a:lnTo>
                <a:lnTo>
                  <a:pt x="6200406" y="1055640"/>
                </a:lnTo>
                <a:lnTo>
                  <a:pt x="6204715" y="1132291"/>
                </a:lnTo>
                <a:lnTo>
                  <a:pt x="6209024" y="1207737"/>
                </a:lnTo>
                <a:lnTo>
                  <a:pt x="6213333" y="1279695"/>
                </a:lnTo>
                <a:lnTo>
                  <a:pt x="6217642" y="1345988"/>
                </a:lnTo>
                <a:lnTo>
                  <a:pt x="6221950" y="1404616"/>
                </a:lnTo>
                <a:lnTo>
                  <a:pt x="6226259" y="1453810"/>
                </a:lnTo>
                <a:lnTo>
                  <a:pt x="6230568" y="1492094"/>
                </a:lnTo>
                <a:lnTo>
                  <a:pt x="6234877" y="1518322"/>
                </a:lnTo>
                <a:lnTo>
                  <a:pt x="6239186" y="1531716"/>
                </a:lnTo>
                <a:lnTo>
                  <a:pt x="6243495" y="1531889"/>
                </a:lnTo>
                <a:lnTo>
                  <a:pt x="6247803" y="1518855"/>
                </a:lnTo>
                <a:lnTo>
                  <a:pt x="6252112" y="1493032"/>
                </a:lnTo>
                <a:lnTo>
                  <a:pt x="6256421" y="1455222"/>
                </a:lnTo>
                <a:lnTo>
                  <a:pt x="6260730" y="1406594"/>
                </a:lnTo>
                <a:lnTo>
                  <a:pt x="6265039" y="1348642"/>
                </a:lnTo>
                <a:lnTo>
                  <a:pt x="6269348" y="1283142"/>
                </a:lnTo>
                <a:lnTo>
                  <a:pt x="6273656" y="1212099"/>
                </a:lnTo>
                <a:lnTo>
                  <a:pt x="6277965" y="1137681"/>
                </a:lnTo>
                <a:lnTo>
                  <a:pt x="6282274" y="1062161"/>
                </a:lnTo>
                <a:lnTo>
                  <a:pt x="6286583" y="987838"/>
                </a:lnTo>
                <a:lnTo>
                  <a:pt x="6290892" y="916977"/>
                </a:lnTo>
                <a:lnTo>
                  <a:pt x="6295201" y="851731"/>
                </a:lnTo>
                <a:lnTo>
                  <a:pt x="6299509" y="794084"/>
                </a:lnTo>
                <a:lnTo>
                  <a:pt x="6303818" y="745786"/>
                </a:lnTo>
                <a:lnTo>
                  <a:pt x="6308127" y="708299"/>
                </a:lnTo>
                <a:lnTo>
                  <a:pt x="6312436" y="682759"/>
                </a:lnTo>
                <a:lnTo>
                  <a:pt x="6316745" y="669935"/>
                </a:lnTo>
                <a:lnTo>
                  <a:pt x="6321054" y="670210"/>
                </a:lnTo>
                <a:lnTo>
                  <a:pt x="6325362" y="683570"/>
                </a:lnTo>
                <a:lnTo>
                  <a:pt x="6329671" y="709601"/>
                </a:lnTo>
                <a:lnTo>
                  <a:pt x="6333980" y="747506"/>
                </a:lnTo>
                <a:lnTo>
                  <a:pt x="6338289" y="796130"/>
                </a:lnTo>
                <a:lnTo>
                  <a:pt x="6342598" y="853991"/>
                </a:lnTo>
                <a:lnTo>
                  <a:pt x="6346906" y="919329"/>
                </a:lnTo>
                <a:lnTo>
                  <a:pt x="6351215" y="990159"/>
                </a:lnTo>
                <a:lnTo>
                  <a:pt x="6355524" y="1064331"/>
                </a:lnTo>
                <a:lnTo>
                  <a:pt x="6359833" y="1139596"/>
                </a:lnTo>
                <a:lnTo>
                  <a:pt x="6364142" y="1213674"/>
                </a:lnTo>
                <a:lnTo>
                  <a:pt x="6368451" y="1284323"/>
                </a:lnTo>
                <a:lnTo>
                  <a:pt x="6372759" y="1349408"/>
                </a:lnTo>
                <a:lnTo>
                  <a:pt x="6377068" y="1406966"/>
                </a:lnTo>
                <a:lnTo>
                  <a:pt x="6381377" y="1455262"/>
                </a:lnTo>
                <a:lnTo>
                  <a:pt x="6385686" y="1492847"/>
                </a:lnTo>
                <a:lnTo>
                  <a:pt x="6389995" y="1518596"/>
                </a:lnTo>
                <a:lnTo>
                  <a:pt x="6394304" y="1531747"/>
                </a:lnTo>
                <a:lnTo>
                  <a:pt x="6398612" y="1531919"/>
                </a:lnTo>
                <a:lnTo>
                  <a:pt x="6402921" y="1519127"/>
                </a:lnTo>
                <a:lnTo>
                  <a:pt x="6407230" y="1493779"/>
                </a:lnTo>
                <a:lnTo>
                  <a:pt x="6411539" y="1456664"/>
                </a:lnTo>
                <a:lnTo>
                  <a:pt x="6415848" y="1408928"/>
                </a:lnTo>
                <a:lnTo>
                  <a:pt x="6420157" y="1352037"/>
                </a:lnTo>
                <a:lnTo>
                  <a:pt x="6424465" y="1287734"/>
                </a:lnTo>
                <a:lnTo>
                  <a:pt x="6428774" y="1217985"/>
                </a:lnTo>
                <a:lnTo>
                  <a:pt x="6433083" y="1144920"/>
                </a:lnTo>
                <a:lnTo>
                  <a:pt x="6437392" y="1070767"/>
                </a:lnTo>
                <a:lnTo>
                  <a:pt x="6441701" y="997784"/>
                </a:lnTo>
                <a:lnTo>
                  <a:pt x="6446010" y="928193"/>
                </a:lnTo>
                <a:lnTo>
                  <a:pt x="6450318" y="864109"/>
                </a:lnTo>
                <a:lnTo>
                  <a:pt x="6454627" y="807477"/>
                </a:lnTo>
                <a:lnTo>
                  <a:pt x="6458936" y="760017"/>
                </a:lnTo>
                <a:lnTo>
                  <a:pt x="6463245" y="723165"/>
                </a:lnTo>
                <a:lnTo>
                  <a:pt x="6467554" y="698037"/>
                </a:lnTo>
                <a:lnTo>
                  <a:pt x="6471863" y="685389"/>
                </a:lnTo>
                <a:lnTo>
                  <a:pt x="6476171" y="685599"/>
                </a:lnTo>
                <a:lnTo>
                  <a:pt x="6480480" y="698653"/>
                </a:lnTo>
                <a:lnTo>
                  <a:pt x="6484789" y="724150"/>
                </a:lnTo>
                <a:lnTo>
                  <a:pt x="6489098" y="761309"/>
                </a:lnTo>
                <a:lnTo>
                  <a:pt x="6493407" y="808996"/>
                </a:lnTo>
                <a:lnTo>
                  <a:pt x="6497716" y="865760"/>
                </a:lnTo>
                <a:lnTo>
                  <a:pt x="6502024" y="929875"/>
                </a:lnTo>
                <a:lnTo>
                  <a:pt x="6506333" y="999394"/>
                </a:lnTo>
                <a:lnTo>
                  <a:pt x="6510642" y="1072208"/>
                </a:lnTo>
                <a:lnTo>
                  <a:pt x="6514951" y="1146110"/>
                </a:lnTo>
                <a:lnTo>
                  <a:pt x="6519260" y="1218863"/>
                </a:lnTo>
                <a:lnTo>
                  <a:pt x="6523569" y="1288266"/>
                </a:lnTo>
                <a:lnTo>
                  <a:pt x="6527877" y="1352223"/>
                </a:lnTo>
                <a:lnTo>
                  <a:pt x="6532186" y="1408804"/>
                </a:lnTo>
                <a:lnTo>
                  <a:pt x="6536495" y="1456306"/>
                </a:lnTo>
                <a:lnTo>
                  <a:pt x="6540804" y="1493304"/>
                </a:lnTo>
                <a:lnTo>
                  <a:pt x="6545113" y="1518692"/>
                </a:lnTo>
                <a:lnTo>
                  <a:pt x="6549421" y="1531717"/>
                </a:lnTo>
                <a:lnTo>
                  <a:pt x="6553730" y="1532004"/>
                </a:lnTo>
                <a:lnTo>
                  <a:pt x="6558039" y="1519562"/>
                </a:lnTo>
                <a:lnTo>
                  <a:pt x="6562348" y="1494790"/>
                </a:lnTo>
                <a:lnTo>
                  <a:pt x="6566657" y="1458457"/>
                </a:lnTo>
                <a:lnTo>
                  <a:pt x="6570966" y="1411685"/>
                </a:lnTo>
                <a:lnTo>
                  <a:pt x="6575274" y="1355909"/>
                </a:lnTo>
                <a:lnTo>
                  <a:pt x="6579583" y="1292837"/>
                </a:lnTo>
                <a:lnTo>
                  <a:pt x="6583892" y="1224398"/>
                </a:lnTo>
                <a:lnTo>
                  <a:pt x="6588201" y="1152679"/>
                </a:lnTo>
                <a:lnTo>
                  <a:pt x="6592510" y="1079867"/>
                </a:lnTo>
                <a:lnTo>
                  <a:pt x="6596819" y="1008178"/>
                </a:lnTo>
                <a:lnTo>
                  <a:pt x="6601127" y="939793"/>
                </a:lnTo>
                <a:lnTo>
                  <a:pt x="6605436" y="876790"/>
                </a:lnTo>
                <a:lnTo>
                  <a:pt x="6609745" y="821080"/>
                </a:lnTo>
                <a:lnTo>
                  <a:pt x="6614054" y="774353"/>
                </a:lnTo>
                <a:lnTo>
                  <a:pt x="6618363" y="738025"/>
                </a:lnTo>
                <a:lnTo>
                  <a:pt x="6622672" y="713192"/>
                </a:lnTo>
                <a:lnTo>
                  <a:pt x="6626980" y="700603"/>
                </a:lnTo>
                <a:lnTo>
                  <a:pt x="6631289" y="700634"/>
                </a:lnTo>
                <a:lnTo>
                  <a:pt x="6635598" y="713278"/>
                </a:lnTo>
                <a:lnTo>
                  <a:pt x="6639907" y="738143"/>
                </a:lnTo>
                <a:lnTo>
                  <a:pt x="6644216" y="774470"/>
                </a:lnTo>
                <a:lnTo>
                  <a:pt x="6648525" y="821152"/>
                </a:lnTo>
                <a:lnTo>
                  <a:pt x="6652833" y="876767"/>
                </a:lnTo>
                <a:lnTo>
                  <a:pt x="6657142" y="939626"/>
                </a:lnTo>
                <a:lnTo>
                  <a:pt x="6661451" y="1007821"/>
                </a:lnTo>
                <a:lnTo>
                  <a:pt x="6665760" y="1079284"/>
                </a:lnTo>
                <a:lnTo>
                  <a:pt x="6670069" y="1151850"/>
                </a:lnTo>
                <a:lnTo>
                  <a:pt x="6674378" y="1223324"/>
                </a:lnTo>
                <a:lnTo>
                  <a:pt x="6678686" y="1291543"/>
                </a:lnTo>
                <a:lnTo>
                  <a:pt x="6682995" y="1354449"/>
                </a:lnTo>
                <a:lnTo>
                  <a:pt x="6687304" y="1410146"/>
                </a:lnTo>
                <a:lnTo>
                  <a:pt x="6691613" y="1456956"/>
                </a:lnTo>
                <a:lnTo>
                  <a:pt x="6695922" y="1493476"/>
                </a:lnTo>
                <a:lnTo>
                  <a:pt x="6700231" y="1518615"/>
                </a:lnTo>
                <a:lnTo>
                  <a:pt x="6704539" y="1531627"/>
                </a:lnTo>
                <a:lnTo>
                  <a:pt x="6708848" y="1532138"/>
                </a:lnTo>
                <a:lnTo>
                  <a:pt x="6713157" y="1520149"/>
                </a:lnTo>
                <a:lnTo>
                  <a:pt x="6717466" y="1496044"/>
                </a:lnTo>
                <a:lnTo>
                  <a:pt x="6721775" y="1460573"/>
                </a:lnTo>
                <a:lnTo>
                  <a:pt x="6726084" y="1414828"/>
                </a:lnTo>
                <a:lnTo>
                  <a:pt x="6730392" y="1360215"/>
                </a:lnTo>
                <a:lnTo>
                  <a:pt x="6734701" y="1298404"/>
                </a:lnTo>
                <a:lnTo>
                  <a:pt x="6739010" y="1231284"/>
                </a:lnTo>
                <a:lnTo>
                  <a:pt x="6743319" y="1160901"/>
                </a:lnTo>
                <a:lnTo>
                  <a:pt x="6747628" y="1089401"/>
                </a:lnTo>
                <a:lnTo>
                  <a:pt x="6751936" y="1018958"/>
                </a:lnTo>
                <a:lnTo>
                  <a:pt x="6756245" y="951714"/>
                </a:lnTo>
                <a:lnTo>
                  <a:pt x="6760554" y="889712"/>
                </a:lnTo>
                <a:lnTo>
                  <a:pt x="6764863" y="834831"/>
                </a:lnTo>
                <a:lnTo>
                  <a:pt x="6769172" y="788737"/>
                </a:lnTo>
                <a:lnTo>
                  <a:pt x="6773481" y="752823"/>
                </a:lnTo>
                <a:lnTo>
                  <a:pt x="6777789" y="728175"/>
                </a:lnTo>
                <a:lnTo>
                  <a:pt x="6782098" y="715535"/>
                </a:lnTo>
                <a:lnTo>
                  <a:pt x="6786407" y="715280"/>
                </a:lnTo>
                <a:lnTo>
                  <a:pt x="6790716" y="727412"/>
                </a:lnTo>
                <a:lnTo>
                  <a:pt x="6795025" y="751556"/>
                </a:lnTo>
                <a:lnTo>
                  <a:pt x="6799334" y="786974"/>
                </a:lnTo>
                <a:lnTo>
                  <a:pt x="6803642" y="832587"/>
                </a:lnTo>
                <a:lnTo>
                  <a:pt x="6807951" y="887008"/>
                </a:lnTo>
                <a:lnTo>
                  <a:pt x="6812260" y="948584"/>
                </a:lnTo>
                <a:lnTo>
                  <a:pt x="6816569" y="1015447"/>
                </a:lnTo>
                <a:lnTo>
                  <a:pt x="6820878" y="1085570"/>
                </a:lnTo>
                <a:lnTo>
                  <a:pt x="6825187" y="1156830"/>
                </a:lnTo>
                <a:lnTo>
                  <a:pt x="6829495" y="1227072"/>
                </a:lnTo>
                <a:lnTo>
                  <a:pt x="6833804" y="1294172"/>
                </a:lnTo>
                <a:lnTo>
                  <a:pt x="6838113" y="1356106"/>
                </a:lnTo>
                <a:lnTo>
                  <a:pt x="6842422" y="1411007"/>
                </a:lnTo>
                <a:lnTo>
                  <a:pt x="6846731" y="1457224"/>
                </a:lnTo>
                <a:lnTo>
                  <a:pt x="6851040" y="1493371"/>
                </a:lnTo>
                <a:lnTo>
                  <a:pt x="6855348" y="1518368"/>
                </a:lnTo>
                <a:lnTo>
                  <a:pt x="6859657" y="1531475"/>
                </a:lnTo>
                <a:lnTo>
                  <a:pt x="6863966" y="1532311"/>
                </a:lnTo>
                <a:lnTo>
                  <a:pt x="6868275" y="1520871"/>
                </a:lnTo>
                <a:lnTo>
                  <a:pt x="6872584" y="1497519"/>
                </a:lnTo>
                <a:lnTo>
                  <a:pt x="6876893" y="1462982"/>
                </a:lnTo>
                <a:lnTo>
                  <a:pt x="6881201" y="1418323"/>
                </a:lnTo>
                <a:lnTo>
                  <a:pt x="6885510" y="1364913"/>
                </a:lnTo>
                <a:lnTo>
                  <a:pt x="6889819" y="1304386"/>
                </a:lnTo>
                <a:lnTo>
                  <a:pt x="6894128" y="1238589"/>
                </a:lnTo>
                <a:lnTo>
                  <a:pt x="6898437" y="1169529"/>
                </a:lnTo>
                <a:lnTo>
                  <a:pt x="6902746" y="1099307"/>
                </a:lnTo>
                <a:lnTo>
                  <a:pt x="6907054" y="1030061"/>
                </a:lnTo>
                <a:lnTo>
                  <a:pt x="6911363" y="963893"/>
                </a:lnTo>
                <a:lnTo>
                  <a:pt x="6915672" y="902812"/>
                </a:lnTo>
                <a:lnTo>
                  <a:pt x="6919981" y="848672"/>
                </a:lnTo>
                <a:lnTo>
                  <a:pt x="6924290" y="803111"/>
                </a:lnTo>
                <a:lnTo>
                  <a:pt x="6928599" y="767508"/>
                </a:lnTo>
                <a:lnTo>
                  <a:pt x="6932907" y="742939"/>
                </a:lnTo>
                <a:lnTo>
                  <a:pt x="6937216" y="730142"/>
                </a:lnTo>
                <a:lnTo>
                  <a:pt x="6941525" y="729500"/>
                </a:lnTo>
                <a:lnTo>
                  <a:pt x="6945834" y="741027"/>
                </a:lnTo>
                <a:lnTo>
                  <a:pt x="6950143" y="764366"/>
                </a:lnTo>
                <a:lnTo>
                  <a:pt x="6954452" y="798805"/>
                </a:lnTo>
                <a:lnTo>
                  <a:pt x="6958760" y="843295"/>
                </a:lnTo>
                <a:lnTo>
                  <a:pt x="6963069" y="896482"/>
                </a:lnTo>
                <a:lnTo>
                  <a:pt x="6967378" y="956753"/>
                </a:lnTo>
                <a:lnTo>
                  <a:pt x="6971687" y="1022281"/>
                </a:lnTo>
                <a:lnTo>
                  <a:pt x="6975996" y="1091078"/>
                </a:lnTo>
                <a:lnTo>
                  <a:pt x="6980304" y="1161065"/>
                </a:lnTo>
                <a:lnTo>
                  <a:pt x="6984613" y="1230123"/>
                </a:lnTo>
                <a:lnTo>
                  <a:pt x="6988922" y="1296169"/>
                </a:lnTo>
                <a:lnTo>
                  <a:pt x="6993231" y="1357208"/>
                </a:lnTo>
                <a:lnTo>
                  <a:pt x="6997540" y="1411402"/>
                </a:lnTo>
                <a:lnTo>
                  <a:pt x="7001849" y="1457122"/>
                </a:lnTo>
                <a:lnTo>
                  <a:pt x="7006157" y="1492996"/>
                </a:lnTo>
                <a:lnTo>
                  <a:pt x="7010466" y="1517953"/>
                </a:lnTo>
                <a:lnTo>
                  <a:pt x="7014775" y="1531254"/>
                </a:lnTo>
                <a:lnTo>
                  <a:pt x="7019084" y="1532513"/>
                </a:lnTo>
                <a:lnTo>
                  <a:pt x="7023393" y="1521710"/>
                </a:lnTo>
                <a:lnTo>
                  <a:pt x="7027702" y="1499190"/>
                </a:lnTo>
                <a:lnTo>
                  <a:pt x="7032010" y="1465652"/>
                </a:lnTo>
                <a:lnTo>
                  <a:pt x="7036319" y="1422131"/>
                </a:lnTo>
                <a:lnTo>
                  <a:pt x="7040628" y="1369959"/>
                </a:lnTo>
                <a:lnTo>
                  <a:pt x="7044937" y="1310733"/>
                </a:lnTo>
                <a:lnTo>
                  <a:pt x="7049246" y="1246259"/>
                </a:lnTo>
                <a:lnTo>
                  <a:pt x="7053555" y="1178503"/>
                </a:lnTo>
                <a:lnTo>
                  <a:pt x="7057863" y="1109526"/>
                </a:lnTo>
                <a:lnTo>
                  <a:pt x="7062172" y="1041424"/>
                </a:lnTo>
                <a:lnTo>
                  <a:pt x="7066481" y="976267"/>
                </a:lnTo>
                <a:lnTo>
                  <a:pt x="7070790" y="916031"/>
                </a:lnTo>
                <a:lnTo>
                  <a:pt x="7075099" y="862542"/>
                </a:lnTo>
                <a:lnTo>
                  <a:pt x="7079408" y="817419"/>
                </a:lnTo>
                <a:lnTo>
                  <a:pt x="7083716" y="782028"/>
                </a:lnTo>
                <a:lnTo>
                  <a:pt x="7088025" y="757436"/>
                </a:lnTo>
                <a:lnTo>
                  <a:pt x="7092334" y="744384"/>
                </a:lnTo>
                <a:lnTo>
                  <a:pt x="7096643" y="743262"/>
                </a:lnTo>
                <a:lnTo>
                  <a:pt x="7100952" y="754097"/>
                </a:lnTo>
                <a:lnTo>
                  <a:pt x="7105261" y="776555"/>
                </a:lnTo>
                <a:lnTo>
                  <a:pt x="7109569" y="809951"/>
                </a:lnTo>
                <a:lnTo>
                  <a:pt x="7113878" y="853267"/>
                </a:lnTo>
                <a:lnTo>
                  <a:pt x="7118187" y="905188"/>
                </a:lnTo>
                <a:lnTo>
                  <a:pt x="7122496" y="964138"/>
                </a:lnTo>
                <a:lnTo>
                  <a:pt x="7126805" y="1028331"/>
                </a:lnTo>
                <a:lnTo>
                  <a:pt x="7131114" y="1095822"/>
                </a:lnTo>
                <a:lnTo>
                  <a:pt x="7135422" y="1164569"/>
                </a:lnTo>
                <a:lnTo>
                  <a:pt x="7139731" y="1232495"/>
                </a:lnTo>
                <a:lnTo>
                  <a:pt x="7144040" y="1297549"/>
                </a:lnTo>
                <a:lnTo>
                  <a:pt x="7148349" y="1357769"/>
                </a:lnTo>
                <a:lnTo>
                  <a:pt x="7152658" y="1411342"/>
                </a:lnTo>
                <a:lnTo>
                  <a:pt x="7156967" y="1456656"/>
                </a:lnTo>
                <a:lnTo>
                  <a:pt x="7161275" y="1492354"/>
                </a:lnTo>
                <a:lnTo>
                  <a:pt x="7165584" y="1517368"/>
                </a:lnTo>
                <a:lnTo>
                  <a:pt x="7169893" y="1530959"/>
                </a:lnTo>
                <a:lnTo>
                  <a:pt x="7174202" y="1532730"/>
                </a:lnTo>
                <a:lnTo>
                  <a:pt x="7178511" y="1522646"/>
                </a:lnTo>
                <a:lnTo>
                  <a:pt x="7182819" y="1501028"/>
                </a:lnTo>
                <a:lnTo>
                  <a:pt x="7187128" y="1468550"/>
                </a:lnTo>
                <a:lnTo>
                  <a:pt x="7191437" y="1426210"/>
                </a:lnTo>
                <a:lnTo>
                  <a:pt x="7195746" y="1375306"/>
                </a:lnTo>
                <a:lnTo>
                  <a:pt x="7200055" y="1317393"/>
                </a:lnTo>
                <a:lnTo>
                  <a:pt x="7204364" y="1254239"/>
                </a:lnTo>
                <a:lnTo>
                  <a:pt x="7208672" y="1187766"/>
                </a:lnTo>
                <a:lnTo>
                  <a:pt x="7212981" y="1119995"/>
                </a:lnTo>
                <a:lnTo>
                  <a:pt x="7217290" y="1052987"/>
                </a:lnTo>
                <a:lnTo>
                  <a:pt x="7221599" y="988775"/>
                </a:lnTo>
                <a:lnTo>
                  <a:pt x="7225908" y="929307"/>
                </a:lnTo>
                <a:lnTo>
                  <a:pt x="7230217" y="876384"/>
                </a:lnTo>
                <a:lnTo>
                  <a:pt x="7234525" y="831609"/>
                </a:lnTo>
                <a:lnTo>
                  <a:pt x="7238834" y="796334"/>
                </a:lnTo>
                <a:lnTo>
                  <a:pt x="7243143" y="771624"/>
                </a:lnTo>
                <a:lnTo>
                  <a:pt x="7247452" y="758224"/>
                </a:lnTo>
                <a:lnTo>
                  <a:pt x="7251761" y="756532"/>
                </a:lnTo>
                <a:lnTo>
                  <a:pt x="7256070" y="766596"/>
                </a:lnTo>
                <a:lnTo>
                  <a:pt x="7260378" y="788104"/>
                </a:lnTo>
                <a:lnTo>
                  <a:pt x="7264687" y="820399"/>
                </a:lnTo>
                <a:lnTo>
                  <a:pt x="7268996" y="862500"/>
                </a:lnTo>
                <a:lnTo>
                  <a:pt x="7273305" y="913126"/>
                </a:lnTo>
                <a:lnTo>
                  <a:pt x="7277614" y="970744"/>
                </a:lnTo>
                <a:lnTo>
                  <a:pt x="7281923" y="1033607"/>
                </a:lnTo>
                <a:lnTo>
                  <a:pt x="7286231" y="1099812"/>
                </a:lnTo>
                <a:lnTo>
                  <a:pt x="7290540" y="1167357"/>
                </a:lnTo>
                <a:lnTo>
                  <a:pt x="7294849" y="1234202"/>
                </a:lnTo>
                <a:lnTo>
                  <a:pt x="7299158" y="1298329"/>
                </a:lnTo>
                <a:lnTo>
                  <a:pt x="7303467" y="1357804"/>
                </a:lnTo>
                <a:lnTo>
                  <a:pt x="7307776" y="1410838"/>
                </a:lnTo>
                <a:lnTo>
                  <a:pt x="7312084" y="1455835"/>
                </a:lnTo>
                <a:lnTo>
                  <a:pt x="7316393" y="1491447"/>
                </a:lnTo>
                <a:lnTo>
                  <a:pt x="7320702" y="1516611"/>
                </a:lnTo>
                <a:lnTo>
                  <a:pt x="7325011" y="1530579"/>
                </a:lnTo>
                <a:lnTo>
                  <a:pt x="7329320" y="1532946"/>
                </a:lnTo>
                <a:lnTo>
                  <a:pt x="7333629" y="1523656"/>
                </a:lnTo>
                <a:lnTo>
                  <a:pt x="7337937" y="1503007"/>
                </a:lnTo>
                <a:lnTo>
                  <a:pt x="7342246" y="1471640"/>
                </a:lnTo>
                <a:lnTo>
                  <a:pt x="7346555" y="1430520"/>
                </a:lnTo>
                <a:lnTo>
                  <a:pt x="7350864" y="1380907"/>
                </a:lnTo>
                <a:lnTo>
                  <a:pt x="7355173" y="1324316"/>
                </a:lnTo>
                <a:lnTo>
                  <a:pt x="7359482" y="1262473"/>
                </a:lnTo>
                <a:lnTo>
                  <a:pt x="7363790" y="1197258"/>
                </a:lnTo>
                <a:lnTo>
                  <a:pt x="7368099" y="1130656"/>
                </a:lnTo>
                <a:lnTo>
                  <a:pt x="7372408" y="1064688"/>
                </a:lnTo>
                <a:lnTo>
                  <a:pt x="7376717" y="1001357"/>
                </a:lnTo>
                <a:lnTo>
                  <a:pt x="7381026" y="942582"/>
                </a:lnTo>
                <a:lnTo>
                  <a:pt x="7385334" y="890143"/>
                </a:lnTo>
                <a:lnTo>
                  <a:pt x="7389643" y="845626"/>
                </a:lnTo>
                <a:lnTo>
                  <a:pt x="7393952" y="810377"/>
                </a:lnTo>
                <a:lnTo>
                  <a:pt x="7398261" y="785460"/>
                </a:lnTo>
                <a:lnTo>
                  <a:pt x="7402570" y="771624"/>
                </a:lnTo>
                <a:lnTo>
                  <a:pt x="7406879" y="769283"/>
                </a:lnTo>
                <a:lnTo>
                  <a:pt x="7411187" y="778501"/>
                </a:lnTo>
                <a:lnTo>
                  <a:pt x="7415496" y="798996"/>
                </a:lnTo>
                <a:lnTo>
                  <a:pt x="7419805" y="830141"/>
                </a:lnTo>
                <a:lnTo>
                  <a:pt x="7424114" y="870988"/>
                </a:lnTo>
                <a:lnTo>
                  <a:pt x="7428423" y="920298"/>
                </a:lnTo>
                <a:lnTo>
                  <a:pt x="7432732" y="976577"/>
                </a:lnTo>
                <a:lnTo>
                  <a:pt x="7437040" y="1038119"/>
                </a:lnTo>
                <a:lnTo>
                  <a:pt x="7441349" y="1103062"/>
                </a:lnTo>
                <a:lnTo>
                  <a:pt x="7445658" y="1169444"/>
                </a:lnTo>
                <a:lnTo>
                  <a:pt x="7449967" y="1235259"/>
                </a:lnTo>
                <a:lnTo>
                  <a:pt x="7454276" y="1298522"/>
                </a:lnTo>
                <a:lnTo>
                  <a:pt x="7458585" y="1357325"/>
                </a:lnTo>
                <a:lnTo>
                  <a:pt x="7462893" y="1409899"/>
                </a:lnTo>
                <a:lnTo>
                  <a:pt x="7467202" y="1454664"/>
                </a:lnTo>
                <a:lnTo>
                  <a:pt x="7471511" y="1490278"/>
                </a:lnTo>
                <a:lnTo>
                  <a:pt x="7475820" y="1515676"/>
                </a:lnTo>
                <a:lnTo>
                  <a:pt x="7480129" y="1530106"/>
                </a:lnTo>
                <a:lnTo>
                  <a:pt x="7484438" y="1533145"/>
                </a:lnTo>
                <a:lnTo>
                  <a:pt x="7488746" y="1524718"/>
                </a:lnTo>
                <a:lnTo>
                  <a:pt x="7493055" y="1505095"/>
                </a:lnTo>
                <a:lnTo>
                  <a:pt x="7497364" y="1474886"/>
                </a:lnTo>
                <a:lnTo>
                  <a:pt x="7501673" y="1435019"/>
                </a:lnTo>
                <a:lnTo>
                  <a:pt x="7505982" y="1386716"/>
                </a:lnTo>
                <a:lnTo>
                  <a:pt x="7510291" y="1331450"/>
                </a:lnTo>
                <a:lnTo>
                  <a:pt x="7514599" y="1270905"/>
                </a:lnTo>
                <a:lnTo>
                  <a:pt x="7518908" y="1206923"/>
                </a:lnTo>
                <a:lnTo>
                  <a:pt x="7523217" y="1141449"/>
                </a:lnTo>
                <a:lnTo>
                  <a:pt x="7527526" y="1076469"/>
                </a:lnTo>
                <a:lnTo>
                  <a:pt x="7531835" y="1013954"/>
                </a:lnTo>
                <a:lnTo>
                  <a:pt x="7536144" y="955799"/>
                </a:lnTo>
                <a:lnTo>
                  <a:pt x="7540452" y="903763"/>
                </a:lnTo>
                <a:lnTo>
                  <a:pt x="7544761" y="859422"/>
                </a:lnTo>
                <a:lnTo>
                  <a:pt x="7549070" y="824114"/>
                </a:lnTo>
                <a:lnTo>
                  <a:pt x="7553379" y="798904"/>
                </a:lnTo>
                <a:lnTo>
                  <a:pt x="7557688" y="784551"/>
                </a:lnTo>
                <a:lnTo>
                  <a:pt x="7561997" y="781485"/>
                </a:lnTo>
                <a:lnTo>
                  <a:pt x="7566305" y="789792"/>
                </a:lnTo>
                <a:lnTo>
                  <a:pt x="7570614" y="809217"/>
                </a:lnTo>
                <a:lnTo>
                  <a:pt x="7574923" y="839166"/>
                </a:lnTo>
                <a:lnTo>
                  <a:pt x="7579232" y="878730"/>
                </a:lnTo>
                <a:lnTo>
                  <a:pt x="7583541" y="926707"/>
                </a:lnTo>
                <a:lnTo>
                  <a:pt x="7587849" y="981643"/>
                </a:lnTo>
                <a:lnTo>
                  <a:pt x="7592158" y="1041877"/>
                </a:lnTo>
                <a:lnTo>
                  <a:pt x="7596467" y="1105585"/>
                </a:lnTo>
                <a:lnTo>
                  <a:pt x="7600776" y="1170843"/>
                </a:lnTo>
                <a:lnTo>
                  <a:pt x="7605085" y="1235681"/>
                </a:lnTo>
                <a:lnTo>
                  <a:pt x="7609394" y="1298141"/>
                </a:lnTo>
                <a:lnTo>
                  <a:pt x="7613702" y="1356344"/>
                </a:lnTo>
                <a:lnTo>
                  <a:pt x="7618011" y="1408535"/>
                </a:lnTo>
                <a:lnTo>
                  <a:pt x="7622320" y="1453149"/>
                </a:lnTo>
                <a:lnTo>
                  <a:pt x="7626629" y="1488846"/>
                </a:lnTo>
                <a:lnTo>
                  <a:pt x="7630938" y="1514560"/>
                </a:lnTo>
                <a:lnTo>
                  <a:pt x="7635247" y="1529527"/>
                </a:lnTo>
                <a:lnTo>
                  <a:pt x="7639555" y="1533310"/>
                </a:lnTo>
                <a:lnTo>
                  <a:pt x="7643864" y="1525808"/>
                </a:lnTo>
                <a:lnTo>
                  <a:pt x="7648173" y="1507263"/>
                </a:lnTo>
                <a:lnTo>
                  <a:pt x="7652482" y="1478252"/>
                </a:lnTo>
                <a:lnTo>
                  <a:pt x="7656791" y="1439666"/>
                </a:lnTo>
                <a:lnTo>
                  <a:pt x="7661100" y="1392685"/>
                </a:lnTo>
                <a:lnTo>
                  <a:pt x="7665408" y="1338743"/>
                </a:lnTo>
                <a:lnTo>
                  <a:pt x="7669717" y="1279482"/>
                </a:lnTo>
                <a:lnTo>
                  <a:pt x="7674026" y="1216704"/>
                </a:lnTo>
                <a:lnTo>
                  <a:pt x="7678335" y="1152315"/>
                </a:lnTo>
                <a:lnTo>
                  <a:pt x="7682644" y="1088269"/>
                </a:lnTo>
                <a:lnTo>
                  <a:pt x="7686953" y="1026508"/>
                </a:lnTo>
                <a:lnTo>
                  <a:pt x="7691261" y="968902"/>
                </a:lnTo>
                <a:lnTo>
                  <a:pt x="7695570" y="917194"/>
                </a:lnTo>
                <a:lnTo>
                  <a:pt x="7699879" y="872948"/>
                </a:lnTo>
                <a:lnTo>
                  <a:pt x="7704188" y="837500"/>
                </a:lnTo>
                <a:lnTo>
                  <a:pt x="7708497" y="811918"/>
                </a:lnTo>
                <a:lnTo>
                  <a:pt x="7712806" y="796974"/>
                </a:lnTo>
                <a:lnTo>
                  <a:pt x="7717114" y="793113"/>
                </a:lnTo>
                <a:lnTo>
                  <a:pt x="7721423" y="800449"/>
                </a:lnTo>
                <a:lnTo>
                  <a:pt x="7725732" y="818753"/>
                </a:lnTo>
                <a:lnTo>
                  <a:pt x="7730041" y="847469"/>
                </a:lnTo>
                <a:lnTo>
                  <a:pt x="7734350" y="885722"/>
                </a:lnTo>
                <a:lnTo>
                  <a:pt x="7738659" y="932354"/>
                </a:lnTo>
                <a:lnTo>
                  <a:pt x="7742967" y="985951"/>
                </a:lnTo>
                <a:lnTo>
                  <a:pt x="7747276" y="1044892"/>
                </a:lnTo>
                <a:lnTo>
                  <a:pt x="7751585" y="1107394"/>
                </a:lnTo>
                <a:lnTo>
                  <a:pt x="7755894" y="1171569"/>
                </a:lnTo>
                <a:lnTo>
                  <a:pt x="7760203" y="1235481"/>
                </a:lnTo>
                <a:lnTo>
                  <a:pt x="7764512" y="1297201"/>
                </a:lnTo>
                <a:lnTo>
                  <a:pt x="7768820" y="1354871"/>
                </a:lnTo>
                <a:lnTo>
                  <a:pt x="7773129" y="1406754"/>
                </a:lnTo>
                <a:lnTo>
                  <a:pt x="7777438" y="1451293"/>
                </a:lnTo>
                <a:lnTo>
                  <a:pt x="7781747" y="1487150"/>
                </a:lnTo>
                <a:lnTo>
                  <a:pt x="7786056" y="1513255"/>
                </a:lnTo>
                <a:lnTo>
                  <a:pt x="7790365" y="1528832"/>
                </a:lnTo>
                <a:lnTo>
                  <a:pt x="7794673" y="1533422"/>
                </a:lnTo>
                <a:lnTo>
                  <a:pt x="7798982" y="1526902"/>
                </a:lnTo>
                <a:lnTo>
                  <a:pt x="7803291" y="1509482"/>
                </a:lnTo>
                <a:lnTo>
                  <a:pt x="7807600" y="1481703"/>
                </a:lnTo>
                <a:lnTo>
                  <a:pt x="7811909" y="1444419"/>
                </a:lnTo>
                <a:lnTo>
                  <a:pt x="7816217" y="1398770"/>
                </a:lnTo>
                <a:lnTo>
                  <a:pt x="7820526" y="1346146"/>
                </a:lnTo>
                <a:lnTo>
                  <a:pt x="7824835" y="1288151"/>
                </a:lnTo>
                <a:lnTo>
                  <a:pt x="7829144" y="1226545"/>
                </a:lnTo>
                <a:lnTo>
                  <a:pt x="7833453" y="1163199"/>
                </a:lnTo>
                <a:lnTo>
                  <a:pt x="7837762" y="1100035"/>
                </a:lnTo>
                <a:lnTo>
                  <a:pt x="7842070" y="1038965"/>
                </a:lnTo>
                <a:lnTo>
                  <a:pt x="7846379" y="981839"/>
                </a:lnTo>
                <a:lnTo>
                  <a:pt x="7850688" y="930385"/>
                </a:lnTo>
                <a:lnTo>
                  <a:pt x="7854997" y="886158"/>
                </a:lnTo>
                <a:lnTo>
                  <a:pt x="7859306" y="850494"/>
                </a:lnTo>
                <a:lnTo>
                  <a:pt x="7863615" y="824467"/>
                </a:lnTo>
                <a:lnTo>
                  <a:pt x="7867923" y="808861"/>
                </a:lnTo>
                <a:lnTo>
                  <a:pt x="7872232" y="804144"/>
                </a:lnTo>
                <a:lnTo>
                  <a:pt x="7876541" y="810453"/>
                </a:lnTo>
                <a:lnTo>
                  <a:pt x="7880850" y="827594"/>
                </a:lnTo>
                <a:lnTo>
                  <a:pt x="7885159" y="855042"/>
                </a:lnTo>
                <a:lnTo>
                  <a:pt x="7889468" y="891966"/>
                </a:lnTo>
                <a:lnTo>
                  <a:pt x="7893776" y="937245"/>
                </a:lnTo>
                <a:lnTo>
                  <a:pt x="7898085" y="989508"/>
                </a:lnTo>
                <a:lnTo>
                  <a:pt x="7902394" y="1047174"/>
                </a:lnTo>
                <a:lnTo>
                  <a:pt x="7906703" y="1108501"/>
                </a:lnTo>
                <a:lnTo>
                  <a:pt x="7911012" y="1171636"/>
                </a:lnTo>
                <a:lnTo>
                  <a:pt x="7915321" y="1234674"/>
                </a:lnTo>
                <a:lnTo>
                  <a:pt x="7919629" y="1295714"/>
                </a:lnTo>
                <a:lnTo>
                  <a:pt x="7923938" y="1352918"/>
                </a:lnTo>
                <a:lnTo>
                  <a:pt x="7928247" y="1404564"/>
                </a:lnTo>
                <a:lnTo>
                  <a:pt x="7932556" y="1449100"/>
                </a:lnTo>
                <a:lnTo>
                  <a:pt x="7936865" y="1485191"/>
                </a:lnTo>
                <a:lnTo>
                  <a:pt x="7941174" y="1511757"/>
                </a:lnTo>
                <a:lnTo>
                  <a:pt x="7945482" y="1528008"/>
                </a:lnTo>
                <a:lnTo>
                  <a:pt x="7949791" y="1533464"/>
                </a:lnTo>
                <a:lnTo>
                  <a:pt x="7954100" y="1527976"/>
                </a:lnTo>
                <a:lnTo>
                  <a:pt x="7958409" y="1511720"/>
                </a:lnTo>
                <a:lnTo>
                  <a:pt x="7962718" y="1485203"/>
                </a:lnTo>
                <a:lnTo>
                  <a:pt x="7967027" y="1449238"/>
                </a:lnTo>
                <a:lnTo>
                  <a:pt x="7971335" y="1404924"/>
                </a:lnTo>
                <a:lnTo>
                  <a:pt x="7975644" y="1353611"/>
                </a:lnTo>
                <a:lnTo>
                  <a:pt x="7979953" y="1296859"/>
                </a:lnTo>
                <a:lnTo>
                  <a:pt x="7984262" y="1236393"/>
                </a:lnTo>
                <a:lnTo>
                  <a:pt x="7988571" y="1174047"/>
                </a:lnTo>
                <a:lnTo>
                  <a:pt x="7992880" y="1111710"/>
                </a:lnTo>
                <a:lnTo>
                  <a:pt x="7997188" y="1051271"/>
                </a:lnTo>
                <a:lnTo>
                  <a:pt x="8001497" y="994559"/>
                </a:lnTo>
                <a:lnTo>
                  <a:pt x="8005806" y="943289"/>
                </a:lnTo>
                <a:lnTo>
                  <a:pt x="8010115" y="899009"/>
                </a:lnTo>
                <a:lnTo>
                  <a:pt x="8014424" y="863057"/>
                </a:lnTo>
                <a:lnTo>
                  <a:pt x="8018732" y="836516"/>
                </a:lnTo>
                <a:lnTo>
                  <a:pt x="8023041" y="820185"/>
                </a:lnTo>
                <a:lnTo>
                  <a:pt x="8027350" y="814555"/>
                </a:lnTo>
                <a:lnTo>
                  <a:pt x="8031659" y="819789"/>
                </a:lnTo>
                <a:lnTo>
                  <a:pt x="8035968" y="835727"/>
                </a:lnTo>
                <a:lnTo>
                  <a:pt x="8040277" y="861882"/>
                </a:lnTo>
                <a:lnTo>
                  <a:pt x="8044585" y="897461"/>
                </a:lnTo>
                <a:lnTo>
                  <a:pt x="8048894" y="941384"/>
                </a:lnTo>
                <a:lnTo>
                  <a:pt x="8053203" y="992322"/>
                </a:lnTo>
                <a:lnTo>
                  <a:pt x="8057512" y="1048736"/>
                </a:lnTo>
                <a:lnTo>
                  <a:pt x="8061821" y="1108920"/>
                </a:lnTo>
                <a:lnTo>
                  <a:pt x="8066130" y="1171057"/>
                </a:lnTo>
                <a:lnTo>
                  <a:pt x="8070438" y="1233274"/>
                </a:lnTo>
                <a:lnTo>
                  <a:pt x="8074747" y="1293693"/>
                </a:lnTo>
                <a:lnTo>
                  <a:pt x="8079056" y="1350495"/>
                </a:lnTo>
                <a:lnTo>
                  <a:pt x="8083365" y="1401971"/>
                </a:lnTo>
                <a:lnTo>
                  <a:pt x="8087674" y="1446574"/>
                </a:lnTo>
                <a:lnTo>
                  <a:pt x="8091983" y="1482966"/>
                </a:lnTo>
                <a:lnTo>
                  <a:pt x="8096291" y="1510059"/>
                </a:lnTo>
                <a:lnTo>
                  <a:pt x="8100600" y="1527043"/>
                </a:lnTo>
                <a:lnTo>
                  <a:pt x="8104909" y="1533420"/>
                </a:lnTo>
                <a:lnTo>
                  <a:pt x="8109218" y="1529007"/>
                </a:lnTo>
                <a:lnTo>
                  <a:pt x="8113527" y="1513951"/>
                </a:lnTo>
                <a:lnTo>
                  <a:pt x="8117836" y="1488718"/>
                </a:lnTo>
                <a:lnTo>
                  <a:pt x="8122144" y="1454084"/>
                </a:lnTo>
                <a:lnTo>
                  <a:pt x="8126453" y="1411105"/>
                </a:lnTo>
                <a:lnTo>
                  <a:pt x="8130762" y="1361089"/>
                </a:lnTo>
                <a:lnTo>
                  <a:pt x="8135071" y="1305558"/>
                </a:lnTo>
                <a:lnTo>
                  <a:pt x="8139380" y="1246197"/>
                </a:lnTo>
                <a:lnTo>
                  <a:pt x="8143689" y="1184806"/>
                </a:lnTo>
                <a:lnTo>
                  <a:pt x="8147997" y="1123244"/>
                </a:lnTo>
                <a:lnTo>
                  <a:pt x="8152306" y="1063377"/>
                </a:lnTo>
                <a:lnTo>
                  <a:pt x="8156615" y="1007014"/>
                </a:lnTo>
                <a:lnTo>
                  <a:pt x="8160924" y="955859"/>
                </a:lnTo>
                <a:lnTo>
                  <a:pt x="8165233" y="911459"/>
                </a:lnTo>
                <a:lnTo>
                  <a:pt x="8169542" y="875152"/>
                </a:lnTo>
                <a:lnTo>
                  <a:pt x="8173850" y="848034"/>
                </a:lnTo>
                <a:lnTo>
                  <a:pt x="8178159" y="830921"/>
                </a:lnTo>
                <a:lnTo>
                  <a:pt x="8182468" y="824325"/>
                </a:lnTo>
                <a:lnTo>
                  <a:pt x="8186777" y="828443"/>
                </a:lnTo>
                <a:lnTo>
                  <a:pt x="8191086" y="843146"/>
                </a:lnTo>
                <a:lnTo>
                  <a:pt x="8195395" y="867985"/>
                </a:lnTo>
                <a:lnTo>
                  <a:pt x="8199703" y="902208"/>
                </a:lnTo>
                <a:lnTo>
                  <a:pt x="8204012" y="944776"/>
                </a:lnTo>
                <a:lnTo>
                  <a:pt x="8208321" y="994403"/>
                </a:lnTo>
                <a:lnTo>
                  <a:pt x="8212630" y="1049588"/>
                </a:lnTo>
                <a:lnTo>
                  <a:pt x="8216939" y="1108664"/>
                </a:lnTo>
                <a:lnTo>
                  <a:pt x="8221247" y="1169848"/>
                </a:lnTo>
                <a:lnTo>
                  <a:pt x="8225556" y="1231294"/>
                </a:lnTo>
                <a:lnTo>
                  <a:pt x="8229865" y="1291150"/>
                </a:lnTo>
                <a:lnTo>
                  <a:pt x="8234174" y="1347613"/>
                </a:lnTo>
                <a:lnTo>
                  <a:pt x="8238483" y="1398984"/>
                </a:lnTo>
                <a:lnTo>
                  <a:pt x="8242792" y="1443720"/>
                </a:lnTo>
                <a:lnTo>
                  <a:pt x="8247100" y="1480477"/>
                </a:lnTo>
                <a:lnTo>
                  <a:pt x="8251409" y="1508155"/>
                </a:lnTo>
                <a:lnTo>
                  <a:pt x="8255718" y="1525928"/>
                </a:lnTo>
                <a:lnTo>
                  <a:pt x="8260027" y="1533271"/>
                </a:lnTo>
                <a:lnTo>
                  <a:pt x="8264336" y="1529973"/>
                </a:lnTo>
                <a:lnTo>
                  <a:pt x="8268645" y="1516145"/>
                </a:lnTo>
                <a:lnTo>
                  <a:pt x="8272953" y="1492216"/>
                </a:lnTo>
                <a:lnTo>
                  <a:pt x="8277262" y="1458919"/>
                </a:lnTo>
                <a:lnTo>
                  <a:pt x="8281571" y="1417270"/>
                </a:lnTo>
                <a:lnTo>
                  <a:pt x="8285880" y="1368537"/>
                </a:lnTo>
                <a:lnTo>
                  <a:pt x="8290189" y="1314200"/>
                </a:lnTo>
                <a:lnTo>
                  <a:pt x="8294498" y="1255908"/>
                </a:lnTo>
                <a:lnTo>
                  <a:pt x="8298806" y="1195426"/>
                </a:lnTo>
                <a:lnTo>
                  <a:pt x="8303115" y="1134588"/>
                </a:lnTo>
                <a:lnTo>
                  <a:pt x="8307424" y="1075233"/>
                </a:lnTo>
                <a:lnTo>
                  <a:pt x="8311733" y="1019157"/>
                </a:lnTo>
                <a:lnTo>
                  <a:pt x="8316042" y="968055"/>
                </a:lnTo>
                <a:lnTo>
                  <a:pt x="8320351" y="923469"/>
                </a:lnTo>
                <a:lnTo>
                  <a:pt x="8324659" y="886746"/>
                </a:lnTo>
                <a:lnTo>
                  <a:pt x="8328968" y="858992"/>
                </a:lnTo>
                <a:lnTo>
                  <a:pt x="8333277" y="841043"/>
                </a:lnTo>
                <a:lnTo>
                  <a:pt x="8337586" y="833437"/>
                </a:lnTo>
                <a:lnTo>
                  <a:pt x="8341895" y="836401"/>
                </a:lnTo>
                <a:lnTo>
                  <a:pt x="8346204" y="849841"/>
                </a:lnTo>
                <a:lnTo>
                  <a:pt x="8350512" y="873348"/>
                </a:lnTo>
                <a:lnTo>
                  <a:pt x="8354821" y="906209"/>
                </a:lnTo>
                <a:lnTo>
                  <a:pt x="8359130" y="947429"/>
                </a:lnTo>
                <a:lnTo>
                  <a:pt x="8363439" y="995761"/>
                </a:lnTo>
                <a:lnTo>
                  <a:pt x="8367748" y="1049744"/>
                </a:lnTo>
                <a:lnTo>
                  <a:pt x="8372057" y="1107748"/>
                </a:lnTo>
                <a:lnTo>
                  <a:pt x="8376365" y="1168023"/>
                </a:lnTo>
                <a:lnTo>
                  <a:pt x="8380674" y="1228750"/>
                </a:lnTo>
                <a:lnTo>
                  <a:pt x="8384983" y="1288100"/>
                </a:lnTo>
                <a:lnTo>
                  <a:pt x="8389292" y="1344284"/>
                </a:lnTo>
                <a:lnTo>
                  <a:pt x="8393601" y="1395612"/>
                </a:lnTo>
                <a:lnTo>
                  <a:pt x="8397910" y="1440541"/>
                </a:lnTo>
                <a:lnTo>
                  <a:pt x="8402218" y="1477722"/>
                </a:lnTo>
                <a:lnTo>
                  <a:pt x="8406527" y="1506041"/>
                </a:lnTo>
                <a:lnTo>
                  <a:pt x="8410836" y="1524652"/>
                </a:lnTo>
                <a:lnTo>
                  <a:pt x="8415145" y="1533004"/>
                </a:lnTo>
                <a:lnTo>
                  <a:pt x="8419454" y="1530854"/>
                </a:lnTo>
                <a:lnTo>
                  <a:pt x="8423763" y="1518278"/>
                </a:lnTo>
                <a:lnTo>
                  <a:pt x="8428071" y="1495665"/>
                </a:lnTo>
                <a:lnTo>
                  <a:pt x="8432380" y="1463708"/>
                </a:lnTo>
                <a:lnTo>
                  <a:pt x="8436689" y="1423382"/>
                </a:lnTo>
                <a:lnTo>
                  <a:pt x="8440998" y="1375912"/>
                </a:lnTo>
                <a:lnTo>
                  <a:pt x="8445307" y="1322740"/>
                </a:lnTo>
                <a:lnTo>
                  <a:pt x="8449615" y="1265478"/>
                </a:lnTo>
                <a:lnTo>
                  <a:pt x="8453924" y="1205861"/>
                </a:lnTo>
                <a:lnTo>
                  <a:pt x="8458233" y="1145693"/>
                </a:lnTo>
                <a:lnTo>
                  <a:pt x="8462542" y="1086795"/>
                </a:lnTo>
                <a:lnTo>
                  <a:pt x="8466851" y="1030946"/>
                </a:lnTo>
                <a:lnTo>
                  <a:pt x="8471160" y="979835"/>
                </a:lnTo>
                <a:lnTo>
                  <a:pt x="8475468" y="935004"/>
                </a:lnTo>
                <a:lnTo>
                  <a:pt x="8479777" y="897806"/>
                </a:lnTo>
                <a:lnTo>
                  <a:pt x="8484086" y="869362"/>
                </a:lnTo>
                <a:lnTo>
                  <a:pt x="8488395" y="850529"/>
                </a:lnTo>
                <a:lnTo>
                  <a:pt x="8492704" y="841873"/>
                </a:lnTo>
                <a:lnTo>
                  <a:pt x="8497013" y="843652"/>
                </a:lnTo>
                <a:lnTo>
                  <a:pt x="8501321" y="855807"/>
                </a:lnTo>
                <a:lnTo>
                  <a:pt x="8505630" y="877971"/>
                </a:lnTo>
                <a:lnTo>
                  <a:pt x="8509939" y="909469"/>
                </a:lnTo>
                <a:lnTo>
                  <a:pt x="8514248" y="949349"/>
                </a:lnTo>
                <a:lnTo>
                  <a:pt x="8518557" y="996405"/>
                </a:lnTo>
                <a:lnTo>
                  <a:pt x="8522866" y="1049216"/>
                </a:lnTo>
                <a:lnTo>
                  <a:pt x="8527174" y="1106186"/>
                </a:lnTo>
                <a:lnTo>
                  <a:pt x="8531483" y="1165597"/>
                </a:lnTo>
                <a:lnTo>
                  <a:pt x="8535792" y="1225656"/>
                </a:lnTo>
                <a:lnTo>
                  <a:pt x="8540101" y="1284555"/>
                </a:lnTo>
                <a:lnTo>
                  <a:pt x="8544410" y="1340518"/>
                </a:lnTo>
                <a:lnTo>
                  <a:pt x="8548719" y="1391862"/>
                </a:lnTo>
                <a:lnTo>
                  <a:pt x="8553027" y="1437042"/>
                </a:lnTo>
                <a:lnTo>
                  <a:pt x="8557336" y="1474702"/>
                </a:lnTo>
                <a:lnTo>
                  <a:pt x="8561645" y="1503713"/>
                </a:lnTo>
                <a:lnTo>
                  <a:pt x="8565954" y="1523207"/>
                </a:lnTo>
                <a:lnTo>
                  <a:pt x="8570263" y="1532604"/>
                </a:lnTo>
                <a:lnTo>
                  <a:pt x="8574572" y="1531631"/>
                </a:lnTo>
                <a:lnTo>
                  <a:pt x="8578880" y="1520325"/>
                </a:lnTo>
                <a:lnTo>
                  <a:pt x="8583189" y="1499037"/>
                </a:lnTo>
                <a:lnTo>
                  <a:pt x="8587498" y="1468419"/>
                </a:lnTo>
                <a:lnTo>
                  <a:pt x="8591807" y="1429403"/>
                </a:lnTo>
                <a:lnTo>
                  <a:pt x="8596116" y="1383175"/>
                </a:lnTo>
                <a:lnTo>
                  <a:pt x="8600425" y="1331137"/>
                </a:lnTo>
                <a:lnTo>
                  <a:pt x="8604733" y="1274866"/>
                </a:lnTo>
                <a:lnTo>
                  <a:pt x="8609042" y="1216067"/>
                </a:lnTo>
                <a:lnTo>
                  <a:pt x="8613351" y="1156517"/>
                </a:lnTo>
                <a:lnTo>
                  <a:pt x="8617660" y="1098019"/>
                </a:lnTo>
                <a:lnTo>
                  <a:pt x="8621969" y="1042340"/>
                </a:lnTo>
                <a:lnTo>
                  <a:pt x="8626278" y="991161"/>
                </a:lnTo>
                <a:lnTo>
                  <a:pt x="8630586" y="946027"/>
                </a:lnTo>
                <a:lnTo>
                  <a:pt x="8634895" y="908301"/>
                </a:lnTo>
                <a:lnTo>
                  <a:pt x="8639204" y="879119"/>
                </a:lnTo>
                <a:lnTo>
                  <a:pt x="8643513" y="859360"/>
                </a:lnTo>
                <a:lnTo>
                  <a:pt x="8647822" y="849618"/>
                </a:lnTo>
                <a:lnTo>
                  <a:pt x="8652130" y="850184"/>
                </a:lnTo>
                <a:lnTo>
                  <a:pt x="8656439" y="861039"/>
                </a:lnTo>
                <a:lnTo>
                  <a:pt x="8660748" y="881851"/>
                </a:lnTo>
                <a:lnTo>
                  <a:pt x="8665057" y="911990"/>
                </a:lnTo>
                <a:lnTo>
                  <a:pt x="8669366" y="950544"/>
                </a:lnTo>
                <a:lnTo>
                  <a:pt x="8673675" y="996347"/>
                </a:lnTo>
                <a:lnTo>
                  <a:pt x="8677983" y="1048017"/>
                </a:lnTo>
                <a:lnTo>
                  <a:pt x="8682292" y="1103992"/>
                </a:lnTo>
                <a:lnTo>
                  <a:pt x="8686601" y="1162585"/>
                </a:lnTo>
                <a:lnTo>
                  <a:pt x="8690910" y="1222028"/>
                </a:lnTo>
                <a:lnTo>
                  <a:pt x="8695219" y="1280530"/>
                </a:lnTo>
                <a:lnTo>
                  <a:pt x="8699528" y="1336329"/>
                </a:lnTo>
                <a:lnTo>
                  <a:pt x="8703836" y="1387745"/>
                </a:lnTo>
                <a:lnTo>
                  <a:pt x="8708145" y="1433232"/>
                </a:lnTo>
                <a:lnTo>
                  <a:pt x="8712454" y="1471422"/>
                </a:lnTo>
                <a:lnTo>
                  <a:pt x="8716763" y="1501170"/>
                </a:lnTo>
                <a:lnTo>
                  <a:pt x="8721072" y="1521586"/>
                </a:lnTo>
                <a:lnTo>
                  <a:pt x="8725381" y="1532061"/>
                </a:lnTo>
                <a:lnTo>
                  <a:pt x="8729689" y="1532287"/>
                </a:lnTo>
                <a:lnTo>
                  <a:pt x="8733998" y="1522265"/>
                </a:lnTo>
                <a:lnTo>
                  <a:pt x="8738307" y="1502306"/>
                </a:lnTo>
                <a:lnTo>
                  <a:pt x="8742616" y="1473020"/>
                </a:lnTo>
                <a:lnTo>
                  <a:pt x="8746925" y="1435299"/>
                </a:lnTo>
                <a:lnTo>
                  <a:pt x="8751234" y="1390287"/>
                </a:lnTo>
                <a:lnTo>
                  <a:pt x="8755542" y="1339350"/>
                </a:lnTo>
                <a:lnTo>
                  <a:pt x="8759851" y="1284030"/>
                </a:lnTo>
                <a:lnTo>
                  <a:pt x="8764160" y="1226001"/>
                </a:lnTo>
                <a:lnTo>
                  <a:pt x="8768469" y="1167019"/>
                </a:lnTo>
                <a:lnTo>
                  <a:pt x="8772778" y="1108866"/>
                </a:lnTo>
                <a:lnTo>
                  <a:pt x="8777087" y="1053300"/>
                </a:lnTo>
                <a:lnTo>
                  <a:pt x="8781395" y="1001997"/>
                </a:lnTo>
                <a:lnTo>
                  <a:pt x="8785704" y="956508"/>
                </a:lnTo>
                <a:lnTo>
                  <a:pt x="8790013" y="918203"/>
                </a:lnTo>
                <a:lnTo>
                  <a:pt x="8794322" y="888238"/>
                </a:lnTo>
                <a:lnTo>
                  <a:pt x="8798631" y="867515"/>
                </a:lnTo>
                <a:lnTo>
                  <a:pt x="8802940" y="856658"/>
                </a:lnTo>
                <a:lnTo>
                  <a:pt x="8807248" y="855991"/>
                </a:lnTo>
                <a:lnTo>
                  <a:pt x="8811557" y="865532"/>
                </a:lnTo>
                <a:lnTo>
                  <a:pt x="8815866" y="884991"/>
                </a:lnTo>
                <a:lnTo>
                  <a:pt x="8820175" y="913778"/>
                </a:lnTo>
                <a:lnTo>
                  <a:pt x="8824484" y="951023"/>
                </a:lnTo>
                <a:lnTo>
                  <a:pt x="8828793" y="995599"/>
                </a:lnTo>
                <a:lnTo>
                  <a:pt x="8833101" y="1046161"/>
                </a:lnTo>
                <a:lnTo>
                  <a:pt x="8837410" y="1101183"/>
                </a:lnTo>
                <a:lnTo>
                  <a:pt x="8841719" y="1159004"/>
                </a:lnTo>
                <a:lnTo>
                  <a:pt x="8846028" y="1217882"/>
                </a:lnTo>
                <a:lnTo>
                  <a:pt x="8850337" y="1276042"/>
                </a:lnTo>
                <a:lnTo>
                  <a:pt x="8854645" y="1331731"/>
                </a:lnTo>
                <a:lnTo>
                  <a:pt x="8858954" y="1383272"/>
                </a:lnTo>
                <a:lnTo>
                  <a:pt x="8863263" y="1429116"/>
                </a:lnTo>
                <a:lnTo>
                  <a:pt x="8867572" y="1467884"/>
                </a:lnTo>
                <a:lnTo>
                  <a:pt x="8871881" y="1498412"/>
                </a:lnTo>
                <a:lnTo>
                  <a:pt x="8876190" y="1519784"/>
                </a:lnTo>
                <a:lnTo>
                  <a:pt x="8880498" y="1531364"/>
                </a:lnTo>
                <a:lnTo>
                  <a:pt x="8884807" y="1532808"/>
                </a:lnTo>
                <a:lnTo>
                  <a:pt x="8889116" y="1524079"/>
                </a:lnTo>
                <a:lnTo>
                  <a:pt x="8893425" y="1505449"/>
                </a:lnTo>
                <a:lnTo>
                  <a:pt x="8897734" y="1477485"/>
                </a:lnTo>
                <a:lnTo>
                  <a:pt x="8902043" y="1441039"/>
                </a:lnTo>
                <a:lnTo>
                  <a:pt x="8906351" y="1397216"/>
                </a:lnTo>
                <a:lnTo>
                  <a:pt x="8910660" y="1347343"/>
                </a:lnTo>
                <a:lnTo>
                  <a:pt x="8914969" y="1292931"/>
                </a:lnTo>
                <a:lnTo>
                  <a:pt x="8919278" y="1235626"/>
                </a:lnTo>
                <a:lnTo>
                  <a:pt x="8923587" y="1177159"/>
                </a:lnTo>
                <a:lnTo>
                  <a:pt x="8927896" y="1119298"/>
                </a:lnTo>
                <a:lnTo>
                  <a:pt x="8932204" y="1063791"/>
                </a:lnTo>
                <a:lnTo>
                  <a:pt x="8936513" y="1012312"/>
                </a:lnTo>
                <a:lnTo>
                  <a:pt x="8940822" y="966416"/>
                </a:lnTo>
                <a:lnTo>
                  <a:pt x="8945131" y="927487"/>
                </a:lnTo>
                <a:lnTo>
                  <a:pt x="8949440" y="896698"/>
                </a:lnTo>
                <a:lnTo>
                  <a:pt x="8953749" y="874978"/>
                </a:lnTo>
                <a:lnTo>
                  <a:pt x="8958057" y="862980"/>
                </a:lnTo>
                <a:lnTo>
                  <a:pt x="8962366" y="861063"/>
                </a:lnTo>
                <a:lnTo>
                  <a:pt x="8966675" y="869284"/>
                </a:lnTo>
                <a:lnTo>
                  <a:pt x="8970984" y="887392"/>
                </a:lnTo>
                <a:lnTo>
                  <a:pt x="8975293" y="914838"/>
                </a:lnTo>
                <a:lnTo>
                  <a:pt x="8979602" y="950794"/>
                </a:lnTo>
                <a:lnTo>
                  <a:pt x="8983910" y="994172"/>
                </a:lnTo>
                <a:lnTo>
                  <a:pt x="8988219" y="1043664"/>
                </a:lnTo>
                <a:lnTo>
                  <a:pt x="8992528" y="1097774"/>
                </a:lnTo>
                <a:lnTo>
                  <a:pt x="8996837" y="1154872"/>
                </a:lnTo>
                <a:lnTo>
                  <a:pt x="9001146" y="1213236"/>
                </a:lnTo>
                <a:lnTo>
                  <a:pt x="9005455" y="1271105"/>
                </a:lnTo>
                <a:lnTo>
                  <a:pt x="9009763" y="1326737"/>
                </a:lnTo>
                <a:lnTo>
                  <a:pt x="9014072" y="1378457"/>
                </a:lnTo>
                <a:lnTo>
                  <a:pt x="9018381" y="1424706"/>
                </a:lnTo>
                <a:lnTo>
                  <a:pt x="9022690" y="1464095"/>
                </a:lnTo>
                <a:lnTo>
                  <a:pt x="9026999" y="1495440"/>
                </a:lnTo>
                <a:lnTo>
                  <a:pt x="9031308" y="1517801"/>
                </a:lnTo>
                <a:lnTo>
                  <a:pt x="9035616" y="1530507"/>
                </a:lnTo>
                <a:lnTo>
                  <a:pt x="9039925" y="1533182"/>
                </a:lnTo>
                <a:lnTo>
                  <a:pt x="9044234" y="1525752"/>
                </a:lnTo>
                <a:lnTo>
                  <a:pt x="9048543" y="1508445"/>
                </a:lnTo>
                <a:lnTo>
                  <a:pt x="9052852" y="1481789"/>
                </a:lnTo>
                <a:lnTo>
                  <a:pt x="9057161" y="1446595"/>
                </a:lnTo>
                <a:lnTo>
                  <a:pt x="9061469" y="1403930"/>
                </a:lnTo>
                <a:lnTo>
                  <a:pt x="9065778" y="1355084"/>
                </a:lnTo>
                <a:lnTo>
                  <a:pt x="9070087" y="1301537"/>
                </a:lnTo>
                <a:lnTo>
                  <a:pt x="9074396" y="1244906"/>
                </a:lnTo>
                <a:lnTo>
                  <a:pt x="9078705" y="1186903"/>
                </a:lnTo>
                <a:lnTo>
                  <a:pt x="9083013" y="1129281"/>
                </a:lnTo>
                <a:lnTo>
                  <a:pt x="9087322" y="1073779"/>
                </a:lnTo>
                <a:lnTo>
                  <a:pt x="9091631" y="1022073"/>
                </a:lnTo>
                <a:lnTo>
                  <a:pt x="9095940" y="975723"/>
                </a:lnTo>
                <a:lnTo>
                  <a:pt x="9100249" y="936127"/>
                </a:lnTo>
                <a:lnTo>
                  <a:pt x="9104558" y="904479"/>
                </a:lnTo>
                <a:lnTo>
                  <a:pt x="9108866" y="881733"/>
                </a:lnTo>
                <a:lnTo>
                  <a:pt x="9113175" y="868573"/>
                </a:lnTo>
                <a:lnTo>
                  <a:pt x="9117484" y="865394"/>
                </a:lnTo>
                <a:lnTo>
                  <a:pt x="9121793" y="872292"/>
                </a:lnTo>
                <a:lnTo>
                  <a:pt x="9126102" y="889055"/>
                </a:lnTo>
                <a:lnTo>
                  <a:pt x="9130411" y="915177"/>
                </a:lnTo>
                <a:lnTo>
                  <a:pt x="9134719" y="949869"/>
                </a:lnTo>
                <a:lnTo>
                  <a:pt x="9139028" y="992081"/>
                </a:lnTo>
                <a:lnTo>
                  <a:pt x="9143337" y="1040540"/>
                </a:lnTo>
                <a:lnTo>
                  <a:pt x="9147646" y="1093784"/>
                </a:lnTo>
                <a:lnTo>
                  <a:pt x="9151955" y="1150207"/>
                </a:lnTo>
                <a:lnTo>
                  <a:pt x="9156264" y="1208107"/>
                </a:lnTo>
                <a:lnTo>
                  <a:pt x="9160572" y="1265739"/>
                </a:lnTo>
                <a:lnTo>
                  <a:pt x="9164881" y="1321366"/>
                </a:lnTo>
                <a:lnTo>
                  <a:pt x="9169190" y="1373312"/>
                </a:lnTo>
                <a:lnTo>
                  <a:pt x="9173499" y="1420013"/>
                </a:lnTo>
                <a:lnTo>
                  <a:pt x="9177808" y="1460064"/>
                </a:lnTo>
                <a:lnTo>
                  <a:pt x="9182117" y="1492261"/>
                </a:lnTo>
                <a:lnTo>
                  <a:pt x="9186425" y="1515635"/>
                </a:lnTo>
                <a:lnTo>
                  <a:pt x="9190734" y="1529487"/>
                </a:lnTo>
                <a:lnTo>
                  <a:pt x="9195043" y="1533403"/>
                </a:lnTo>
                <a:lnTo>
                  <a:pt x="9199352" y="1527269"/>
                </a:lnTo>
                <a:lnTo>
                  <a:pt x="9203661" y="1511277"/>
                </a:lnTo>
                <a:lnTo>
                  <a:pt x="9207970" y="1485912"/>
                </a:lnTo>
                <a:lnTo>
                  <a:pt x="9212278" y="1451944"/>
                </a:lnTo>
                <a:lnTo>
                  <a:pt x="9216587" y="1410402"/>
                </a:lnTo>
                <a:lnTo>
                  <a:pt x="9220896" y="1362542"/>
                </a:lnTo>
                <a:lnTo>
                  <a:pt x="9225205" y="1309813"/>
                </a:lnTo>
                <a:lnTo>
                  <a:pt x="9229514" y="1253808"/>
                </a:lnTo>
                <a:lnTo>
                  <a:pt x="9233823" y="1196217"/>
                </a:lnTo>
                <a:lnTo>
                  <a:pt x="9238131" y="1138782"/>
                </a:lnTo>
                <a:lnTo>
                  <a:pt x="9242440" y="1083235"/>
                </a:lnTo>
                <a:lnTo>
                  <a:pt x="9246749" y="1031253"/>
                </a:lnTo>
                <a:lnTo>
                  <a:pt x="9251058" y="984404"/>
                </a:lnTo>
                <a:lnTo>
                  <a:pt x="9255367" y="944102"/>
                </a:lnTo>
                <a:lnTo>
                  <a:pt x="9259676" y="911562"/>
                </a:lnTo>
                <a:lnTo>
                  <a:pt x="9263984" y="887765"/>
                </a:lnTo>
                <a:lnTo>
                  <a:pt x="9268293" y="873427"/>
                </a:lnTo>
                <a:lnTo>
                  <a:pt x="9272602" y="868980"/>
                </a:lnTo>
                <a:lnTo>
                  <a:pt x="9276911" y="874556"/>
                </a:lnTo>
                <a:lnTo>
                  <a:pt x="9281220" y="889986"/>
                </a:lnTo>
                <a:lnTo>
                  <a:pt x="9285528" y="914803"/>
                </a:lnTo>
                <a:lnTo>
                  <a:pt x="9289837" y="948257"/>
                </a:lnTo>
                <a:lnTo>
                  <a:pt x="9294146" y="989339"/>
                </a:lnTo>
                <a:lnTo>
                  <a:pt x="9298455" y="1036808"/>
                </a:lnTo>
                <a:lnTo>
                  <a:pt x="9302764" y="1089232"/>
                </a:lnTo>
                <a:lnTo>
                  <a:pt x="9307073" y="1145029"/>
                </a:lnTo>
                <a:lnTo>
                  <a:pt x="9311381" y="1202518"/>
                </a:lnTo>
                <a:lnTo>
                  <a:pt x="9315690" y="1259964"/>
                </a:lnTo>
                <a:lnTo>
                  <a:pt x="9319999" y="1315636"/>
                </a:lnTo>
                <a:lnTo>
                  <a:pt x="9324308" y="1367856"/>
                </a:lnTo>
                <a:lnTo>
                  <a:pt x="9328617" y="1415052"/>
                </a:lnTo>
                <a:lnTo>
                  <a:pt x="9332926" y="1455802"/>
                </a:lnTo>
                <a:lnTo>
                  <a:pt x="9337234" y="1488880"/>
                </a:lnTo>
                <a:lnTo>
                  <a:pt x="9341543" y="1513291"/>
                </a:lnTo>
                <a:lnTo>
                  <a:pt x="9345852" y="1528301"/>
                </a:lnTo>
                <a:lnTo>
                  <a:pt x="9350161" y="1533463"/>
                </a:lnTo>
                <a:lnTo>
                  <a:pt x="9354470" y="1528623"/>
                </a:lnTo>
                <a:lnTo>
                  <a:pt x="9358779" y="1513931"/>
                </a:lnTo>
                <a:lnTo>
                  <a:pt x="9363087" y="1489834"/>
                </a:lnTo>
                <a:lnTo>
                  <a:pt x="9367396" y="1457062"/>
                </a:lnTo>
                <a:lnTo>
                  <a:pt x="9371705" y="1416607"/>
                </a:lnTo>
                <a:lnTo>
                  <a:pt x="9376014" y="1369691"/>
                </a:lnTo>
                <a:lnTo>
                  <a:pt x="9380323" y="1317733"/>
                </a:lnTo>
                <a:lnTo>
                  <a:pt x="9384632" y="1262302"/>
                </a:lnTo>
                <a:lnTo>
                  <a:pt x="9388940" y="1205072"/>
                </a:lnTo>
                <a:lnTo>
                  <a:pt x="9393249" y="1147771"/>
                </a:lnTo>
                <a:lnTo>
                  <a:pt x="9397558" y="1092129"/>
                </a:lnTo>
                <a:lnTo>
                  <a:pt x="9401867" y="1039824"/>
                </a:lnTo>
                <a:lnTo>
                  <a:pt x="9406176" y="992435"/>
                </a:lnTo>
                <a:lnTo>
                  <a:pt x="9410485" y="951391"/>
                </a:lnTo>
                <a:lnTo>
                  <a:pt x="9414793" y="917930"/>
                </a:lnTo>
                <a:lnTo>
                  <a:pt x="9419102" y="893061"/>
                </a:lnTo>
                <a:lnTo>
                  <a:pt x="9423411" y="877533"/>
                </a:lnTo>
                <a:lnTo>
                  <a:pt x="9427720" y="871814"/>
                </a:lnTo>
                <a:lnTo>
                  <a:pt x="9432029" y="876075"/>
                </a:lnTo>
                <a:lnTo>
                  <a:pt x="9436338" y="890187"/>
                </a:lnTo>
                <a:lnTo>
                  <a:pt x="9440646" y="913723"/>
                </a:lnTo>
                <a:lnTo>
                  <a:pt x="9444955" y="945973"/>
                </a:lnTo>
                <a:lnTo>
                  <a:pt x="9449264" y="985962"/>
                </a:lnTo>
                <a:lnTo>
                  <a:pt x="9453573" y="1032485"/>
                </a:lnTo>
                <a:lnTo>
                  <a:pt x="9457882" y="1084137"/>
                </a:lnTo>
                <a:lnTo>
                  <a:pt x="9462191" y="1139360"/>
                </a:lnTo>
                <a:lnTo>
                  <a:pt x="9466499" y="1196488"/>
                </a:lnTo>
                <a:lnTo>
                  <a:pt x="9470808" y="1253800"/>
                </a:lnTo>
                <a:lnTo>
                  <a:pt x="9475117" y="1309567"/>
                </a:lnTo>
                <a:lnTo>
                  <a:pt x="9479426" y="1362107"/>
                </a:lnTo>
                <a:lnTo>
                  <a:pt x="9483735" y="1409839"/>
                </a:lnTo>
                <a:lnTo>
                  <a:pt x="9488043" y="1451322"/>
                </a:lnTo>
                <a:lnTo>
                  <a:pt x="9492352" y="1485308"/>
                </a:lnTo>
                <a:lnTo>
                  <a:pt x="9496661" y="1510774"/>
                </a:lnTo>
                <a:lnTo>
                  <a:pt x="9500970" y="1526954"/>
                </a:lnTo>
                <a:lnTo>
                  <a:pt x="9505279" y="1533362"/>
                </a:lnTo>
                <a:lnTo>
                  <a:pt x="9509588" y="1529806"/>
                </a:lnTo>
                <a:lnTo>
                  <a:pt x="9513896" y="1516398"/>
                </a:lnTo>
                <a:lnTo>
                  <a:pt x="9518205" y="1493543"/>
                </a:lnTo>
                <a:lnTo>
                  <a:pt x="9522514" y="1461933"/>
                </a:lnTo>
                <a:lnTo>
                  <a:pt x="9526823" y="1422524"/>
                </a:lnTo>
                <a:lnTo>
                  <a:pt x="9531132" y="1376506"/>
                </a:lnTo>
                <a:lnTo>
                  <a:pt x="9535441" y="1325270"/>
                </a:lnTo>
                <a:lnTo>
                  <a:pt x="9539749" y="1270362"/>
                </a:lnTo>
                <a:lnTo>
                  <a:pt x="9544058" y="1213440"/>
                </a:lnTo>
                <a:lnTo>
                  <a:pt x="9548367" y="1156222"/>
                </a:lnTo>
                <a:lnTo>
                  <a:pt x="9552676" y="1100435"/>
                </a:lnTo>
                <a:lnTo>
                  <a:pt x="9556985" y="1047762"/>
                </a:lnTo>
                <a:lnTo>
                  <a:pt x="9561294" y="999792"/>
                </a:lnTo>
                <a:lnTo>
                  <a:pt x="9565602" y="957973"/>
                </a:lnTo>
                <a:lnTo>
                  <a:pt x="9569911" y="923566"/>
                </a:lnTo>
                <a:lnTo>
                  <a:pt x="9574220" y="897609"/>
                </a:lnTo>
                <a:lnTo>
                  <a:pt x="9578529" y="880883"/>
                </a:lnTo>
                <a:lnTo>
                  <a:pt x="9582838" y="873894"/>
                </a:lnTo>
                <a:lnTo>
                  <a:pt x="9587147" y="876851"/>
                </a:lnTo>
                <a:lnTo>
                  <a:pt x="9591455" y="889665"/>
                </a:lnTo>
                <a:lnTo>
                  <a:pt x="9595764" y="911948"/>
                </a:lnTo>
                <a:lnTo>
                  <a:pt x="9600073" y="943028"/>
                </a:lnTo>
                <a:lnTo>
                  <a:pt x="9604382" y="981967"/>
                </a:lnTo>
                <a:lnTo>
                  <a:pt x="9608691" y="1027590"/>
                </a:lnTo>
                <a:lnTo>
                  <a:pt x="9613000" y="1078520"/>
                </a:lnTo>
                <a:lnTo>
                  <a:pt x="9617308" y="1133221"/>
                </a:lnTo>
                <a:lnTo>
                  <a:pt x="9621617" y="1190043"/>
                </a:lnTo>
                <a:lnTo>
                  <a:pt x="9625926" y="1247272"/>
                </a:lnTo>
                <a:lnTo>
                  <a:pt x="9630235" y="1303182"/>
                </a:lnTo>
                <a:lnTo>
                  <a:pt x="9634544" y="1356087"/>
                </a:lnTo>
                <a:lnTo>
                  <a:pt x="9638853" y="1404392"/>
                </a:lnTo>
                <a:lnTo>
                  <a:pt x="9643161" y="1446641"/>
                </a:lnTo>
                <a:lnTo>
                  <a:pt x="9647470" y="1481559"/>
                </a:lnTo>
                <a:lnTo>
                  <a:pt x="9651779" y="1508095"/>
                </a:lnTo>
                <a:lnTo>
                  <a:pt x="9656088" y="1525449"/>
                </a:lnTo>
                <a:lnTo>
                  <a:pt x="9660397" y="1533099"/>
                </a:lnTo>
                <a:lnTo>
                  <a:pt x="9664706" y="1530816"/>
                </a:lnTo>
                <a:lnTo>
                  <a:pt x="9669014" y="1518669"/>
                </a:lnTo>
                <a:lnTo>
                  <a:pt x="9673323" y="1497026"/>
                </a:lnTo>
                <a:lnTo>
                  <a:pt x="9677632" y="1466541"/>
                </a:lnTo>
                <a:lnTo>
                  <a:pt x="9681941" y="1428134"/>
                </a:lnTo>
                <a:lnTo>
                  <a:pt x="9686250" y="1382966"/>
                </a:lnTo>
                <a:lnTo>
                  <a:pt x="9690559" y="1332400"/>
                </a:lnTo>
                <a:lnTo>
                  <a:pt x="9694867" y="1277962"/>
                </a:lnTo>
                <a:lnTo>
                  <a:pt x="9699176" y="1221294"/>
                </a:lnTo>
                <a:lnTo>
                  <a:pt x="9703485" y="1164108"/>
                </a:lnTo>
                <a:lnTo>
                  <a:pt x="9707794" y="1108128"/>
                </a:lnTo>
                <a:lnTo>
                  <a:pt x="9712103" y="1055043"/>
                </a:lnTo>
                <a:lnTo>
                  <a:pt x="9716411" y="1006456"/>
                </a:lnTo>
                <a:lnTo>
                  <a:pt x="9720720" y="963832"/>
                </a:lnTo>
                <a:lnTo>
                  <a:pt x="9725029" y="928457"/>
                </a:lnTo>
                <a:lnTo>
                  <a:pt x="9729338" y="901398"/>
                </a:lnTo>
                <a:lnTo>
                  <a:pt x="9733647" y="883471"/>
                </a:lnTo>
                <a:lnTo>
                  <a:pt x="9737956" y="875217"/>
                </a:lnTo>
                <a:lnTo>
                  <a:pt x="9742264" y="876885"/>
                </a:lnTo>
                <a:lnTo>
                  <a:pt x="9746573" y="888425"/>
                </a:lnTo>
                <a:lnTo>
                  <a:pt x="9750882" y="909488"/>
                </a:lnTo>
                <a:lnTo>
                  <a:pt x="9755191" y="939438"/>
                </a:lnTo>
                <a:lnTo>
                  <a:pt x="9759500" y="977371"/>
                </a:lnTo>
                <a:lnTo>
                  <a:pt x="9763809" y="1022144"/>
                </a:lnTo>
                <a:lnTo>
                  <a:pt x="9768117" y="1072405"/>
                </a:lnTo>
                <a:lnTo>
                  <a:pt x="9772426" y="1126639"/>
                </a:lnTo>
                <a:lnTo>
                  <a:pt x="9776735" y="1183208"/>
                </a:lnTo>
                <a:lnTo>
                  <a:pt x="9781044" y="1240406"/>
                </a:lnTo>
                <a:lnTo>
                  <a:pt x="9785353" y="1296508"/>
                </a:lnTo>
                <a:lnTo>
                  <a:pt x="9789662" y="1349820"/>
                </a:lnTo>
                <a:lnTo>
                  <a:pt x="9793970" y="1398736"/>
                </a:lnTo>
                <a:lnTo>
                  <a:pt x="9798279" y="1441778"/>
                </a:lnTo>
                <a:lnTo>
                  <a:pt x="9802588" y="1477649"/>
                </a:lnTo>
                <a:lnTo>
                  <a:pt x="9806897" y="1505266"/>
                </a:lnTo>
                <a:lnTo>
                  <a:pt x="9811206" y="1523797"/>
                </a:lnTo>
                <a:lnTo>
                  <a:pt x="9815515" y="1532681"/>
                </a:lnTo>
                <a:lnTo>
                  <a:pt x="9819823" y="1531652"/>
                </a:lnTo>
                <a:lnTo>
                  <a:pt x="9824132" y="1520740"/>
                </a:lnTo>
                <a:lnTo>
                  <a:pt x="9828441" y="1500275"/>
                </a:lnTo>
                <a:lnTo>
                  <a:pt x="9832750" y="1470874"/>
                </a:lnTo>
                <a:lnTo>
                  <a:pt x="9837059" y="1433423"/>
                </a:lnTo>
                <a:lnTo>
                  <a:pt x="9841368" y="1389054"/>
                </a:lnTo>
                <a:lnTo>
                  <a:pt x="9845676" y="1339104"/>
                </a:lnTo>
                <a:lnTo>
                  <a:pt x="9849985" y="1285080"/>
                </a:lnTo>
                <a:lnTo>
                  <a:pt x="9854294" y="1228613"/>
                </a:lnTo>
                <a:lnTo>
                  <a:pt x="9858603" y="1171406"/>
                </a:lnTo>
                <a:lnTo>
                  <a:pt x="9862912" y="1115186"/>
                </a:lnTo>
                <a:lnTo>
                  <a:pt x="9867221" y="1061647"/>
                </a:lnTo>
                <a:lnTo>
                  <a:pt x="9871529" y="1012407"/>
                </a:lnTo>
                <a:lnTo>
                  <a:pt x="9875838" y="968950"/>
                </a:lnTo>
                <a:lnTo>
                  <a:pt x="9880147" y="932588"/>
                </a:lnTo>
                <a:lnTo>
                  <a:pt x="9884456" y="904418"/>
                </a:lnTo>
                <a:lnTo>
                  <a:pt x="9888765" y="885291"/>
                </a:lnTo>
                <a:lnTo>
                  <a:pt x="9893074" y="875783"/>
                </a:lnTo>
                <a:lnTo>
                  <a:pt x="9897382" y="876182"/>
                </a:lnTo>
                <a:lnTo>
                  <a:pt x="9901691" y="886475"/>
                </a:lnTo>
                <a:lnTo>
                  <a:pt x="9906000" y="906354"/>
                </a:lnTo>
              </a:path>
            </a:pathLst>
          </a:custGeom>
          <a:noFill/>
          <a:ln w="13335">
            <a:solidFill>
              <a:srgbClr val="6F9AB9"/>
            </a:solidFill>
            <a:prstDash val="solid"/>
          </a:ln>
        </p:spPr>
      </p:sp>
      <p:sp>
        <p:nvSpPr>
          <p:cNvPr id="164" name="path-161">
            <a:extLst>
              <a:ext uri="{FF2B5EF4-FFF2-40B4-BE49-F238E27FC236}">
                <a16:creationId xmlns:a16="http://schemas.microsoft.com/office/drawing/2014/main" id="{D67A0971-1EBE-4C8A-8284-F1FC7FC2EB26}"/>
              </a:ext>
            </a:extLst>
          </p:cNvPr>
          <p:cNvSpPr>
            <a:spLocks noGrp="1"/>
          </p:cNvSpPr>
          <p:nvPr/>
        </p:nvSpPr>
        <p:spPr>
          <a:xfrm>
            <a:off x="2516860" y="6965988"/>
            <a:ext cx="9234407" cy="416433"/>
          </a:xfrm>
          <a:custGeom>
            <a:avLst/>
            <a:gdLst/>
            <a:ahLst/>
            <a:cxnLst/>
            <a:rect l="0" t="0" r="0" b="0"/>
            <a:pathLst>
              <a:path w="9906000" h="446719">
                <a:moveTo>
                  <a:pt x="0" y="0"/>
                </a:moveTo>
                <a:lnTo>
                  <a:pt x="30109" y="2045"/>
                </a:lnTo>
                <a:lnTo>
                  <a:pt x="60219" y="4082"/>
                </a:lnTo>
                <a:lnTo>
                  <a:pt x="90328" y="6111"/>
                </a:lnTo>
                <a:lnTo>
                  <a:pt x="120438" y="8131"/>
                </a:lnTo>
                <a:lnTo>
                  <a:pt x="150547" y="10142"/>
                </a:lnTo>
                <a:lnTo>
                  <a:pt x="180657" y="12146"/>
                </a:lnTo>
                <a:lnTo>
                  <a:pt x="210766" y="14140"/>
                </a:lnTo>
                <a:lnTo>
                  <a:pt x="240875" y="16127"/>
                </a:lnTo>
                <a:lnTo>
                  <a:pt x="270985" y="18105"/>
                </a:lnTo>
                <a:lnTo>
                  <a:pt x="301094" y="20075"/>
                </a:lnTo>
                <a:lnTo>
                  <a:pt x="331204" y="22037"/>
                </a:lnTo>
                <a:lnTo>
                  <a:pt x="361313" y="23990"/>
                </a:lnTo>
                <a:lnTo>
                  <a:pt x="391422" y="25936"/>
                </a:lnTo>
                <a:lnTo>
                  <a:pt x="421532" y="27873"/>
                </a:lnTo>
                <a:lnTo>
                  <a:pt x="451641" y="29802"/>
                </a:lnTo>
                <a:lnTo>
                  <a:pt x="481751" y="31722"/>
                </a:lnTo>
                <a:lnTo>
                  <a:pt x="511860" y="33635"/>
                </a:lnTo>
                <a:lnTo>
                  <a:pt x="541970" y="35540"/>
                </a:lnTo>
                <a:lnTo>
                  <a:pt x="572079" y="37436"/>
                </a:lnTo>
                <a:lnTo>
                  <a:pt x="602188" y="39325"/>
                </a:lnTo>
                <a:lnTo>
                  <a:pt x="632298" y="41206"/>
                </a:lnTo>
                <a:lnTo>
                  <a:pt x="662407" y="43079"/>
                </a:lnTo>
                <a:lnTo>
                  <a:pt x="692517" y="44944"/>
                </a:lnTo>
                <a:lnTo>
                  <a:pt x="722626" y="46801"/>
                </a:lnTo>
                <a:lnTo>
                  <a:pt x="752736" y="48651"/>
                </a:lnTo>
                <a:lnTo>
                  <a:pt x="782845" y="50493"/>
                </a:lnTo>
                <a:lnTo>
                  <a:pt x="812954" y="52328"/>
                </a:lnTo>
                <a:lnTo>
                  <a:pt x="843064" y="54155"/>
                </a:lnTo>
                <a:lnTo>
                  <a:pt x="873173" y="55974"/>
                </a:lnTo>
                <a:lnTo>
                  <a:pt x="903283" y="57787"/>
                </a:lnTo>
                <a:lnTo>
                  <a:pt x="933392" y="59591"/>
                </a:lnTo>
                <a:lnTo>
                  <a:pt x="963502" y="61389"/>
                </a:lnTo>
                <a:lnTo>
                  <a:pt x="993611" y="63180"/>
                </a:lnTo>
                <a:lnTo>
                  <a:pt x="1023720" y="64963"/>
                </a:lnTo>
                <a:lnTo>
                  <a:pt x="1053830" y="66740"/>
                </a:lnTo>
                <a:lnTo>
                  <a:pt x="1083939" y="68509"/>
                </a:lnTo>
                <a:lnTo>
                  <a:pt x="1114049" y="70272"/>
                </a:lnTo>
                <a:lnTo>
                  <a:pt x="1144158" y="72028"/>
                </a:lnTo>
                <a:lnTo>
                  <a:pt x="1174267" y="73777"/>
                </a:lnTo>
                <a:lnTo>
                  <a:pt x="1204377" y="75520"/>
                </a:lnTo>
                <a:lnTo>
                  <a:pt x="1234486" y="77256"/>
                </a:lnTo>
                <a:lnTo>
                  <a:pt x="1264596" y="78985"/>
                </a:lnTo>
                <a:lnTo>
                  <a:pt x="1294705" y="80709"/>
                </a:lnTo>
                <a:lnTo>
                  <a:pt x="1324815" y="82426"/>
                </a:lnTo>
                <a:lnTo>
                  <a:pt x="1354924" y="84137"/>
                </a:lnTo>
                <a:lnTo>
                  <a:pt x="1385033" y="85842"/>
                </a:lnTo>
                <a:lnTo>
                  <a:pt x="1415143" y="87540"/>
                </a:lnTo>
                <a:lnTo>
                  <a:pt x="1445252" y="89233"/>
                </a:lnTo>
                <a:lnTo>
                  <a:pt x="1475362" y="90921"/>
                </a:lnTo>
                <a:lnTo>
                  <a:pt x="1505471" y="92602"/>
                </a:lnTo>
                <a:lnTo>
                  <a:pt x="1535581" y="94278"/>
                </a:lnTo>
                <a:lnTo>
                  <a:pt x="1565690" y="95949"/>
                </a:lnTo>
                <a:lnTo>
                  <a:pt x="1595799" y="97614"/>
                </a:lnTo>
                <a:lnTo>
                  <a:pt x="1625909" y="99274"/>
                </a:lnTo>
                <a:lnTo>
                  <a:pt x="1656018" y="100929"/>
                </a:lnTo>
                <a:lnTo>
                  <a:pt x="1686128" y="102578"/>
                </a:lnTo>
                <a:lnTo>
                  <a:pt x="1716237" y="104223"/>
                </a:lnTo>
                <a:lnTo>
                  <a:pt x="1746347" y="105863"/>
                </a:lnTo>
                <a:lnTo>
                  <a:pt x="1776456" y="107498"/>
                </a:lnTo>
                <a:lnTo>
                  <a:pt x="1806565" y="109128"/>
                </a:lnTo>
                <a:lnTo>
                  <a:pt x="1836675" y="110754"/>
                </a:lnTo>
                <a:lnTo>
                  <a:pt x="1866784" y="112375"/>
                </a:lnTo>
                <a:lnTo>
                  <a:pt x="1896894" y="113992"/>
                </a:lnTo>
                <a:lnTo>
                  <a:pt x="1927003" y="115605"/>
                </a:lnTo>
                <a:lnTo>
                  <a:pt x="1957112" y="117214"/>
                </a:lnTo>
                <a:lnTo>
                  <a:pt x="1987222" y="118819"/>
                </a:lnTo>
                <a:lnTo>
                  <a:pt x="2017331" y="120419"/>
                </a:lnTo>
                <a:lnTo>
                  <a:pt x="2047441" y="122017"/>
                </a:lnTo>
                <a:lnTo>
                  <a:pt x="2077550" y="123610"/>
                </a:lnTo>
                <a:lnTo>
                  <a:pt x="2107660" y="125200"/>
                </a:lnTo>
                <a:lnTo>
                  <a:pt x="2137769" y="126786"/>
                </a:lnTo>
                <a:lnTo>
                  <a:pt x="2167878" y="128369"/>
                </a:lnTo>
                <a:lnTo>
                  <a:pt x="2197988" y="129949"/>
                </a:lnTo>
                <a:lnTo>
                  <a:pt x="2228097" y="131525"/>
                </a:lnTo>
                <a:lnTo>
                  <a:pt x="2258207" y="133099"/>
                </a:lnTo>
                <a:lnTo>
                  <a:pt x="2288316" y="134670"/>
                </a:lnTo>
                <a:lnTo>
                  <a:pt x="2318426" y="136238"/>
                </a:lnTo>
                <a:lnTo>
                  <a:pt x="2348535" y="137803"/>
                </a:lnTo>
                <a:lnTo>
                  <a:pt x="2378644" y="139366"/>
                </a:lnTo>
                <a:lnTo>
                  <a:pt x="2408754" y="140926"/>
                </a:lnTo>
                <a:lnTo>
                  <a:pt x="2438863" y="142483"/>
                </a:lnTo>
                <a:lnTo>
                  <a:pt x="2468973" y="144039"/>
                </a:lnTo>
                <a:lnTo>
                  <a:pt x="2499082" y="145592"/>
                </a:lnTo>
                <a:lnTo>
                  <a:pt x="2529191" y="147144"/>
                </a:lnTo>
                <a:lnTo>
                  <a:pt x="2559301" y="148693"/>
                </a:lnTo>
                <a:lnTo>
                  <a:pt x="2589410" y="150240"/>
                </a:lnTo>
                <a:lnTo>
                  <a:pt x="2619520" y="151786"/>
                </a:lnTo>
                <a:lnTo>
                  <a:pt x="2649629" y="153330"/>
                </a:lnTo>
                <a:lnTo>
                  <a:pt x="2679739" y="154873"/>
                </a:lnTo>
                <a:lnTo>
                  <a:pt x="2709848" y="156414"/>
                </a:lnTo>
                <a:lnTo>
                  <a:pt x="2739957" y="157954"/>
                </a:lnTo>
                <a:lnTo>
                  <a:pt x="2770067" y="159492"/>
                </a:lnTo>
                <a:lnTo>
                  <a:pt x="2800176" y="161030"/>
                </a:lnTo>
                <a:lnTo>
                  <a:pt x="2830286" y="162566"/>
                </a:lnTo>
                <a:lnTo>
                  <a:pt x="2860395" y="164102"/>
                </a:lnTo>
                <a:lnTo>
                  <a:pt x="2890505" y="165636"/>
                </a:lnTo>
                <a:lnTo>
                  <a:pt x="2920614" y="167170"/>
                </a:lnTo>
                <a:lnTo>
                  <a:pt x="2950723" y="168703"/>
                </a:lnTo>
                <a:lnTo>
                  <a:pt x="2980833" y="170236"/>
                </a:lnTo>
                <a:lnTo>
                  <a:pt x="3010942" y="171768"/>
                </a:lnTo>
                <a:lnTo>
                  <a:pt x="3041052" y="173299"/>
                </a:lnTo>
                <a:lnTo>
                  <a:pt x="3071161" y="174831"/>
                </a:lnTo>
                <a:lnTo>
                  <a:pt x="3101271" y="176362"/>
                </a:lnTo>
                <a:lnTo>
                  <a:pt x="3131380" y="177893"/>
                </a:lnTo>
                <a:lnTo>
                  <a:pt x="3161489" y="179423"/>
                </a:lnTo>
                <a:lnTo>
                  <a:pt x="3191599" y="180954"/>
                </a:lnTo>
                <a:lnTo>
                  <a:pt x="3221708" y="182485"/>
                </a:lnTo>
                <a:lnTo>
                  <a:pt x="3251818" y="184016"/>
                </a:lnTo>
                <a:lnTo>
                  <a:pt x="3281927" y="185548"/>
                </a:lnTo>
                <a:lnTo>
                  <a:pt x="3312036" y="187079"/>
                </a:lnTo>
                <a:lnTo>
                  <a:pt x="3342146" y="188611"/>
                </a:lnTo>
                <a:lnTo>
                  <a:pt x="3372255" y="190144"/>
                </a:lnTo>
                <a:lnTo>
                  <a:pt x="3402365" y="191677"/>
                </a:lnTo>
                <a:lnTo>
                  <a:pt x="3432474" y="193210"/>
                </a:lnTo>
                <a:lnTo>
                  <a:pt x="3462584" y="194744"/>
                </a:lnTo>
                <a:lnTo>
                  <a:pt x="3492693" y="196279"/>
                </a:lnTo>
                <a:lnTo>
                  <a:pt x="3522802" y="197815"/>
                </a:lnTo>
                <a:lnTo>
                  <a:pt x="3552912" y="199351"/>
                </a:lnTo>
                <a:lnTo>
                  <a:pt x="3583021" y="200888"/>
                </a:lnTo>
                <a:lnTo>
                  <a:pt x="3613131" y="202426"/>
                </a:lnTo>
                <a:lnTo>
                  <a:pt x="3643240" y="203965"/>
                </a:lnTo>
                <a:lnTo>
                  <a:pt x="3673350" y="205506"/>
                </a:lnTo>
                <a:lnTo>
                  <a:pt x="3703459" y="207047"/>
                </a:lnTo>
                <a:lnTo>
                  <a:pt x="3733568" y="208589"/>
                </a:lnTo>
                <a:lnTo>
                  <a:pt x="3763678" y="210132"/>
                </a:lnTo>
                <a:lnTo>
                  <a:pt x="3793787" y="211677"/>
                </a:lnTo>
                <a:lnTo>
                  <a:pt x="3823897" y="213223"/>
                </a:lnTo>
                <a:lnTo>
                  <a:pt x="3854006" y="214770"/>
                </a:lnTo>
                <a:lnTo>
                  <a:pt x="3884116" y="216318"/>
                </a:lnTo>
                <a:lnTo>
                  <a:pt x="3914225" y="217868"/>
                </a:lnTo>
                <a:lnTo>
                  <a:pt x="3944334" y="219419"/>
                </a:lnTo>
                <a:lnTo>
                  <a:pt x="3974444" y="220971"/>
                </a:lnTo>
                <a:lnTo>
                  <a:pt x="4004553" y="222525"/>
                </a:lnTo>
                <a:lnTo>
                  <a:pt x="4034663" y="224080"/>
                </a:lnTo>
                <a:lnTo>
                  <a:pt x="4064772" y="225636"/>
                </a:lnTo>
                <a:lnTo>
                  <a:pt x="4094881" y="227194"/>
                </a:lnTo>
                <a:lnTo>
                  <a:pt x="4124991" y="228753"/>
                </a:lnTo>
                <a:lnTo>
                  <a:pt x="4155100" y="230314"/>
                </a:lnTo>
                <a:lnTo>
                  <a:pt x="4185210" y="231876"/>
                </a:lnTo>
                <a:lnTo>
                  <a:pt x="4215319" y="233440"/>
                </a:lnTo>
                <a:lnTo>
                  <a:pt x="4245429" y="235005"/>
                </a:lnTo>
                <a:lnTo>
                  <a:pt x="4275538" y="236572"/>
                </a:lnTo>
                <a:lnTo>
                  <a:pt x="4305647" y="238140"/>
                </a:lnTo>
                <a:lnTo>
                  <a:pt x="4335757" y="239709"/>
                </a:lnTo>
                <a:lnTo>
                  <a:pt x="4365866" y="241280"/>
                </a:lnTo>
                <a:lnTo>
                  <a:pt x="4395976" y="242852"/>
                </a:lnTo>
                <a:lnTo>
                  <a:pt x="4426085" y="244425"/>
                </a:lnTo>
                <a:lnTo>
                  <a:pt x="4456195" y="246000"/>
                </a:lnTo>
                <a:lnTo>
                  <a:pt x="4486304" y="247577"/>
                </a:lnTo>
                <a:lnTo>
                  <a:pt x="4516413" y="249154"/>
                </a:lnTo>
                <a:lnTo>
                  <a:pt x="4546523" y="250733"/>
                </a:lnTo>
                <a:lnTo>
                  <a:pt x="4576632" y="252313"/>
                </a:lnTo>
                <a:lnTo>
                  <a:pt x="4606742" y="253895"/>
                </a:lnTo>
                <a:lnTo>
                  <a:pt x="4636851" y="255477"/>
                </a:lnTo>
                <a:lnTo>
                  <a:pt x="4666960" y="257061"/>
                </a:lnTo>
                <a:lnTo>
                  <a:pt x="4697070" y="258646"/>
                </a:lnTo>
                <a:lnTo>
                  <a:pt x="4727179" y="260232"/>
                </a:lnTo>
                <a:lnTo>
                  <a:pt x="4757289" y="261819"/>
                </a:lnTo>
                <a:lnTo>
                  <a:pt x="4787398" y="263407"/>
                </a:lnTo>
                <a:lnTo>
                  <a:pt x="4817508" y="264996"/>
                </a:lnTo>
                <a:lnTo>
                  <a:pt x="4847617" y="266586"/>
                </a:lnTo>
                <a:lnTo>
                  <a:pt x="4877726" y="268176"/>
                </a:lnTo>
                <a:lnTo>
                  <a:pt x="4907836" y="269767"/>
                </a:lnTo>
                <a:lnTo>
                  <a:pt x="4937945" y="271359"/>
                </a:lnTo>
                <a:lnTo>
                  <a:pt x="4968055" y="272952"/>
                </a:lnTo>
                <a:lnTo>
                  <a:pt x="4998164" y="274545"/>
                </a:lnTo>
                <a:lnTo>
                  <a:pt x="5028274" y="276139"/>
                </a:lnTo>
                <a:lnTo>
                  <a:pt x="5058383" y="277733"/>
                </a:lnTo>
                <a:lnTo>
                  <a:pt x="5088492" y="279327"/>
                </a:lnTo>
                <a:lnTo>
                  <a:pt x="5118602" y="280922"/>
                </a:lnTo>
                <a:lnTo>
                  <a:pt x="5148711" y="282517"/>
                </a:lnTo>
                <a:lnTo>
                  <a:pt x="5178821" y="284112"/>
                </a:lnTo>
                <a:lnTo>
                  <a:pt x="5208930" y="285707"/>
                </a:lnTo>
                <a:lnTo>
                  <a:pt x="5239040" y="287302"/>
                </a:lnTo>
                <a:lnTo>
                  <a:pt x="5269149" y="288896"/>
                </a:lnTo>
                <a:lnTo>
                  <a:pt x="5299258" y="290491"/>
                </a:lnTo>
                <a:lnTo>
                  <a:pt x="5329368" y="292085"/>
                </a:lnTo>
                <a:lnTo>
                  <a:pt x="5359477" y="293679"/>
                </a:lnTo>
                <a:lnTo>
                  <a:pt x="5389587" y="295272"/>
                </a:lnTo>
                <a:lnTo>
                  <a:pt x="5419696" y="296864"/>
                </a:lnTo>
                <a:lnTo>
                  <a:pt x="5449805" y="298456"/>
                </a:lnTo>
                <a:lnTo>
                  <a:pt x="5479915" y="300046"/>
                </a:lnTo>
                <a:lnTo>
                  <a:pt x="5510024" y="301636"/>
                </a:lnTo>
                <a:lnTo>
                  <a:pt x="5540134" y="303225"/>
                </a:lnTo>
                <a:lnTo>
                  <a:pt x="5570243" y="304812"/>
                </a:lnTo>
                <a:lnTo>
                  <a:pt x="5600353" y="306399"/>
                </a:lnTo>
                <a:lnTo>
                  <a:pt x="5630462" y="307983"/>
                </a:lnTo>
                <a:lnTo>
                  <a:pt x="5660571" y="309566"/>
                </a:lnTo>
                <a:lnTo>
                  <a:pt x="5690681" y="311148"/>
                </a:lnTo>
                <a:lnTo>
                  <a:pt x="5720790" y="312727"/>
                </a:lnTo>
                <a:lnTo>
                  <a:pt x="5750900" y="314305"/>
                </a:lnTo>
                <a:lnTo>
                  <a:pt x="5781009" y="315881"/>
                </a:lnTo>
                <a:lnTo>
                  <a:pt x="5811119" y="317454"/>
                </a:lnTo>
                <a:lnTo>
                  <a:pt x="5841228" y="319025"/>
                </a:lnTo>
                <a:lnTo>
                  <a:pt x="5871337" y="320594"/>
                </a:lnTo>
                <a:lnTo>
                  <a:pt x="5901447" y="322160"/>
                </a:lnTo>
                <a:lnTo>
                  <a:pt x="5931556" y="323723"/>
                </a:lnTo>
                <a:lnTo>
                  <a:pt x="5961666" y="325284"/>
                </a:lnTo>
                <a:lnTo>
                  <a:pt x="5991775" y="326841"/>
                </a:lnTo>
                <a:lnTo>
                  <a:pt x="6021884" y="328395"/>
                </a:lnTo>
                <a:lnTo>
                  <a:pt x="6051994" y="329946"/>
                </a:lnTo>
                <a:lnTo>
                  <a:pt x="6082103" y="331493"/>
                </a:lnTo>
                <a:lnTo>
                  <a:pt x="6112213" y="333037"/>
                </a:lnTo>
                <a:lnTo>
                  <a:pt x="6142322" y="334577"/>
                </a:lnTo>
                <a:lnTo>
                  <a:pt x="6172432" y="336114"/>
                </a:lnTo>
                <a:lnTo>
                  <a:pt x="6202541" y="337646"/>
                </a:lnTo>
                <a:lnTo>
                  <a:pt x="6232650" y="339174"/>
                </a:lnTo>
                <a:lnTo>
                  <a:pt x="6262760" y="340697"/>
                </a:lnTo>
                <a:lnTo>
                  <a:pt x="6292869" y="342216"/>
                </a:lnTo>
                <a:lnTo>
                  <a:pt x="6322979" y="343730"/>
                </a:lnTo>
                <a:lnTo>
                  <a:pt x="6353088" y="345240"/>
                </a:lnTo>
                <a:lnTo>
                  <a:pt x="6383198" y="346745"/>
                </a:lnTo>
                <a:lnTo>
                  <a:pt x="6413307" y="348244"/>
                </a:lnTo>
                <a:lnTo>
                  <a:pt x="6443416" y="349738"/>
                </a:lnTo>
                <a:lnTo>
                  <a:pt x="6473526" y="351226"/>
                </a:lnTo>
                <a:lnTo>
                  <a:pt x="6503635" y="352709"/>
                </a:lnTo>
                <a:lnTo>
                  <a:pt x="6533745" y="354187"/>
                </a:lnTo>
                <a:lnTo>
                  <a:pt x="6563854" y="355658"/>
                </a:lnTo>
                <a:lnTo>
                  <a:pt x="6593964" y="357123"/>
                </a:lnTo>
                <a:lnTo>
                  <a:pt x="6624073" y="358581"/>
                </a:lnTo>
                <a:lnTo>
                  <a:pt x="6654182" y="360034"/>
                </a:lnTo>
                <a:lnTo>
                  <a:pt x="6684292" y="361479"/>
                </a:lnTo>
                <a:lnTo>
                  <a:pt x="6714401" y="362918"/>
                </a:lnTo>
                <a:lnTo>
                  <a:pt x="6744511" y="364350"/>
                </a:lnTo>
                <a:lnTo>
                  <a:pt x="6774620" y="365775"/>
                </a:lnTo>
                <a:lnTo>
                  <a:pt x="6804729" y="367192"/>
                </a:lnTo>
                <a:lnTo>
                  <a:pt x="6834839" y="368602"/>
                </a:lnTo>
                <a:lnTo>
                  <a:pt x="6864948" y="370005"/>
                </a:lnTo>
                <a:lnTo>
                  <a:pt x="6895058" y="371399"/>
                </a:lnTo>
                <a:lnTo>
                  <a:pt x="6925167" y="372786"/>
                </a:lnTo>
                <a:lnTo>
                  <a:pt x="6955277" y="374164"/>
                </a:lnTo>
                <a:lnTo>
                  <a:pt x="6985386" y="375534"/>
                </a:lnTo>
                <a:lnTo>
                  <a:pt x="7015495" y="376896"/>
                </a:lnTo>
                <a:lnTo>
                  <a:pt x="7045605" y="378249"/>
                </a:lnTo>
                <a:lnTo>
                  <a:pt x="7075714" y="379593"/>
                </a:lnTo>
                <a:lnTo>
                  <a:pt x="7105824" y="380928"/>
                </a:lnTo>
                <a:lnTo>
                  <a:pt x="7135933" y="382254"/>
                </a:lnTo>
                <a:lnTo>
                  <a:pt x="7166043" y="383570"/>
                </a:lnTo>
                <a:lnTo>
                  <a:pt x="7196152" y="384878"/>
                </a:lnTo>
                <a:lnTo>
                  <a:pt x="7226261" y="386175"/>
                </a:lnTo>
                <a:lnTo>
                  <a:pt x="7256371" y="387463"/>
                </a:lnTo>
                <a:lnTo>
                  <a:pt x="7286480" y="388740"/>
                </a:lnTo>
                <a:lnTo>
                  <a:pt x="7316590" y="390008"/>
                </a:lnTo>
                <a:lnTo>
                  <a:pt x="7346699" y="391265"/>
                </a:lnTo>
                <a:lnTo>
                  <a:pt x="7376809" y="392512"/>
                </a:lnTo>
                <a:lnTo>
                  <a:pt x="7406918" y="393748"/>
                </a:lnTo>
                <a:lnTo>
                  <a:pt x="7437027" y="394973"/>
                </a:lnTo>
                <a:lnTo>
                  <a:pt x="7467137" y="396187"/>
                </a:lnTo>
                <a:lnTo>
                  <a:pt x="7497246" y="397390"/>
                </a:lnTo>
                <a:lnTo>
                  <a:pt x="7527356" y="398582"/>
                </a:lnTo>
                <a:lnTo>
                  <a:pt x="7557465" y="399763"/>
                </a:lnTo>
                <a:lnTo>
                  <a:pt x="7587574" y="400931"/>
                </a:lnTo>
                <a:lnTo>
                  <a:pt x="7617684" y="402088"/>
                </a:lnTo>
                <a:lnTo>
                  <a:pt x="7647793" y="403233"/>
                </a:lnTo>
                <a:lnTo>
                  <a:pt x="7677903" y="404367"/>
                </a:lnTo>
                <a:lnTo>
                  <a:pt x="7708012" y="405487"/>
                </a:lnTo>
                <a:lnTo>
                  <a:pt x="7738122" y="406596"/>
                </a:lnTo>
                <a:lnTo>
                  <a:pt x="7768231" y="407692"/>
                </a:lnTo>
                <a:lnTo>
                  <a:pt x="7798340" y="408775"/>
                </a:lnTo>
                <a:lnTo>
                  <a:pt x="7828450" y="409845"/>
                </a:lnTo>
                <a:lnTo>
                  <a:pt x="7858559" y="410903"/>
                </a:lnTo>
                <a:lnTo>
                  <a:pt x="7888669" y="411947"/>
                </a:lnTo>
                <a:lnTo>
                  <a:pt x="7918778" y="412978"/>
                </a:lnTo>
                <a:lnTo>
                  <a:pt x="7948888" y="413996"/>
                </a:lnTo>
                <a:lnTo>
                  <a:pt x="7978997" y="415001"/>
                </a:lnTo>
                <a:lnTo>
                  <a:pt x="8009106" y="415991"/>
                </a:lnTo>
                <a:lnTo>
                  <a:pt x="8039216" y="416968"/>
                </a:lnTo>
                <a:lnTo>
                  <a:pt x="8069325" y="417931"/>
                </a:lnTo>
                <a:lnTo>
                  <a:pt x="8099435" y="418880"/>
                </a:lnTo>
                <a:lnTo>
                  <a:pt x="8129544" y="419814"/>
                </a:lnTo>
                <a:lnTo>
                  <a:pt x="8159653" y="420735"/>
                </a:lnTo>
                <a:lnTo>
                  <a:pt x="8189763" y="421641"/>
                </a:lnTo>
                <a:lnTo>
                  <a:pt x="8219872" y="422532"/>
                </a:lnTo>
                <a:lnTo>
                  <a:pt x="8249982" y="423409"/>
                </a:lnTo>
                <a:lnTo>
                  <a:pt x="8280091" y="424271"/>
                </a:lnTo>
                <a:lnTo>
                  <a:pt x="8310201" y="425118"/>
                </a:lnTo>
                <a:lnTo>
                  <a:pt x="8340310" y="425950"/>
                </a:lnTo>
                <a:lnTo>
                  <a:pt x="8370419" y="426767"/>
                </a:lnTo>
                <a:lnTo>
                  <a:pt x="8400529" y="427569"/>
                </a:lnTo>
                <a:lnTo>
                  <a:pt x="8430638" y="428355"/>
                </a:lnTo>
                <a:lnTo>
                  <a:pt x="8460748" y="429126"/>
                </a:lnTo>
                <a:lnTo>
                  <a:pt x="8490857" y="429882"/>
                </a:lnTo>
                <a:lnTo>
                  <a:pt x="8520967" y="430622"/>
                </a:lnTo>
                <a:lnTo>
                  <a:pt x="8551076" y="431346"/>
                </a:lnTo>
                <a:lnTo>
                  <a:pt x="8581185" y="432054"/>
                </a:lnTo>
                <a:lnTo>
                  <a:pt x="8611295" y="432746"/>
                </a:lnTo>
                <a:lnTo>
                  <a:pt x="8641404" y="433423"/>
                </a:lnTo>
                <a:lnTo>
                  <a:pt x="8671514" y="434083"/>
                </a:lnTo>
                <a:lnTo>
                  <a:pt x="8701623" y="434727"/>
                </a:lnTo>
                <a:lnTo>
                  <a:pt x="8731733" y="435355"/>
                </a:lnTo>
                <a:lnTo>
                  <a:pt x="8761842" y="435967"/>
                </a:lnTo>
                <a:lnTo>
                  <a:pt x="8791951" y="436562"/>
                </a:lnTo>
                <a:lnTo>
                  <a:pt x="8822061" y="437141"/>
                </a:lnTo>
                <a:lnTo>
                  <a:pt x="8852170" y="437703"/>
                </a:lnTo>
                <a:lnTo>
                  <a:pt x="8882280" y="438249"/>
                </a:lnTo>
                <a:lnTo>
                  <a:pt x="8912389" y="438778"/>
                </a:lnTo>
                <a:lnTo>
                  <a:pt x="8942498" y="439290"/>
                </a:lnTo>
                <a:lnTo>
                  <a:pt x="8972608" y="439786"/>
                </a:lnTo>
                <a:lnTo>
                  <a:pt x="9002717" y="440264"/>
                </a:lnTo>
                <a:lnTo>
                  <a:pt x="9032827" y="440726"/>
                </a:lnTo>
                <a:lnTo>
                  <a:pt x="9062936" y="441171"/>
                </a:lnTo>
                <a:lnTo>
                  <a:pt x="9093046" y="441599"/>
                </a:lnTo>
                <a:lnTo>
                  <a:pt x="9123155" y="442010"/>
                </a:lnTo>
                <a:lnTo>
                  <a:pt x="9153264" y="442404"/>
                </a:lnTo>
                <a:lnTo>
                  <a:pt x="9183374" y="442781"/>
                </a:lnTo>
                <a:lnTo>
                  <a:pt x="9213483" y="443140"/>
                </a:lnTo>
                <a:lnTo>
                  <a:pt x="9243593" y="443483"/>
                </a:lnTo>
                <a:lnTo>
                  <a:pt x="9273702" y="443808"/>
                </a:lnTo>
                <a:lnTo>
                  <a:pt x="9303812" y="444116"/>
                </a:lnTo>
                <a:lnTo>
                  <a:pt x="9333921" y="444407"/>
                </a:lnTo>
                <a:lnTo>
                  <a:pt x="9364030" y="444681"/>
                </a:lnTo>
                <a:lnTo>
                  <a:pt x="9394140" y="444938"/>
                </a:lnTo>
                <a:lnTo>
                  <a:pt x="9424249" y="445177"/>
                </a:lnTo>
                <a:lnTo>
                  <a:pt x="9454359" y="445399"/>
                </a:lnTo>
                <a:lnTo>
                  <a:pt x="9484468" y="445604"/>
                </a:lnTo>
                <a:lnTo>
                  <a:pt x="9514578" y="445791"/>
                </a:lnTo>
                <a:lnTo>
                  <a:pt x="9544687" y="445962"/>
                </a:lnTo>
                <a:lnTo>
                  <a:pt x="9574796" y="446115"/>
                </a:lnTo>
                <a:lnTo>
                  <a:pt x="9604906" y="446250"/>
                </a:lnTo>
                <a:lnTo>
                  <a:pt x="9635015" y="446369"/>
                </a:lnTo>
                <a:lnTo>
                  <a:pt x="9665125" y="446470"/>
                </a:lnTo>
                <a:lnTo>
                  <a:pt x="9695234" y="446554"/>
                </a:lnTo>
                <a:lnTo>
                  <a:pt x="9725343" y="446621"/>
                </a:lnTo>
                <a:lnTo>
                  <a:pt x="9755453" y="446671"/>
                </a:lnTo>
                <a:lnTo>
                  <a:pt x="9785562" y="446703"/>
                </a:lnTo>
                <a:lnTo>
                  <a:pt x="9815672" y="446719"/>
                </a:lnTo>
                <a:lnTo>
                  <a:pt x="9845781" y="446717"/>
                </a:lnTo>
                <a:lnTo>
                  <a:pt x="9875891" y="446698"/>
                </a:lnTo>
                <a:lnTo>
                  <a:pt x="9906000" y="446662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4825463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7" name="path-164">
            <a:extLst>
              <a:ext uri="{FF2B5EF4-FFF2-40B4-BE49-F238E27FC236}">
                <a16:creationId xmlns:a16="http://schemas.microsoft.com/office/drawing/2014/main" id="{7A184A0F-AFF9-4FAE-90E0-AFD479FA69AB}"/>
              </a:ext>
            </a:extLst>
          </p:cNvPr>
          <p:cNvSpPr>
            <a:spLocks noGrp="1"/>
          </p:cNvSpPr>
          <p:nvPr/>
        </p:nvSpPr>
        <p:spPr>
          <a:xfrm>
            <a:off x="7134064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168" name="path-165">
            <a:extLst>
              <a:ext uri="{FF2B5EF4-FFF2-40B4-BE49-F238E27FC236}">
                <a16:creationId xmlns:a16="http://schemas.microsoft.com/office/drawing/2014/main" id="{39879C6B-E9B0-4E1B-9600-D21F39C24CE7}"/>
              </a:ext>
            </a:extLst>
          </p:cNvPr>
          <p:cNvSpPr>
            <a:spLocks noGrp="1"/>
          </p:cNvSpPr>
          <p:nvPr/>
        </p:nvSpPr>
        <p:spPr>
          <a:xfrm>
            <a:off x="9442666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dash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751268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135053" y="7689420"/>
            <a:ext cx="10015780" cy="888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4825463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4825462" y="8097865"/>
            <a:ext cx="2308602" cy="888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7134064" y="802683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5100718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 = T</a:t>
            </a:r>
            <a:r>
              <a:rPr sz="1460" baseline="-2300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541326" y="8435275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6" name="path-183">
            <a:extLst>
              <a:ext uri="{FF2B5EF4-FFF2-40B4-BE49-F238E27FC236}">
                <a16:creationId xmlns:a16="http://schemas.microsoft.com/office/drawing/2014/main" id="{991729DD-AEA2-48E0-8728-94CA09C95AE7}"/>
              </a:ext>
            </a:extLst>
          </p:cNvPr>
          <p:cNvSpPr>
            <a:spLocks noGrp="1"/>
          </p:cNvSpPr>
          <p:nvPr/>
        </p:nvSpPr>
        <p:spPr>
          <a:xfrm>
            <a:off x="3671162" y="8772687"/>
            <a:ext cx="888" cy="31965"/>
          </a:xfrm>
          <a:custGeom>
            <a:avLst/>
            <a:gdLst/>
            <a:ahLst/>
            <a:cxnLst/>
            <a:rect l="0" t="0" r="0" b="0"/>
            <a:pathLst>
              <a:path w="953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87" name="path-184">
            <a:extLst>
              <a:ext uri="{FF2B5EF4-FFF2-40B4-BE49-F238E27FC236}">
                <a16:creationId xmlns:a16="http://schemas.microsoft.com/office/drawing/2014/main" id="{AEDB3A8E-3954-4F12-8927-42C027A8A499}"/>
              </a:ext>
            </a:extLst>
          </p:cNvPr>
          <p:cNvSpPr>
            <a:spLocks noGrp="1"/>
          </p:cNvSpPr>
          <p:nvPr/>
        </p:nvSpPr>
        <p:spPr>
          <a:xfrm>
            <a:off x="3642748" y="8790445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88" name="path-185">
            <a:extLst>
              <a:ext uri="{FF2B5EF4-FFF2-40B4-BE49-F238E27FC236}">
                <a16:creationId xmlns:a16="http://schemas.microsoft.com/office/drawing/2014/main" id="{42A2A3BC-1EAB-4C69-8500-29940365E9A5}"/>
              </a:ext>
            </a:extLst>
          </p:cNvPr>
          <p:cNvSpPr>
            <a:spLocks noGrp="1"/>
          </p:cNvSpPr>
          <p:nvPr/>
        </p:nvSpPr>
        <p:spPr>
          <a:xfrm>
            <a:off x="3671162" y="8968030"/>
            <a:ext cx="888" cy="53275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3609007" y="8905875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0" name="path-187">
            <a:extLst>
              <a:ext uri="{FF2B5EF4-FFF2-40B4-BE49-F238E27FC236}">
                <a16:creationId xmlns:a16="http://schemas.microsoft.com/office/drawing/2014/main" id="{A7E7B1EF-2EA8-4489-AB78-AF8104BC1E4A}"/>
              </a:ext>
            </a:extLst>
          </p:cNvPr>
          <p:cNvSpPr>
            <a:spLocks noGrp="1"/>
          </p:cNvSpPr>
          <p:nvPr/>
        </p:nvSpPr>
        <p:spPr>
          <a:xfrm>
            <a:off x="5979763" y="8772686"/>
            <a:ext cx="888" cy="133376"/>
          </a:xfrm>
          <a:custGeom>
            <a:avLst/>
            <a:gdLst/>
            <a:ahLst/>
            <a:cxnLst/>
            <a:rect l="0" t="0" r="0" b="0"/>
            <a:pathLst>
              <a:path w="953" h="143076">
                <a:moveTo>
                  <a:pt x="0" y="0"/>
                </a:moveTo>
                <a:lnTo>
                  <a:pt x="0" y="143076"/>
                </a:lnTo>
              </a:path>
            </a:pathLst>
          </a:custGeom>
          <a:noFill/>
          <a:ln w="16193">
            <a:solidFill>
              <a:srgbClr val="2C7A86"/>
            </a:solidFill>
            <a:prstDash val="solid"/>
          </a:ln>
        </p:spPr>
      </p:sp>
      <p:sp>
        <p:nvSpPr>
          <p:cNvPr id="191" name="path-188">
            <a:extLst>
              <a:ext uri="{FF2B5EF4-FFF2-40B4-BE49-F238E27FC236}">
                <a16:creationId xmlns:a16="http://schemas.microsoft.com/office/drawing/2014/main" id="{84B7BB07-6B8F-408A-A3FB-57A79C784FA2}"/>
              </a:ext>
            </a:extLst>
          </p:cNvPr>
          <p:cNvSpPr>
            <a:spLocks noGrp="1"/>
          </p:cNvSpPr>
          <p:nvPr/>
        </p:nvSpPr>
        <p:spPr>
          <a:xfrm>
            <a:off x="5951349" y="8891856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2" name="path-189">
            <a:extLst>
              <a:ext uri="{FF2B5EF4-FFF2-40B4-BE49-F238E27FC236}">
                <a16:creationId xmlns:a16="http://schemas.microsoft.com/office/drawing/2014/main" id="{C9CEF0F4-F4EC-48BC-B519-60BC7F6A0763}"/>
              </a:ext>
            </a:extLst>
          </p:cNvPr>
          <p:cNvSpPr>
            <a:spLocks noGrp="1"/>
          </p:cNvSpPr>
          <p:nvPr/>
        </p:nvSpPr>
        <p:spPr>
          <a:xfrm>
            <a:off x="5979763" y="9069440"/>
            <a:ext cx="888" cy="431344"/>
          </a:xfrm>
          <a:custGeom>
            <a:avLst/>
            <a:gdLst/>
            <a:ahLst/>
            <a:cxnLst/>
            <a:rect l="0" t="0" r="0" b="0"/>
            <a:pathLst>
              <a:path w="953" h="462714">
                <a:moveTo>
                  <a:pt x="0" y="462714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C7A86"/>
            </a:solidFill>
            <a:prstDash val="solid"/>
          </a:ln>
        </p:spPr>
      </p:sp>
      <p:sp>
        <p:nvSpPr>
          <p:cNvPr id="193" name="visual-190">
            <a:extLst>
              <a:ext uri="{FF2B5EF4-FFF2-40B4-BE49-F238E27FC236}">
                <a16:creationId xmlns:a16="http://schemas.microsoft.com/office/drawing/2014/main" id="{7DD6581C-B94B-45DA-BC3B-F1254C23D4A0}"/>
              </a:ext>
            </a:extLst>
          </p:cNvPr>
          <p:cNvSpPr>
            <a:spLocks noGrp="1"/>
          </p:cNvSpPr>
          <p:nvPr/>
        </p:nvSpPr>
        <p:spPr>
          <a:xfrm>
            <a:off x="5917608" y="900728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8288365" y="8772687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8259951" y="8989724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6" name="path-193">
            <a:extLst>
              <a:ext uri="{FF2B5EF4-FFF2-40B4-BE49-F238E27FC236}">
                <a16:creationId xmlns:a16="http://schemas.microsoft.com/office/drawing/2014/main" id="{80009C98-67FD-4C37-BB83-ECC0BA4B6503}"/>
              </a:ext>
            </a:extLst>
          </p:cNvPr>
          <p:cNvSpPr>
            <a:spLocks noGrp="1"/>
          </p:cNvSpPr>
          <p:nvPr/>
        </p:nvSpPr>
        <p:spPr>
          <a:xfrm>
            <a:off x="8288365" y="9167309"/>
            <a:ext cx="888" cy="333475"/>
          </a:xfrm>
          <a:custGeom>
            <a:avLst/>
            <a:gdLst/>
            <a:ahLst/>
            <a:cxnLst/>
            <a:rect l="0" t="0" r="0" b="0"/>
            <a:pathLst>
              <a:path w="953" h="357728">
                <a:moveTo>
                  <a:pt x="0" y="357728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97" name="visual-194">
            <a:extLst>
              <a:ext uri="{FF2B5EF4-FFF2-40B4-BE49-F238E27FC236}">
                <a16:creationId xmlns:a16="http://schemas.microsoft.com/office/drawing/2014/main" id="{6851CB7C-81E4-4CCE-8392-E4C6B1EEA7AF}"/>
              </a:ext>
            </a:extLst>
          </p:cNvPr>
          <p:cNvSpPr>
            <a:spLocks noGrp="1"/>
          </p:cNvSpPr>
          <p:nvPr/>
        </p:nvSpPr>
        <p:spPr>
          <a:xfrm>
            <a:off x="8226210" y="910515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8" name="path-195">
            <a:extLst>
              <a:ext uri="{FF2B5EF4-FFF2-40B4-BE49-F238E27FC236}">
                <a16:creationId xmlns:a16="http://schemas.microsoft.com/office/drawing/2014/main" id="{9675F1A9-3E56-455B-B3E2-DE3B307C092E}"/>
              </a:ext>
            </a:extLst>
          </p:cNvPr>
          <p:cNvSpPr>
            <a:spLocks noGrp="1"/>
          </p:cNvSpPr>
          <p:nvPr/>
        </p:nvSpPr>
        <p:spPr>
          <a:xfrm>
            <a:off x="10596967" y="8772687"/>
            <a:ext cx="888" cy="302603"/>
          </a:xfrm>
          <a:custGeom>
            <a:avLst/>
            <a:gdLst/>
            <a:ahLst/>
            <a:cxnLst/>
            <a:rect l="0" t="0" r="0" b="0"/>
            <a:pathLst>
              <a:path w="953" h="324611">
                <a:moveTo>
                  <a:pt x="0" y="0"/>
                </a:moveTo>
                <a:lnTo>
                  <a:pt x="0" y="324611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9" name="path-196">
            <a:extLst>
              <a:ext uri="{FF2B5EF4-FFF2-40B4-BE49-F238E27FC236}">
                <a16:creationId xmlns:a16="http://schemas.microsoft.com/office/drawing/2014/main" id="{50D32187-A62D-43CE-BCCA-EDB11A9BA226}"/>
              </a:ext>
            </a:extLst>
          </p:cNvPr>
          <p:cNvSpPr>
            <a:spLocks noGrp="1"/>
          </p:cNvSpPr>
          <p:nvPr/>
        </p:nvSpPr>
        <p:spPr>
          <a:xfrm>
            <a:off x="10568553" y="9061083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0" name="path-197">
            <a:extLst>
              <a:ext uri="{FF2B5EF4-FFF2-40B4-BE49-F238E27FC236}">
                <a16:creationId xmlns:a16="http://schemas.microsoft.com/office/drawing/2014/main" id="{2BD06AF8-75F8-4025-9F54-BF0C41042611}"/>
              </a:ext>
            </a:extLst>
          </p:cNvPr>
          <p:cNvSpPr>
            <a:spLocks noGrp="1"/>
          </p:cNvSpPr>
          <p:nvPr/>
        </p:nvSpPr>
        <p:spPr>
          <a:xfrm>
            <a:off x="10596967" y="9238668"/>
            <a:ext cx="888" cy="262116"/>
          </a:xfrm>
          <a:custGeom>
            <a:avLst/>
            <a:gdLst/>
            <a:ahLst/>
            <a:cxnLst/>
            <a:rect l="0" t="0" r="0" b="0"/>
            <a:pathLst>
              <a:path w="953" h="281179">
                <a:moveTo>
                  <a:pt x="0" y="281179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201" name="visual-198">
            <a:extLst>
              <a:ext uri="{FF2B5EF4-FFF2-40B4-BE49-F238E27FC236}">
                <a16:creationId xmlns:a16="http://schemas.microsoft.com/office/drawing/2014/main" id="{771EDEF0-3D17-4449-9CEF-2C5B8504AF3F}"/>
              </a:ext>
            </a:extLst>
          </p:cNvPr>
          <p:cNvSpPr>
            <a:spLocks noGrp="1"/>
          </p:cNvSpPr>
          <p:nvPr/>
        </p:nvSpPr>
        <p:spPr>
          <a:xfrm>
            <a:off x="10534812" y="917651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</p:spTree>
    <p:extLst>
      <p:ext uri="{BB962C8B-B14F-4D97-AF65-F5344CB8AC3E}">
        <p14:creationId xmlns:p14="http://schemas.microsoft.com/office/powerpoint/2010/main" val="138565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FD2D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4B3C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C89A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76E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4237454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2" name="visual-299">
            <a:extLst>
              <a:ext uri="{FF2B5EF4-FFF2-40B4-BE49-F238E27FC236}">
                <a16:creationId xmlns:a16="http://schemas.microsoft.com/office/drawing/2014/main" id="{1E444CF9-C3DF-4E32-9CE2-4B6A61B957EE}"/>
              </a:ext>
            </a:extLst>
          </p:cNvPr>
          <p:cNvSpPr>
            <a:spLocks noGrp="1"/>
          </p:cNvSpPr>
          <p:nvPr/>
        </p:nvSpPr>
        <p:spPr>
          <a:xfrm>
            <a:off x="14450556" y="7192183"/>
            <a:ext cx="186464" cy="186464"/>
          </a:xfrm>
          <a:prstGeom prst="rect">
            <a:avLst/>
          </a:prstGeom>
          <a:noFill/>
          <a:ln w="27623">
            <a:solidFill>
              <a:srgbClr val="2C7A86"/>
            </a:solidFill>
            <a:prstDash val="solid"/>
          </a:ln>
        </p:spPr>
      </p:sp>
      <p:sp>
        <p:nvSpPr>
          <p:cNvPr id="303" name="visual-300">
            <a:extLst>
              <a:ext uri="{FF2B5EF4-FFF2-40B4-BE49-F238E27FC236}">
                <a16:creationId xmlns:a16="http://schemas.microsoft.com/office/drawing/2014/main" id="{846780D9-2502-4074-BFBE-77BF698FCEC7}"/>
              </a:ext>
            </a:extLst>
          </p:cNvPr>
          <p:cNvSpPr>
            <a:spLocks noGrp="1"/>
          </p:cNvSpPr>
          <p:nvPr/>
        </p:nvSpPr>
        <p:spPr>
          <a:xfrm>
            <a:off x="14663657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4" name="visual-301">
            <a:extLst>
              <a:ext uri="{FF2B5EF4-FFF2-40B4-BE49-F238E27FC236}">
                <a16:creationId xmlns:a16="http://schemas.microsoft.com/office/drawing/2014/main" id="{F3653DB4-90DF-4D6C-834A-D3B47EABADC9}"/>
              </a:ext>
            </a:extLst>
          </p:cNvPr>
          <p:cNvSpPr>
            <a:spLocks noGrp="1"/>
          </p:cNvSpPr>
          <p:nvPr/>
        </p:nvSpPr>
        <p:spPr>
          <a:xfrm>
            <a:off x="14876759" y="7192183"/>
            <a:ext cx="186464" cy="186464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>
            <a:off x="11946610" y="9145615"/>
            <a:ext cx="1314127" cy="888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>
            <a:off x="13260738" y="7280974"/>
            <a:ext cx="888" cy="1864640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6" name="path-313">
            <a:extLst>
              <a:ext uri="{FF2B5EF4-FFF2-40B4-BE49-F238E27FC236}">
                <a16:creationId xmlns:a16="http://schemas.microsoft.com/office/drawing/2014/main" id="{80843E64-612F-46A7-8CD1-B511F7989DA5}"/>
              </a:ext>
            </a:extLst>
          </p:cNvPr>
          <p:cNvSpPr>
            <a:spLocks noGrp="1"/>
          </p:cNvSpPr>
          <p:nvPr/>
        </p:nvSpPr>
        <p:spPr>
          <a:xfrm>
            <a:off x="13260737" y="7280975"/>
            <a:ext cx="1086819" cy="888"/>
          </a:xfrm>
          <a:custGeom>
            <a:avLst/>
            <a:gdLst/>
            <a:ahLst/>
            <a:cxnLst/>
            <a:rect l="0" t="0" r="0" b="0"/>
            <a:pathLst>
              <a:path w="1165860" h="953">
                <a:moveTo>
                  <a:pt x="0" y="0"/>
                </a:moveTo>
                <a:lnTo>
                  <a:pt x="116586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>
            <a:off x="14326246" y="723835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35297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6" name="path-203">
            <a:extLst>
              <a:ext uri="{FF2B5EF4-FFF2-40B4-BE49-F238E27FC236}">
                <a16:creationId xmlns:a16="http://schemas.microsoft.com/office/drawing/2014/main" id="{024FA99A-F20E-4E3B-AC34-8A217196F856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8" name="path-215">
            <a:extLst>
              <a:ext uri="{FF2B5EF4-FFF2-40B4-BE49-F238E27FC236}">
                <a16:creationId xmlns:a16="http://schemas.microsoft.com/office/drawing/2014/main" id="{87FDE4F7-B6F6-4666-84B0-BA9FF7C888EA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0" name="path-227">
            <a:extLst>
              <a:ext uri="{FF2B5EF4-FFF2-40B4-BE49-F238E27FC236}">
                <a16:creationId xmlns:a16="http://schemas.microsoft.com/office/drawing/2014/main" id="{F87020B7-673A-49EB-B975-D06097D55561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2" name="path-239">
            <a:extLst>
              <a:ext uri="{FF2B5EF4-FFF2-40B4-BE49-F238E27FC236}">
                <a16:creationId xmlns:a16="http://schemas.microsoft.com/office/drawing/2014/main" id="{A39C50C2-AB57-4B41-B80E-EE0B53B7A33A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4" name="path-251">
            <a:extLst>
              <a:ext uri="{FF2B5EF4-FFF2-40B4-BE49-F238E27FC236}">
                <a16:creationId xmlns:a16="http://schemas.microsoft.com/office/drawing/2014/main" id="{8CC6DC41-D64D-470E-9945-BFC37E6AE1F6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6" name="path-263">
            <a:extLst>
              <a:ext uri="{FF2B5EF4-FFF2-40B4-BE49-F238E27FC236}">
                <a16:creationId xmlns:a16="http://schemas.microsoft.com/office/drawing/2014/main" id="{C877292D-4FE9-4ACE-9DCA-BEE6D166CD97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8" name="path-275">
            <a:extLst>
              <a:ext uri="{FF2B5EF4-FFF2-40B4-BE49-F238E27FC236}">
                <a16:creationId xmlns:a16="http://schemas.microsoft.com/office/drawing/2014/main" id="{DFA9DB1D-3A55-426F-AF80-ADA0C2FDA573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0" name="path-287">
            <a:extLst>
              <a:ext uri="{FF2B5EF4-FFF2-40B4-BE49-F238E27FC236}">
                <a16:creationId xmlns:a16="http://schemas.microsoft.com/office/drawing/2014/main" id="{3C06A932-A6A6-4BC0-9D53-8FCDBB9EEFCB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1" name="visual-298">
            <a:extLst>
              <a:ext uri="{FF2B5EF4-FFF2-40B4-BE49-F238E27FC236}">
                <a16:creationId xmlns:a16="http://schemas.microsoft.com/office/drawing/2014/main" id="{AD5CB1C1-B814-4D35-8DD4-4F2ABBFD4AB7}"/>
              </a:ext>
            </a:extLst>
          </p:cNvPr>
          <p:cNvSpPr>
            <a:spLocks noGrp="1"/>
          </p:cNvSpPr>
          <p:nvPr/>
        </p:nvSpPr>
        <p:spPr>
          <a:xfrm>
            <a:off x="13597633" y="6126674"/>
            <a:ext cx="186464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3003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1" name="path-203">
            <a:extLst>
              <a:ext uri="{FF2B5EF4-FFF2-40B4-BE49-F238E27FC236}">
                <a16:creationId xmlns:a16="http://schemas.microsoft.com/office/drawing/2014/main" id="{F3D34091-918D-4F2E-8AEE-07B989C96E87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CC47545-C257-41BD-879B-5E0792C0D37C}"/>
              </a:ext>
            </a:extLst>
          </p:cNvPr>
          <p:cNvCxnSpPr>
            <a:cxnSpLocks/>
          </p:cNvCxnSpPr>
          <p:nvPr/>
        </p:nvCxnSpPr>
        <p:spPr>
          <a:xfrm>
            <a:off x="1016269" y="7280912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直接连接符 407">
            <a:extLst>
              <a:ext uri="{FF2B5EF4-FFF2-40B4-BE49-F238E27FC236}">
                <a16:creationId xmlns:a16="http://schemas.microsoft.com/office/drawing/2014/main" id="{D9132819-A412-46D5-A998-442AD576F2B6}"/>
              </a:ext>
            </a:extLst>
          </p:cNvPr>
          <p:cNvCxnSpPr>
            <a:cxnSpLocks/>
          </p:cNvCxnSpPr>
          <p:nvPr/>
        </p:nvCxnSpPr>
        <p:spPr>
          <a:xfrm>
            <a:off x="1007099" y="7136300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接连接符 408">
            <a:extLst>
              <a:ext uri="{FF2B5EF4-FFF2-40B4-BE49-F238E27FC236}">
                <a16:creationId xmlns:a16="http://schemas.microsoft.com/office/drawing/2014/main" id="{79FFD909-605E-47E8-A139-E70446CA3A3B}"/>
              </a:ext>
            </a:extLst>
          </p:cNvPr>
          <p:cNvCxnSpPr>
            <a:cxnSpLocks/>
          </p:cNvCxnSpPr>
          <p:nvPr/>
        </p:nvCxnSpPr>
        <p:spPr>
          <a:xfrm>
            <a:off x="1016269" y="7094511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连接符 409">
            <a:extLst>
              <a:ext uri="{FF2B5EF4-FFF2-40B4-BE49-F238E27FC236}">
                <a16:creationId xmlns:a16="http://schemas.microsoft.com/office/drawing/2014/main" id="{25EEFCC7-B3A2-4B5B-85FD-32C2E3E0ED60}"/>
              </a:ext>
            </a:extLst>
          </p:cNvPr>
          <p:cNvCxnSpPr>
            <a:cxnSpLocks/>
          </p:cNvCxnSpPr>
          <p:nvPr/>
        </p:nvCxnSpPr>
        <p:spPr>
          <a:xfrm>
            <a:off x="1016269" y="7049672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接连接符 410">
            <a:extLst>
              <a:ext uri="{FF2B5EF4-FFF2-40B4-BE49-F238E27FC236}">
                <a16:creationId xmlns:a16="http://schemas.microsoft.com/office/drawing/2014/main" id="{0E91FFFF-306F-4C84-818A-9E94FEBC9127}"/>
              </a:ext>
            </a:extLst>
          </p:cNvPr>
          <p:cNvCxnSpPr>
            <a:cxnSpLocks/>
          </p:cNvCxnSpPr>
          <p:nvPr/>
        </p:nvCxnSpPr>
        <p:spPr>
          <a:xfrm>
            <a:off x="1016269" y="6987960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6AE6C974-9D16-4B5E-893D-3587187D3B16}"/>
              </a:ext>
            </a:extLst>
          </p:cNvPr>
          <p:cNvCxnSpPr>
            <a:cxnSpLocks/>
          </p:cNvCxnSpPr>
          <p:nvPr/>
        </p:nvCxnSpPr>
        <p:spPr>
          <a:xfrm>
            <a:off x="1016269" y="6891477"/>
            <a:ext cx="115795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20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1" name="path-168">
            <a:extLst>
              <a:ext uri="{FF2B5EF4-FFF2-40B4-BE49-F238E27FC236}">
                <a16:creationId xmlns:a16="http://schemas.microsoft.com/office/drawing/2014/main" id="{C6992C50-3C71-4AC3-83F4-2D86040D3176}"/>
              </a:ext>
            </a:extLst>
          </p:cNvPr>
          <p:cNvSpPr>
            <a:spLocks noGrp="1"/>
          </p:cNvSpPr>
          <p:nvPr/>
        </p:nvSpPr>
        <p:spPr>
          <a:xfrm>
            <a:off x="11999886" y="7689420"/>
            <a:ext cx="229084" cy="888"/>
          </a:xfrm>
          <a:custGeom>
            <a:avLst/>
            <a:gdLst/>
            <a:ahLst/>
            <a:cxnLst/>
            <a:rect l="0" t="0" r="0" b="0"/>
            <a:pathLst>
              <a:path w="245745" h="953">
                <a:moveTo>
                  <a:pt x="0" y="0"/>
                </a:moveTo>
                <a:lnTo>
                  <a:pt x="245745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212988" y="7657454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7765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path-203">
            <a:extLst>
              <a:ext uri="{FF2B5EF4-FFF2-40B4-BE49-F238E27FC236}">
                <a16:creationId xmlns:a16="http://schemas.microsoft.com/office/drawing/2014/main" id="{2AEE2773-D848-4A4A-85D5-4BA7B22A720A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path-215">
            <a:extLst>
              <a:ext uri="{FF2B5EF4-FFF2-40B4-BE49-F238E27FC236}">
                <a16:creationId xmlns:a16="http://schemas.microsoft.com/office/drawing/2014/main" id="{C44952E3-E790-410A-ADA1-7C8C5A979E44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path-227">
            <a:extLst>
              <a:ext uri="{FF2B5EF4-FFF2-40B4-BE49-F238E27FC236}">
                <a16:creationId xmlns:a16="http://schemas.microsoft.com/office/drawing/2014/main" id="{5481C297-3144-4F28-9557-DD68D610BB43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path-239">
            <a:extLst>
              <a:ext uri="{FF2B5EF4-FFF2-40B4-BE49-F238E27FC236}">
                <a16:creationId xmlns:a16="http://schemas.microsoft.com/office/drawing/2014/main" id="{4BD41799-D008-47A8-B73F-814AEAA6BEE8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path-251">
            <a:extLst>
              <a:ext uri="{FF2B5EF4-FFF2-40B4-BE49-F238E27FC236}">
                <a16:creationId xmlns:a16="http://schemas.microsoft.com/office/drawing/2014/main" id="{BC813136-F8C4-4ACD-A89E-2CB9D8F01DE1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path-263">
            <a:extLst>
              <a:ext uri="{FF2B5EF4-FFF2-40B4-BE49-F238E27FC236}">
                <a16:creationId xmlns:a16="http://schemas.microsoft.com/office/drawing/2014/main" id="{B2826995-8EC9-484D-8689-12F8F9CBB078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path-275">
            <a:extLst>
              <a:ext uri="{FF2B5EF4-FFF2-40B4-BE49-F238E27FC236}">
                <a16:creationId xmlns:a16="http://schemas.microsoft.com/office/drawing/2014/main" id="{26E7F265-E085-46AF-BF8C-516C1A2D9284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path-287">
            <a:extLst>
              <a:ext uri="{FF2B5EF4-FFF2-40B4-BE49-F238E27FC236}">
                <a16:creationId xmlns:a16="http://schemas.microsoft.com/office/drawing/2014/main" id="{D87A1509-2776-48C6-887F-47EFC37D3374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298">
            <a:extLst>
              <a:ext uri="{FF2B5EF4-FFF2-40B4-BE49-F238E27FC236}">
                <a16:creationId xmlns:a16="http://schemas.microsoft.com/office/drawing/2014/main" id="{F03E6693-3248-4C79-9EEF-1D3D9FF91DED}"/>
              </a:ext>
            </a:extLst>
          </p:cNvPr>
          <p:cNvSpPr>
            <a:spLocks noGrp="1"/>
          </p:cNvSpPr>
          <p:nvPr/>
        </p:nvSpPr>
        <p:spPr>
          <a:xfrm>
            <a:off x="13589269" y="6126674"/>
            <a:ext cx="205312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417" name="path-203">
            <a:extLst>
              <a:ext uri="{FF2B5EF4-FFF2-40B4-BE49-F238E27FC236}">
                <a16:creationId xmlns:a16="http://schemas.microsoft.com/office/drawing/2014/main" id="{913AF151-10E3-4616-B59F-70BB3831E1AC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8636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144892" y="7618542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7765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path-203">
            <a:extLst>
              <a:ext uri="{FF2B5EF4-FFF2-40B4-BE49-F238E27FC236}">
                <a16:creationId xmlns:a16="http://schemas.microsoft.com/office/drawing/2014/main" id="{2AEE2773-D848-4A4A-85D5-4BA7B22A720A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path-215">
            <a:extLst>
              <a:ext uri="{FF2B5EF4-FFF2-40B4-BE49-F238E27FC236}">
                <a16:creationId xmlns:a16="http://schemas.microsoft.com/office/drawing/2014/main" id="{C44952E3-E790-410A-ADA1-7C8C5A979E44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path-227">
            <a:extLst>
              <a:ext uri="{FF2B5EF4-FFF2-40B4-BE49-F238E27FC236}">
                <a16:creationId xmlns:a16="http://schemas.microsoft.com/office/drawing/2014/main" id="{5481C297-3144-4F28-9557-DD68D610BB43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path-239">
            <a:extLst>
              <a:ext uri="{FF2B5EF4-FFF2-40B4-BE49-F238E27FC236}">
                <a16:creationId xmlns:a16="http://schemas.microsoft.com/office/drawing/2014/main" id="{4BD41799-D008-47A8-B73F-814AEAA6BEE8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path-251">
            <a:extLst>
              <a:ext uri="{FF2B5EF4-FFF2-40B4-BE49-F238E27FC236}">
                <a16:creationId xmlns:a16="http://schemas.microsoft.com/office/drawing/2014/main" id="{BC813136-F8C4-4ACD-A89E-2CB9D8F01DE1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path-263">
            <a:extLst>
              <a:ext uri="{FF2B5EF4-FFF2-40B4-BE49-F238E27FC236}">
                <a16:creationId xmlns:a16="http://schemas.microsoft.com/office/drawing/2014/main" id="{B2826995-8EC9-484D-8689-12F8F9CBB078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path-275">
            <a:extLst>
              <a:ext uri="{FF2B5EF4-FFF2-40B4-BE49-F238E27FC236}">
                <a16:creationId xmlns:a16="http://schemas.microsoft.com/office/drawing/2014/main" id="{26E7F265-E085-46AF-BF8C-516C1A2D9284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path-287">
            <a:extLst>
              <a:ext uri="{FF2B5EF4-FFF2-40B4-BE49-F238E27FC236}">
                <a16:creationId xmlns:a16="http://schemas.microsoft.com/office/drawing/2014/main" id="{D87A1509-2776-48C6-887F-47EFC37D3374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298">
            <a:extLst>
              <a:ext uri="{FF2B5EF4-FFF2-40B4-BE49-F238E27FC236}">
                <a16:creationId xmlns:a16="http://schemas.microsoft.com/office/drawing/2014/main" id="{F03E6693-3248-4C79-9EEF-1D3D9FF91DED}"/>
              </a:ext>
            </a:extLst>
          </p:cNvPr>
          <p:cNvSpPr>
            <a:spLocks noGrp="1"/>
          </p:cNvSpPr>
          <p:nvPr/>
        </p:nvSpPr>
        <p:spPr>
          <a:xfrm>
            <a:off x="13589269" y="6126674"/>
            <a:ext cx="205312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417" name="path-203">
            <a:extLst>
              <a:ext uri="{FF2B5EF4-FFF2-40B4-BE49-F238E27FC236}">
                <a16:creationId xmlns:a16="http://schemas.microsoft.com/office/drawing/2014/main" id="{913AF151-10E3-4616-B59F-70BB3831E1AC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2093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sual-157">
            <a:extLst>
              <a:ext uri="{FF2B5EF4-FFF2-40B4-BE49-F238E27FC236}">
                <a16:creationId xmlns:a16="http://schemas.microsoft.com/office/drawing/2014/main" id="{8902EB0E-A932-4AE9-8781-B719DBDBA1F2}"/>
              </a:ext>
            </a:extLst>
          </p:cNvPr>
          <p:cNvSpPr>
            <a:spLocks noGrp="1"/>
          </p:cNvSpPr>
          <p:nvPr/>
        </p:nvSpPr>
        <p:spPr>
          <a:xfrm>
            <a:off x="456755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2" name="visual-157">
            <a:extLst>
              <a:ext uri="{FF2B5EF4-FFF2-40B4-BE49-F238E27FC236}">
                <a16:creationId xmlns:a16="http://schemas.microsoft.com/office/drawing/2014/main" id="{E0CA10F7-4063-4680-80AA-41C7D574E7A5}"/>
              </a:ext>
            </a:extLst>
          </p:cNvPr>
          <p:cNvSpPr>
            <a:spLocks noGrp="1"/>
          </p:cNvSpPr>
          <p:nvPr/>
        </p:nvSpPr>
        <p:spPr>
          <a:xfrm>
            <a:off x="5586824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3" name="visual-157">
            <a:extLst>
              <a:ext uri="{FF2B5EF4-FFF2-40B4-BE49-F238E27FC236}">
                <a16:creationId xmlns:a16="http://schemas.microsoft.com/office/drawing/2014/main" id="{A20D1590-992C-49C7-AA19-AE3EC28DE679}"/>
              </a:ext>
            </a:extLst>
          </p:cNvPr>
          <p:cNvSpPr>
            <a:spLocks noGrp="1"/>
          </p:cNvSpPr>
          <p:nvPr/>
        </p:nvSpPr>
        <p:spPr>
          <a:xfrm>
            <a:off x="762536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4" name="visual-155">
            <a:extLst>
              <a:ext uri="{FF2B5EF4-FFF2-40B4-BE49-F238E27FC236}">
                <a16:creationId xmlns:a16="http://schemas.microsoft.com/office/drawing/2014/main" id="{C367360E-014A-414F-B875-4CA404BBCF13}"/>
              </a:ext>
            </a:extLst>
          </p:cNvPr>
          <p:cNvSpPr>
            <a:spLocks noGrp="1"/>
          </p:cNvSpPr>
          <p:nvPr/>
        </p:nvSpPr>
        <p:spPr>
          <a:xfrm>
            <a:off x="3548280" y="6272848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25" name="visual-157">
            <a:extLst>
              <a:ext uri="{FF2B5EF4-FFF2-40B4-BE49-F238E27FC236}">
                <a16:creationId xmlns:a16="http://schemas.microsoft.com/office/drawing/2014/main" id="{5DA721D2-C53A-4348-8180-D3808AB95ACB}"/>
              </a:ext>
            </a:extLst>
          </p:cNvPr>
          <p:cNvSpPr>
            <a:spLocks noGrp="1"/>
          </p:cNvSpPr>
          <p:nvPr/>
        </p:nvSpPr>
        <p:spPr>
          <a:xfrm>
            <a:off x="2529008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6" name="visual-157">
            <a:extLst>
              <a:ext uri="{FF2B5EF4-FFF2-40B4-BE49-F238E27FC236}">
                <a16:creationId xmlns:a16="http://schemas.microsoft.com/office/drawing/2014/main" id="{1807F2A1-1835-49B3-A143-E4C0969D86BD}"/>
              </a:ext>
            </a:extLst>
          </p:cNvPr>
          <p:cNvSpPr>
            <a:spLocks noGrp="1"/>
          </p:cNvSpPr>
          <p:nvPr/>
        </p:nvSpPr>
        <p:spPr>
          <a:xfrm>
            <a:off x="6606096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7" name="visual-157">
            <a:extLst>
              <a:ext uri="{FF2B5EF4-FFF2-40B4-BE49-F238E27FC236}">
                <a16:creationId xmlns:a16="http://schemas.microsoft.com/office/drawing/2014/main" id="{5B8ADD64-918E-4AF8-825B-9E7AB5E0A58B}"/>
              </a:ext>
            </a:extLst>
          </p:cNvPr>
          <p:cNvSpPr>
            <a:spLocks noGrp="1"/>
          </p:cNvSpPr>
          <p:nvPr/>
        </p:nvSpPr>
        <p:spPr>
          <a:xfrm>
            <a:off x="8644640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8" name="visual-157">
            <a:extLst>
              <a:ext uri="{FF2B5EF4-FFF2-40B4-BE49-F238E27FC236}">
                <a16:creationId xmlns:a16="http://schemas.microsoft.com/office/drawing/2014/main" id="{5BB95991-5A71-4EE4-9DA0-A18201D7B788}"/>
              </a:ext>
            </a:extLst>
          </p:cNvPr>
          <p:cNvSpPr>
            <a:spLocks noGrp="1"/>
          </p:cNvSpPr>
          <p:nvPr/>
        </p:nvSpPr>
        <p:spPr>
          <a:xfrm>
            <a:off x="9663912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29" name="visual-157">
            <a:extLst>
              <a:ext uri="{FF2B5EF4-FFF2-40B4-BE49-F238E27FC236}">
                <a16:creationId xmlns:a16="http://schemas.microsoft.com/office/drawing/2014/main" id="{77DAB858-AFE7-4EA0-950B-D181A929D480}"/>
              </a:ext>
            </a:extLst>
          </p:cNvPr>
          <p:cNvSpPr>
            <a:spLocks noGrp="1"/>
          </p:cNvSpPr>
          <p:nvPr/>
        </p:nvSpPr>
        <p:spPr>
          <a:xfrm>
            <a:off x="10683181" y="6272848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06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">
            <a:extLst>
              <a:ext uri="{FF2B5EF4-FFF2-40B4-BE49-F238E27FC236}">
                <a16:creationId xmlns:a16="http://schemas.microsoft.com/office/drawing/2014/main" id="{D4303943-D02E-4427-8383-B9FC0F489CBF}"/>
              </a:ext>
            </a:extLst>
          </p:cNvPr>
          <p:cNvSpPr>
            <a:spLocks noGrp="1"/>
          </p:cNvSpPr>
          <p:nvPr/>
        </p:nvSpPr>
        <p:spPr>
          <a:xfrm>
            <a:off x="9058275" y="2847975"/>
            <a:ext cx="3057525" cy="953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" name="energy-envelope-area">
            <a:extLst>
              <a:ext uri="{FF2B5EF4-FFF2-40B4-BE49-F238E27FC236}">
                <a16:creationId xmlns:a16="http://schemas.microsoft.com/office/drawing/2014/main" id="{98EF1DCD-D0FA-490D-A053-ECD90F4D4E67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4" name="energy-envelope">
            <a:extLst>
              <a:ext uri="{FF2B5EF4-FFF2-40B4-BE49-F238E27FC236}">
                <a16:creationId xmlns:a16="http://schemas.microsoft.com/office/drawing/2014/main" id="{46E85FFD-6857-4B55-89EF-65C248F08496}"/>
              </a:ext>
            </a:extLst>
          </p:cNvPr>
          <p:cNvSpPr>
            <a:spLocks noGrp="1"/>
          </p:cNvSpPr>
          <p:nvPr/>
        </p:nvSpPr>
        <p:spPr>
          <a:xfrm>
            <a:off x="9153525" y="1466768"/>
            <a:ext cx="2819400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5" name="square-law-oscillations">
            <a:extLst>
              <a:ext uri="{FF2B5EF4-FFF2-40B4-BE49-F238E27FC236}">
                <a16:creationId xmlns:a16="http://schemas.microsoft.com/office/drawing/2014/main" id="{B8E9B6A8-68F1-4042-A43A-3562009AC3CC}"/>
              </a:ext>
            </a:extLst>
          </p:cNvPr>
          <p:cNvSpPr>
            <a:spLocks noGrp="1"/>
          </p:cNvSpPr>
          <p:nvPr/>
        </p:nvSpPr>
        <p:spPr>
          <a:xfrm>
            <a:off x="9153525" y="1471951"/>
            <a:ext cx="2819400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visual-19">
            <a:extLst>
              <a:ext uri="{FF2B5EF4-FFF2-40B4-BE49-F238E27FC236}">
                <a16:creationId xmlns:a16="http://schemas.microsoft.com/office/drawing/2014/main" id="{15C5975E-BCBD-4F61-8CA8-794F5AED11F5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7" name="path-20">
            <a:extLst>
              <a:ext uri="{FF2B5EF4-FFF2-40B4-BE49-F238E27FC236}">
                <a16:creationId xmlns:a16="http://schemas.microsoft.com/office/drawing/2014/main" id="{270AEFD3-FF79-475E-A0C9-CE5ACB8C4349}"/>
              </a:ext>
            </a:extLst>
          </p:cNvPr>
          <p:cNvSpPr>
            <a:spLocks noGrp="1"/>
          </p:cNvSpPr>
          <p:nvPr/>
        </p:nvSpPr>
        <p:spPr>
          <a:xfrm>
            <a:off x="9182100" y="246751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8" name="visual-21">
            <a:extLst>
              <a:ext uri="{FF2B5EF4-FFF2-40B4-BE49-F238E27FC236}">
                <a16:creationId xmlns:a16="http://schemas.microsoft.com/office/drawing/2014/main" id="{868DAB8B-3F7F-4A6A-98FD-B1646135A447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9" name="path-22">
            <a:extLst>
              <a:ext uri="{FF2B5EF4-FFF2-40B4-BE49-F238E27FC236}">
                <a16:creationId xmlns:a16="http://schemas.microsoft.com/office/drawing/2014/main" id="{517A140A-B99B-4C33-BB44-DFA3E0815DE0}"/>
              </a:ext>
            </a:extLst>
          </p:cNvPr>
          <p:cNvSpPr>
            <a:spLocks noGrp="1"/>
          </p:cNvSpPr>
          <p:nvPr/>
        </p:nvSpPr>
        <p:spPr>
          <a:xfrm>
            <a:off x="9495367" y="222632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0" name="visual-23">
            <a:extLst>
              <a:ext uri="{FF2B5EF4-FFF2-40B4-BE49-F238E27FC236}">
                <a16:creationId xmlns:a16="http://schemas.microsoft.com/office/drawing/2014/main" id="{1A6F2102-D7A0-40CD-92BE-15A0E1D86324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1" name="path-24">
            <a:extLst>
              <a:ext uri="{FF2B5EF4-FFF2-40B4-BE49-F238E27FC236}">
                <a16:creationId xmlns:a16="http://schemas.microsoft.com/office/drawing/2014/main" id="{70246E43-AB7A-4594-8A22-A79D2109F8B1}"/>
              </a:ext>
            </a:extLst>
          </p:cNvPr>
          <p:cNvSpPr>
            <a:spLocks noGrp="1"/>
          </p:cNvSpPr>
          <p:nvPr/>
        </p:nvSpPr>
        <p:spPr>
          <a:xfrm>
            <a:off x="9808633" y="206799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2" name="visual-25">
            <a:extLst>
              <a:ext uri="{FF2B5EF4-FFF2-40B4-BE49-F238E27FC236}">
                <a16:creationId xmlns:a16="http://schemas.microsoft.com/office/drawing/2014/main" id="{ECA9DB59-02AB-4F84-8FE5-FEAE667EA13C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3" name="path-26">
            <a:extLst>
              <a:ext uri="{FF2B5EF4-FFF2-40B4-BE49-F238E27FC236}">
                <a16:creationId xmlns:a16="http://schemas.microsoft.com/office/drawing/2014/main" id="{358F88DD-B5DE-4B94-8DD2-66E674F8611A}"/>
              </a:ext>
            </a:extLst>
          </p:cNvPr>
          <p:cNvSpPr>
            <a:spLocks noGrp="1"/>
          </p:cNvSpPr>
          <p:nvPr/>
        </p:nvSpPr>
        <p:spPr>
          <a:xfrm>
            <a:off x="10121900" y="2320862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4" name="visual-27">
            <a:extLst>
              <a:ext uri="{FF2B5EF4-FFF2-40B4-BE49-F238E27FC236}">
                <a16:creationId xmlns:a16="http://schemas.microsoft.com/office/drawing/2014/main" id="{828C9A5D-074C-4A66-85D7-DC01CE0268D4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5" name="path-28">
            <a:extLst>
              <a:ext uri="{FF2B5EF4-FFF2-40B4-BE49-F238E27FC236}">
                <a16:creationId xmlns:a16="http://schemas.microsoft.com/office/drawing/2014/main" id="{E973FC37-115E-40BB-AC1D-29630E309FC5}"/>
              </a:ext>
            </a:extLst>
          </p:cNvPr>
          <p:cNvSpPr>
            <a:spLocks noGrp="1"/>
          </p:cNvSpPr>
          <p:nvPr/>
        </p:nvSpPr>
        <p:spPr>
          <a:xfrm>
            <a:off x="10435167" y="2454477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6" name="visual-29">
            <a:extLst>
              <a:ext uri="{FF2B5EF4-FFF2-40B4-BE49-F238E27FC236}">
                <a16:creationId xmlns:a16="http://schemas.microsoft.com/office/drawing/2014/main" id="{5E8E1DC3-1418-4CDB-9F08-684E6A00100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7" name="path-30">
            <a:extLst>
              <a:ext uri="{FF2B5EF4-FFF2-40B4-BE49-F238E27FC236}">
                <a16:creationId xmlns:a16="http://schemas.microsoft.com/office/drawing/2014/main" id="{3C9CA855-1552-49D2-B6D4-162A647CB7EC}"/>
              </a:ext>
            </a:extLst>
          </p:cNvPr>
          <p:cNvSpPr>
            <a:spLocks noGrp="1"/>
          </p:cNvSpPr>
          <p:nvPr/>
        </p:nvSpPr>
        <p:spPr>
          <a:xfrm>
            <a:off x="10748433" y="2324443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8" name="visual-31">
            <a:extLst>
              <a:ext uri="{FF2B5EF4-FFF2-40B4-BE49-F238E27FC236}">
                <a16:creationId xmlns:a16="http://schemas.microsoft.com/office/drawing/2014/main" id="{61A5D357-E207-41B9-8D65-4407CBA1E360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19" name="path-32">
            <a:extLst>
              <a:ext uri="{FF2B5EF4-FFF2-40B4-BE49-F238E27FC236}">
                <a16:creationId xmlns:a16="http://schemas.microsoft.com/office/drawing/2014/main" id="{DD0F13A0-5260-41FF-BC64-F797D13BFE59}"/>
              </a:ext>
            </a:extLst>
          </p:cNvPr>
          <p:cNvSpPr>
            <a:spLocks noGrp="1"/>
          </p:cNvSpPr>
          <p:nvPr/>
        </p:nvSpPr>
        <p:spPr>
          <a:xfrm>
            <a:off x="11061700" y="2180976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0" name="visual-33">
            <a:extLst>
              <a:ext uri="{FF2B5EF4-FFF2-40B4-BE49-F238E27FC236}">
                <a16:creationId xmlns:a16="http://schemas.microsoft.com/office/drawing/2014/main" id="{4BF64BEE-03D7-4BC8-8D02-AFFE1B62EA7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1" name="path-34">
            <a:extLst>
              <a:ext uri="{FF2B5EF4-FFF2-40B4-BE49-F238E27FC236}">
                <a16:creationId xmlns:a16="http://schemas.microsoft.com/office/drawing/2014/main" id="{A4325BAF-6CE7-409B-96E3-917079B1FA47}"/>
              </a:ext>
            </a:extLst>
          </p:cNvPr>
          <p:cNvSpPr>
            <a:spLocks noGrp="1"/>
          </p:cNvSpPr>
          <p:nvPr/>
        </p:nvSpPr>
        <p:spPr>
          <a:xfrm>
            <a:off x="11374967" y="2296829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22" name="visual-35">
            <a:extLst>
              <a:ext uri="{FF2B5EF4-FFF2-40B4-BE49-F238E27FC236}">
                <a16:creationId xmlns:a16="http://schemas.microsoft.com/office/drawing/2014/main" id="{83AC8CCA-6C4F-4EA7-B84F-F51283E8D769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23" name="path-36">
            <a:extLst>
              <a:ext uri="{FF2B5EF4-FFF2-40B4-BE49-F238E27FC236}">
                <a16:creationId xmlns:a16="http://schemas.microsoft.com/office/drawing/2014/main" id="{061F1658-D3BB-4531-97AF-497690BB7D2D}"/>
              </a:ext>
            </a:extLst>
          </p:cNvPr>
          <p:cNvSpPr>
            <a:spLocks noGrp="1"/>
          </p:cNvSpPr>
          <p:nvPr/>
        </p:nvSpPr>
        <p:spPr>
          <a:xfrm>
            <a:off x="11688233" y="2465474"/>
            <a:ext cx="25611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768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h-185">
            <a:extLst>
              <a:ext uri="{FF2B5EF4-FFF2-40B4-BE49-F238E27FC236}">
                <a16:creationId xmlns:a16="http://schemas.microsoft.com/office/drawing/2014/main" id="{B08C9EFD-F440-47F3-96D7-FDD8E4F89281}"/>
              </a:ext>
            </a:extLst>
          </p:cNvPr>
          <p:cNvSpPr>
            <a:spLocks noGrp="1"/>
          </p:cNvSpPr>
          <p:nvPr/>
        </p:nvSpPr>
        <p:spPr>
          <a:xfrm>
            <a:off x="3000523" y="8243804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" name="path-185">
            <a:extLst>
              <a:ext uri="{FF2B5EF4-FFF2-40B4-BE49-F238E27FC236}">
                <a16:creationId xmlns:a16="http://schemas.microsoft.com/office/drawing/2014/main" id="{BC0F1E46-D734-4059-94CE-9501EBCDCF0A}"/>
              </a:ext>
            </a:extLst>
          </p:cNvPr>
          <p:cNvSpPr>
            <a:spLocks noGrp="1"/>
          </p:cNvSpPr>
          <p:nvPr/>
        </p:nvSpPr>
        <p:spPr>
          <a:xfrm>
            <a:off x="4058215" y="7989031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4" name="path-185">
            <a:extLst>
              <a:ext uri="{FF2B5EF4-FFF2-40B4-BE49-F238E27FC236}">
                <a16:creationId xmlns:a16="http://schemas.microsoft.com/office/drawing/2014/main" id="{B1D760FB-B3D6-41F8-B101-C6E0598A15B7}"/>
              </a:ext>
            </a:extLst>
          </p:cNvPr>
          <p:cNvSpPr>
            <a:spLocks noGrp="1"/>
          </p:cNvSpPr>
          <p:nvPr/>
        </p:nvSpPr>
        <p:spPr>
          <a:xfrm>
            <a:off x="5066671" y="7830036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5" name="path-185">
            <a:extLst>
              <a:ext uri="{FF2B5EF4-FFF2-40B4-BE49-F238E27FC236}">
                <a16:creationId xmlns:a16="http://schemas.microsoft.com/office/drawing/2014/main" id="{13031B48-8812-4F8C-9257-68CF9771C962}"/>
              </a:ext>
            </a:extLst>
          </p:cNvPr>
          <p:cNvSpPr>
            <a:spLocks noGrp="1"/>
          </p:cNvSpPr>
          <p:nvPr/>
        </p:nvSpPr>
        <p:spPr>
          <a:xfrm>
            <a:off x="6077768" y="8097148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6" name="path-185">
            <a:extLst>
              <a:ext uri="{FF2B5EF4-FFF2-40B4-BE49-F238E27FC236}">
                <a16:creationId xmlns:a16="http://schemas.microsoft.com/office/drawing/2014/main" id="{4788CE4A-707C-484A-8763-ED001952D1E8}"/>
              </a:ext>
            </a:extLst>
          </p:cNvPr>
          <p:cNvSpPr>
            <a:spLocks noGrp="1"/>
          </p:cNvSpPr>
          <p:nvPr/>
        </p:nvSpPr>
        <p:spPr>
          <a:xfrm>
            <a:off x="7102660" y="8217798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7" name="path-185">
            <a:extLst>
              <a:ext uri="{FF2B5EF4-FFF2-40B4-BE49-F238E27FC236}">
                <a16:creationId xmlns:a16="http://schemas.microsoft.com/office/drawing/2014/main" id="{A94601DA-D082-4487-9BF6-310C55C7CB70}"/>
              </a:ext>
            </a:extLst>
          </p:cNvPr>
          <p:cNvSpPr>
            <a:spLocks noGrp="1"/>
          </p:cNvSpPr>
          <p:nvPr/>
        </p:nvSpPr>
        <p:spPr>
          <a:xfrm>
            <a:off x="8121950" y="8078008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8" name="path-185">
            <a:extLst>
              <a:ext uri="{FF2B5EF4-FFF2-40B4-BE49-F238E27FC236}">
                <a16:creationId xmlns:a16="http://schemas.microsoft.com/office/drawing/2014/main" id="{47BEB92B-D508-45FF-8AEF-306ABA67E07B}"/>
              </a:ext>
            </a:extLst>
          </p:cNvPr>
          <p:cNvSpPr>
            <a:spLocks noGrp="1"/>
          </p:cNvSpPr>
          <p:nvPr/>
        </p:nvSpPr>
        <p:spPr>
          <a:xfrm>
            <a:off x="9140885" y="7938720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9" name="path-185">
            <a:extLst>
              <a:ext uri="{FF2B5EF4-FFF2-40B4-BE49-F238E27FC236}">
                <a16:creationId xmlns:a16="http://schemas.microsoft.com/office/drawing/2014/main" id="{9C9CB8C8-A9D3-44CE-B1D8-B8866835CF78}"/>
              </a:ext>
            </a:extLst>
          </p:cNvPr>
          <p:cNvSpPr>
            <a:spLocks noGrp="1"/>
          </p:cNvSpPr>
          <p:nvPr/>
        </p:nvSpPr>
        <p:spPr>
          <a:xfrm>
            <a:off x="10179719" y="8041720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10" name="path-185">
            <a:extLst>
              <a:ext uri="{FF2B5EF4-FFF2-40B4-BE49-F238E27FC236}">
                <a16:creationId xmlns:a16="http://schemas.microsoft.com/office/drawing/2014/main" id="{E8B0C405-E369-4CAA-87F6-A886DDC78594}"/>
              </a:ext>
            </a:extLst>
          </p:cNvPr>
          <p:cNvSpPr>
            <a:spLocks noGrp="1"/>
          </p:cNvSpPr>
          <p:nvPr/>
        </p:nvSpPr>
        <p:spPr>
          <a:xfrm>
            <a:off x="11180282" y="8217797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044712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2005</Words>
  <Application>Microsoft Office PowerPoint</Application>
  <DocSecurity>0</DocSecurity>
  <PresentationFormat>自定义</PresentationFormat>
  <Paragraphs>276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42</cp:revision>
  <dcterms:created xsi:type="dcterms:W3CDTF">2026-09-09T14:03:15Z</dcterms:created>
  <dcterms:modified xsi:type="dcterms:W3CDTF">2026-09-21T12:05:09Z</dcterms:modified>
</cp:coreProperties>
</file>