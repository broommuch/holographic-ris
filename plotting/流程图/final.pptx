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9" r:id="rId2"/>
  </p:sldIdLst>
  <p:sldSz cx="17145000" cy="1047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AC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A   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039746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B   Far-field propagation</a:t>
            </a:r>
          </a:p>
        </p:txBody>
      </p:sp>
      <p:sp>
        <p:nvSpPr>
          <p:cNvPr id="3" name="visual-3">
            <a:extLst>
              <a:ext uri="{FF2B5EF4-FFF2-40B4-BE49-F238E27FC236}">
                <a16:creationId xmlns:a16="http://schemas.microsoft.com/office/drawing/2014/main" id="{38117F04-9B3F-4228-979E-5F1552F95CDA}"/>
              </a:ext>
            </a:extLst>
          </p:cNvPr>
          <p:cNvSpPr>
            <a:spLocks noGrp="1"/>
          </p:cNvSpPr>
          <p:nvPr/>
        </p:nvSpPr>
        <p:spPr>
          <a:xfrm>
            <a:off x="11884456" y="213102"/>
            <a:ext cx="4288672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C 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9" name="visual-59">
            <a:extLst>
              <a:ext uri="{FF2B5EF4-FFF2-40B4-BE49-F238E27FC236}">
                <a16:creationId xmlns:a16="http://schemas.microsoft.com/office/drawing/2014/main" id="{208FD410-88C5-465A-8362-3525A3A5209D}"/>
              </a:ext>
            </a:extLst>
          </p:cNvPr>
          <p:cNvSpPr>
            <a:spLocks noGrp="1"/>
          </p:cNvSpPr>
          <p:nvPr/>
        </p:nvSpPr>
        <p:spPr>
          <a:xfrm>
            <a:off x="8235089" y="2992304"/>
            <a:ext cx="1544987" cy="2752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1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Other users</a:t>
            </a:r>
          </a:p>
        </p:txBody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29" name="path-128">
            <a:extLst>
              <a:ext uri="{FF2B5EF4-FFF2-40B4-BE49-F238E27FC236}">
                <a16:creationId xmlns:a16="http://schemas.microsoft.com/office/drawing/2014/main" id="{1A7CDA50-5AC9-4B67-8340-BE9795A9B8CA}"/>
              </a:ext>
            </a:extLst>
          </p:cNvPr>
          <p:cNvSpPr>
            <a:spLocks noGrp="1"/>
          </p:cNvSpPr>
          <p:nvPr/>
        </p:nvSpPr>
        <p:spPr>
          <a:xfrm>
            <a:off x="15578219" y="2184293"/>
            <a:ext cx="385359" cy="888"/>
          </a:xfrm>
          <a:custGeom>
            <a:avLst/>
            <a:gdLst/>
            <a:ahLst/>
            <a:cxnLst/>
            <a:rect l="0" t="0" r="0" b="0"/>
            <a:pathLst>
              <a:path w="413385" h="953">
                <a:moveTo>
                  <a:pt x="0" y="0"/>
                </a:moveTo>
                <a:lnTo>
                  <a:pt x="413385" y="0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130" name="path-129">
            <a:extLst>
              <a:ext uri="{FF2B5EF4-FFF2-40B4-BE49-F238E27FC236}">
                <a16:creationId xmlns:a16="http://schemas.microsoft.com/office/drawing/2014/main" id="{1D91A49A-6F62-4502-882D-F0470AC18778}"/>
              </a:ext>
            </a:extLst>
          </p:cNvPr>
          <p:cNvSpPr>
            <a:spLocks noGrp="1"/>
          </p:cNvSpPr>
          <p:nvPr/>
        </p:nvSpPr>
        <p:spPr>
          <a:xfrm>
            <a:off x="15942267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8" y="2184293"/>
            <a:ext cx="168706" cy="888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217524" y="2184292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26419"/>
            <a:ext cx="8160019" cy="67095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16859" y="7644589"/>
            <a:ext cx="9633974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144892" y="7618542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 flipV="1">
            <a:off x="11946610" y="9099896"/>
            <a:ext cx="1749689" cy="45719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 flipH="1">
            <a:off x="13531145" y="8170474"/>
            <a:ext cx="165154" cy="971338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 rot="16200000">
            <a:off x="13642867" y="8077765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0" name="path-202">
            <a:extLst>
              <a:ext uri="{FF2B5EF4-FFF2-40B4-BE49-F238E27FC236}">
                <a16:creationId xmlns:a16="http://schemas.microsoft.com/office/drawing/2014/main" id="{F2319EA9-B217-4D5A-B578-AEF512842A7F}"/>
              </a:ext>
            </a:extLst>
          </p:cNvPr>
          <p:cNvSpPr>
            <a:spLocks noGrp="1"/>
          </p:cNvSpPr>
          <p:nvPr/>
        </p:nvSpPr>
        <p:spPr>
          <a:xfrm>
            <a:off x="1339404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2" name="path-204">
            <a:extLst>
              <a:ext uri="{FF2B5EF4-FFF2-40B4-BE49-F238E27FC236}">
                <a16:creationId xmlns:a16="http://schemas.microsoft.com/office/drawing/2014/main" id="{CE479CE7-114C-4E1E-8310-658CA28F63BE}"/>
              </a:ext>
            </a:extLst>
          </p:cNvPr>
          <p:cNvSpPr>
            <a:spLocks noGrp="1"/>
          </p:cNvSpPr>
          <p:nvPr/>
        </p:nvSpPr>
        <p:spPr>
          <a:xfrm>
            <a:off x="13820250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3" name="path-205">
            <a:extLst>
              <a:ext uri="{FF2B5EF4-FFF2-40B4-BE49-F238E27FC236}">
                <a16:creationId xmlns:a16="http://schemas.microsoft.com/office/drawing/2014/main" id="{5C49EDC4-7621-44EF-899F-9676AE41477F}"/>
              </a:ext>
            </a:extLst>
          </p:cNvPr>
          <p:cNvSpPr>
            <a:spLocks noGrp="1"/>
          </p:cNvSpPr>
          <p:nvPr/>
        </p:nvSpPr>
        <p:spPr>
          <a:xfrm>
            <a:off x="1403335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5" name="path-206">
            <a:extLst>
              <a:ext uri="{FF2B5EF4-FFF2-40B4-BE49-F238E27FC236}">
                <a16:creationId xmlns:a16="http://schemas.microsoft.com/office/drawing/2014/main" id="{236D5B33-7352-46E6-87B5-B369B4B899C6}"/>
              </a:ext>
            </a:extLst>
          </p:cNvPr>
          <p:cNvSpPr>
            <a:spLocks noGrp="1"/>
          </p:cNvSpPr>
          <p:nvPr/>
        </p:nvSpPr>
        <p:spPr>
          <a:xfrm>
            <a:off x="1424645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6" name="path-207">
            <a:extLst>
              <a:ext uri="{FF2B5EF4-FFF2-40B4-BE49-F238E27FC236}">
                <a16:creationId xmlns:a16="http://schemas.microsoft.com/office/drawing/2014/main" id="{0A23F3CE-1D46-409E-AAB5-A4BA36C67E1A}"/>
              </a:ext>
            </a:extLst>
          </p:cNvPr>
          <p:cNvSpPr>
            <a:spLocks noGrp="1"/>
          </p:cNvSpPr>
          <p:nvPr/>
        </p:nvSpPr>
        <p:spPr>
          <a:xfrm>
            <a:off x="1445955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2" name="path-208">
            <a:extLst>
              <a:ext uri="{FF2B5EF4-FFF2-40B4-BE49-F238E27FC236}">
                <a16:creationId xmlns:a16="http://schemas.microsoft.com/office/drawing/2014/main" id="{5DA8150B-97A2-4525-A7D0-6AEA7A1FEEED}"/>
              </a:ext>
            </a:extLst>
          </p:cNvPr>
          <p:cNvSpPr>
            <a:spLocks noGrp="1"/>
          </p:cNvSpPr>
          <p:nvPr/>
        </p:nvSpPr>
        <p:spPr>
          <a:xfrm>
            <a:off x="1467265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5" name="path-209">
            <a:extLst>
              <a:ext uri="{FF2B5EF4-FFF2-40B4-BE49-F238E27FC236}">
                <a16:creationId xmlns:a16="http://schemas.microsoft.com/office/drawing/2014/main" id="{5A824F83-D8B2-43F2-9716-564C55D7A47B}"/>
              </a:ext>
            </a:extLst>
          </p:cNvPr>
          <p:cNvSpPr>
            <a:spLocks noGrp="1"/>
          </p:cNvSpPr>
          <p:nvPr/>
        </p:nvSpPr>
        <p:spPr>
          <a:xfrm>
            <a:off x="1488575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6" name="path-210">
            <a:extLst>
              <a:ext uri="{FF2B5EF4-FFF2-40B4-BE49-F238E27FC236}">
                <a16:creationId xmlns:a16="http://schemas.microsoft.com/office/drawing/2014/main" id="{255224ED-698C-42EC-AD1A-83D05C65B5E5}"/>
              </a:ext>
            </a:extLst>
          </p:cNvPr>
          <p:cNvSpPr>
            <a:spLocks noGrp="1"/>
          </p:cNvSpPr>
          <p:nvPr/>
        </p:nvSpPr>
        <p:spPr>
          <a:xfrm>
            <a:off x="15098861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8" name="path-211">
            <a:extLst>
              <a:ext uri="{FF2B5EF4-FFF2-40B4-BE49-F238E27FC236}">
                <a16:creationId xmlns:a16="http://schemas.microsoft.com/office/drawing/2014/main" id="{D6CBED84-84F3-4CFF-B74A-D857827F49A6}"/>
              </a:ext>
            </a:extLst>
          </p:cNvPr>
          <p:cNvSpPr>
            <a:spLocks noGrp="1"/>
          </p:cNvSpPr>
          <p:nvPr/>
        </p:nvSpPr>
        <p:spPr>
          <a:xfrm>
            <a:off x="1531196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path-212">
            <a:extLst>
              <a:ext uri="{FF2B5EF4-FFF2-40B4-BE49-F238E27FC236}">
                <a16:creationId xmlns:a16="http://schemas.microsoft.com/office/drawing/2014/main" id="{64D7F756-7E83-4853-85B5-BC3068E70558}"/>
              </a:ext>
            </a:extLst>
          </p:cNvPr>
          <p:cNvSpPr>
            <a:spLocks noGrp="1"/>
          </p:cNvSpPr>
          <p:nvPr/>
        </p:nvSpPr>
        <p:spPr>
          <a:xfrm>
            <a:off x="1552506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path-213">
            <a:extLst>
              <a:ext uri="{FF2B5EF4-FFF2-40B4-BE49-F238E27FC236}">
                <a16:creationId xmlns:a16="http://schemas.microsoft.com/office/drawing/2014/main" id="{153A6681-91CF-405E-A61D-1D55DAA47362}"/>
              </a:ext>
            </a:extLst>
          </p:cNvPr>
          <p:cNvSpPr>
            <a:spLocks noGrp="1"/>
          </p:cNvSpPr>
          <p:nvPr/>
        </p:nvSpPr>
        <p:spPr>
          <a:xfrm>
            <a:off x="1573816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8" name="path-203">
            <a:extLst>
              <a:ext uri="{FF2B5EF4-FFF2-40B4-BE49-F238E27FC236}">
                <a16:creationId xmlns:a16="http://schemas.microsoft.com/office/drawing/2014/main" id="{2AEE2773-D848-4A4A-85D5-4BA7B22A720A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9" name="path-215">
            <a:extLst>
              <a:ext uri="{FF2B5EF4-FFF2-40B4-BE49-F238E27FC236}">
                <a16:creationId xmlns:a16="http://schemas.microsoft.com/office/drawing/2014/main" id="{C44952E3-E790-410A-ADA1-7C8C5A979E44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0" name="path-227">
            <a:extLst>
              <a:ext uri="{FF2B5EF4-FFF2-40B4-BE49-F238E27FC236}">
                <a16:creationId xmlns:a16="http://schemas.microsoft.com/office/drawing/2014/main" id="{5481C297-3144-4F28-9557-DD68D610BB43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1" name="path-239">
            <a:extLst>
              <a:ext uri="{FF2B5EF4-FFF2-40B4-BE49-F238E27FC236}">
                <a16:creationId xmlns:a16="http://schemas.microsoft.com/office/drawing/2014/main" id="{4BD41799-D008-47A8-B73F-814AEAA6BEE8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2" name="path-251">
            <a:extLst>
              <a:ext uri="{FF2B5EF4-FFF2-40B4-BE49-F238E27FC236}">
                <a16:creationId xmlns:a16="http://schemas.microsoft.com/office/drawing/2014/main" id="{BC813136-F8C4-4ACD-A89E-2CB9D8F01DE1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3" name="path-263">
            <a:extLst>
              <a:ext uri="{FF2B5EF4-FFF2-40B4-BE49-F238E27FC236}">
                <a16:creationId xmlns:a16="http://schemas.microsoft.com/office/drawing/2014/main" id="{B2826995-8EC9-484D-8689-12F8F9CBB078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4" name="path-275">
            <a:extLst>
              <a:ext uri="{FF2B5EF4-FFF2-40B4-BE49-F238E27FC236}">
                <a16:creationId xmlns:a16="http://schemas.microsoft.com/office/drawing/2014/main" id="{26E7F265-E085-46AF-BF8C-516C1A2D9284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5" name="path-287">
            <a:extLst>
              <a:ext uri="{FF2B5EF4-FFF2-40B4-BE49-F238E27FC236}">
                <a16:creationId xmlns:a16="http://schemas.microsoft.com/office/drawing/2014/main" id="{D87A1509-2776-48C6-887F-47EFC37D3374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6" name="visual-298">
            <a:extLst>
              <a:ext uri="{FF2B5EF4-FFF2-40B4-BE49-F238E27FC236}">
                <a16:creationId xmlns:a16="http://schemas.microsoft.com/office/drawing/2014/main" id="{F03E6693-3248-4C79-9EEF-1D3D9FF91DED}"/>
              </a:ext>
            </a:extLst>
          </p:cNvPr>
          <p:cNvSpPr>
            <a:spLocks noGrp="1"/>
          </p:cNvSpPr>
          <p:nvPr/>
        </p:nvSpPr>
        <p:spPr>
          <a:xfrm>
            <a:off x="13589269" y="6126674"/>
            <a:ext cx="205312" cy="1900157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417" name="path-203">
            <a:extLst>
              <a:ext uri="{FF2B5EF4-FFF2-40B4-BE49-F238E27FC236}">
                <a16:creationId xmlns:a16="http://schemas.microsoft.com/office/drawing/2014/main" id="{913AF151-10E3-4616-B59F-70BB3831E1AC}"/>
              </a:ext>
            </a:extLst>
          </p:cNvPr>
          <p:cNvSpPr>
            <a:spLocks noGrp="1"/>
          </p:cNvSpPr>
          <p:nvPr/>
        </p:nvSpPr>
        <p:spPr>
          <a:xfrm>
            <a:off x="1360714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29718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355</Words>
  <Application>Microsoft Office PowerPoint</Application>
  <DocSecurity>0</DocSecurity>
  <PresentationFormat>自定义</PresentationFormat>
  <Paragraphs>52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Feng</cp:lastModifiedBy>
  <cp:revision>43</cp:revision>
  <dcterms:created xsi:type="dcterms:W3CDTF">2026-09-09T14:03:15Z</dcterms:created>
  <dcterms:modified xsi:type="dcterms:W3CDTF">2026-09-14T11:57:52Z</dcterms:modified>
</cp:coreProperties>
</file>