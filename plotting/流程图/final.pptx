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7145000" cy="1047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main.pdf, Sections II.A, II.B and II.C, equations (1)–(8). This graphical model follows pulse-shaped complex symbols, RF modulation, far-field propagation, reference addition at the aperture and element-wise square-law energy sensing. Channel loss, shadowing and phase are absorbed into each complex path gain; directional phase varies across the array. The reference adds to the field before the power detector. The detailed lower plot uses a reproducible illustrative two-user raised-cosine waveform and a selected receive element, with a local reference. M=4 is drawn only for clarity. The selected m=1 window lies within symbol k=2. Each normalized integral gives one element/subslot energy sample, indexed by the subslot midpoint. All M samples per element and all Nr elements are retained; general pulse overlap requires block processing. The pale RF-squared ripple and its envelope energy are schematic in carrier scale; effective post-detection noise is omitted from the visualization. Optional transmit-side bias/pilot q(t) is omitted as allowed by xi=0. No coherent receiver I/Q mixing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485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visual-1">
            <a:extLst>
              <a:ext uri="{FF2B5EF4-FFF2-40B4-BE49-F238E27FC236}">
                <a16:creationId xmlns:a16="http://schemas.microsoft.com/office/drawing/2014/main" id="{C5798ACA-0D92-4F0A-9399-F48391D20797}"/>
              </a:ext>
            </a:extLst>
          </p:cNvPr>
          <p:cNvSpPr>
            <a:spLocks noGrp="1"/>
          </p:cNvSpPr>
          <p:nvPr/>
        </p:nvSpPr>
        <p:spPr>
          <a:xfrm>
            <a:off x="1007391" y="213102"/>
            <a:ext cx="6526239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A   From symbols to RF</a:t>
            </a:r>
          </a:p>
        </p:txBody>
      </p:sp>
      <p:sp>
        <p:nvSpPr>
          <p:cNvPr id="2" name="visual-2">
            <a:extLst>
              <a:ext uri="{FF2B5EF4-FFF2-40B4-BE49-F238E27FC236}">
                <a16:creationId xmlns:a16="http://schemas.microsoft.com/office/drawing/2014/main" id="{FDF820D7-D37D-4B27-8D37-EFCF02A598F3}"/>
              </a:ext>
            </a:extLst>
          </p:cNvPr>
          <p:cNvSpPr>
            <a:spLocks noGrp="1"/>
          </p:cNvSpPr>
          <p:nvPr/>
        </p:nvSpPr>
        <p:spPr>
          <a:xfrm>
            <a:off x="8039746" y="213102"/>
            <a:ext cx="3773676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B   Far-field propagation</a:t>
            </a:r>
          </a:p>
        </p:txBody>
      </p:sp>
      <p:sp>
        <p:nvSpPr>
          <p:cNvPr id="3" name="visual-3">
            <a:extLst>
              <a:ext uri="{FF2B5EF4-FFF2-40B4-BE49-F238E27FC236}">
                <a16:creationId xmlns:a16="http://schemas.microsoft.com/office/drawing/2014/main" id="{38117F04-9B3F-4228-979E-5F1552F95CDA}"/>
              </a:ext>
            </a:extLst>
          </p:cNvPr>
          <p:cNvSpPr>
            <a:spLocks noGrp="1"/>
          </p:cNvSpPr>
          <p:nvPr/>
        </p:nvSpPr>
        <p:spPr>
          <a:xfrm>
            <a:off x="11884456" y="213102"/>
            <a:ext cx="4288672" cy="4439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62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C   Holographic reception</a:t>
            </a:r>
          </a:p>
        </p:txBody>
      </p:sp>
      <p:sp>
        <p:nvSpPr>
          <p:cNvPr id="4" name="visual-4">
            <a:extLst>
              <a:ext uri="{FF2B5EF4-FFF2-40B4-BE49-F238E27FC236}">
                <a16:creationId xmlns:a16="http://schemas.microsoft.com/office/drawing/2014/main" id="{C73C29A4-5341-4337-94D7-AA0BB21E1E28}"/>
              </a:ext>
            </a:extLst>
          </p:cNvPr>
          <p:cNvSpPr>
            <a:spLocks noGrp="1"/>
          </p:cNvSpPr>
          <p:nvPr/>
        </p:nvSpPr>
        <p:spPr>
          <a:xfrm>
            <a:off x="1016270" y="825769"/>
            <a:ext cx="1926794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Complex symbols</a:t>
            </a:r>
          </a:p>
        </p:txBody>
      </p:sp>
      <p:sp>
        <p:nvSpPr>
          <p:cNvPr id="5" name="path-5">
            <a:extLst>
              <a:ext uri="{FF2B5EF4-FFF2-40B4-BE49-F238E27FC236}">
                <a16:creationId xmlns:a16="http://schemas.microsoft.com/office/drawing/2014/main" id="{D504EB4A-C086-42A6-8915-54C8079CE3EB}"/>
              </a:ext>
            </a:extLst>
          </p:cNvPr>
          <p:cNvSpPr>
            <a:spLocks noGrp="1"/>
          </p:cNvSpPr>
          <p:nvPr/>
        </p:nvSpPr>
        <p:spPr>
          <a:xfrm>
            <a:off x="1398076" y="2055545"/>
            <a:ext cx="1243093" cy="888"/>
          </a:xfrm>
          <a:custGeom>
            <a:avLst/>
            <a:gdLst/>
            <a:ahLst/>
            <a:cxnLst/>
            <a:rect l="0" t="0" r="0" b="0"/>
            <a:pathLst>
              <a:path w="1333500" h="953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" name="path-6">
            <a:extLst>
              <a:ext uri="{FF2B5EF4-FFF2-40B4-BE49-F238E27FC236}">
                <a16:creationId xmlns:a16="http://schemas.microsoft.com/office/drawing/2014/main" id="{8684D701-1990-4A92-A9BD-F13A6380FAA7}"/>
              </a:ext>
            </a:extLst>
          </p:cNvPr>
          <p:cNvSpPr>
            <a:spLocks noGrp="1"/>
          </p:cNvSpPr>
          <p:nvPr/>
        </p:nvSpPr>
        <p:spPr>
          <a:xfrm>
            <a:off x="2019624" y="1491712"/>
            <a:ext cx="888" cy="1127663"/>
          </a:xfrm>
          <a:custGeom>
            <a:avLst/>
            <a:gdLst/>
            <a:ahLst/>
            <a:cxnLst/>
            <a:rect l="0" t="0" r="0" b="0"/>
            <a:pathLst>
              <a:path w="953" h="1209675">
                <a:moveTo>
                  <a:pt x="0" y="0"/>
                </a:moveTo>
                <a:lnTo>
                  <a:pt x="0" y="120967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" name="visual-7">
            <a:extLst>
              <a:ext uri="{FF2B5EF4-FFF2-40B4-BE49-F238E27FC236}">
                <a16:creationId xmlns:a16="http://schemas.microsoft.com/office/drawing/2014/main" id="{09BEB577-B67E-4121-8F49-B77943ED3549}"/>
              </a:ext>
            </a:extLst>
          </p:cNvPr>
          <p:cNvSpPr>
            <a:spLocks noGrp="1"/>
          </p:cNvSpPr>
          <p:nvPr/>
        </p:nvSpPr>
        <p:spPr>
          <a:xfrm>
            <a:off x="1655574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" name="visual-8">
            <a:extLst>
              <a:ext uri="{FF2B5EF4-FFF2-40B4-BE49-F238E27FC236}">
                <a16:creationId xmlns:a16="http://schemas.microsoft.com/office/drawing/2014/main" id="{7B878152-257E-49E8-BC1B-5C886B6194F0}"/>
              </a:ext>
            </a:extLst>
          </p:cNvPr>
          <p:cNvSpPr>
            <a:spLocks noGrp="1"/>
          </p:cNvSpPr>
          <p:nvPr/>
        </p:nvSpPr>
        <p:spPr>
          <a:xfrm>
            <a:off x="2277121" y="1720352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9" name="visual-9">
            <a:extLst>
              <a:ext uri="{FF2B5EF4-FFF2-40B4-BE49-F238E27FC236}">
                <a16:creationId xmlns:a16="http://schemas.microsoft.com/office/drawing/2014/main" id="{F3FA765C-3A82-4CD5-9C24-7DF05CB79559}"/>
              </a:ext>
            </a:extLst>
          </p:cNvPr>
          <p:cNvSpPr>
            <a:spLocks noGrp="1"/>
          </p:cNvSpPr>
          <p:nvPr/>
        </p:nvSpPr>
        <p:spPr>
          <a:xfrm>
            <a:off x="1655574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0" name="visual-10">
            <a:extLst>
              <a:ext uri="{FF2B5EF4-FFF2-40B4-BE49-F238E27FC236}">
                <a16:creationId xmlns:a16="http://schemas.microsoft.com/office/drawing/2014/main" id="{C477A9C3-0F83-4DEE-9595-0B4C88050873}"/>
              </a:ext>
            </a:extLst>
          </p:cNvPr>
          <p:cNvSpPr>
            <a:spLocks noGrp="1"/>
          </p:cNvSpPr>
          <p:nvPr/>
        </p:nvSpPr>
        <p:spPr>
          <a:xfrm>
            <a:off x="2277121" y="2284183"/>
            <a:ext cx="106551" cy="106551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1" name="visual-11">
            <a:extLst>
              <a:ext uri="{FF2B5EF4-FFF2-40B4-BE49-F238E27FC236}">
                <a16:creationId xmlns:a16="http://schemas.microsoft.com/office/drawing/2014/main" id="{CEDB4C30-BAF7-4751-9C9E-FC24C0C344EC}"/>
              </a:ext>
            </a:extLst>
          </p:cNvPr>
          <p:cNvSpPr>
            <a:spLocks noGrp="1"/>
          </p:cNvSpPr>
          <p:nvPr/>
        </p:nvSpPr>
        <p:spPr>
          <a:xfrm>
            <a:off x="2614532" y="2024466"/>
            <a:ext cx="230860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" name="visual-12">
            <a:extLst>
              <a:ext uri="{FF2B5EF4-FFF2-40B4-BE49-F238E27FC236}">
                <a16:creationId xmlns:a16="http://schemas.microsoft.com/office/drawing/2014/main" id="{DD1D22CB-8878-4D62-B101-F66BB0A3D02B}"/>
              </a:ext>
            </a:extLst>
          </p:cNvPr>
          <p:cNvSpPr>
            <a:spLocks noGrp="1"/>
          </p:cNvSpPr>
          <p:nvPr/>
        </p:nvSpPr>
        <p:spPr>
          <a:xfrm>
            <a:off x="1895314" y="1216455"/>
            <a:ext cx="266377" cy="284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3" name="visual-13">
            <a:extLst>
              <a:ext uri="{FF2B5EF4-FFF2-40B4-BE49-F238E27FC236}">
                <a16:creationId xmlns:a16="http://schemas.microsoft.com/office/drawing/2014/main" id="{856D1ED9-A030-4733-897C-FA69A4BDB38D}"/>
              </a:ext>
            </a:extLst>
          </p:cNvPr>
          <p:cNvSpPr>
            <a:spLocks noGrp="1"/>
          </p:cNvSpPr>
          <p:nvPr/>
        </p:nvSpPr>
        <p:spPr>
          <a:xfrm>
            <a:off x="1420275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4" name="visual-14">
            <a:extLst>
              <a:ext uri="{FF2B5EF4-FFF2-40B4-BE49-F238E27FC236}">
                <a16:creationId xmlns:a16="http://schemas.microsoft.com/office/drawing/2014/main" id="{627D69F1-7D4B-4672-A61A-8103998684C5}"/>
              </a:ext>
            </a:extLst>
          </p:cNvPr>
          <p:cNvSpPr>
            <a:spLocks noGrp="1"/>
          </p:cNvSpPr>
          <p:nvPr/>
        </p:nvSpPr>
        <p:spPr>
          <a:xfrm>
            <a:off x="1722169" y="2872434"/>
            <a:ext cx="97672" cy="97672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5" name="visual-15">
            <a:extLst>
              <a:ext uri="{FF2B5EF4-FFF2-40B4-BE49-F238E27FC236}">
                <a16:creationId xmlns:a16="http://schemas.microsoft.com/office/drawing/2014/main" id="{ADAF5FC1-0133-4CED-A198-7BC9DA5AF0F6}"/>
              </a:ext>
            </a:extLst>
          </p:cNvPr>
          <p:cNvSpPr>
            <a:spLocks noGrp="1"/>
          </p:cNvSpPr>
          <p:nvPr/>
        </p:nvSpPr>
        <p:spPr>
          <a:xfrm>
            <a:off x="2024063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6" name="visual-16">
            <a:extLst>
              <a:ext uri="{FF2B5EF4-FFF2-40B4-BE49-F238E27FC236}">
                <a16:creationId xmlns:a16="http://schemas.microsoft.com/office/drawing/2014/main" id="{084DFB30-6893-46E1-9C96-B657D0D2F15E}"/>
              </a:ext>
            </a:extLst>
          </p:cNvPr>
          <p:cNvSpPr>
            <a:spLocks noGrp="1"/>
          </p:cNvSpPr>
          <p:nvPr/>
        </p:nvSpPr>
        <p:spPr>
          <a:xfrm>
            <a:off x="2325957" y="2872434"/>
            <a:ext cx="97672" cy="97672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17" name="visual-17">
            <a:extLst>
              <a:ext uri="{FF2B5EF4-FFF2-40B4-BE49-F238E27FC236}">
                <a16:creationId xmlns:a16="http://schemas.microsoft.com/office/drawing/2014/main" id="{EC0C3455-3C00-499D-9C47-B2F45195B5FE}"/>
              </a:ext>
            </a:extLst>
          </p:cNvPr>
          <p:cNvSpPr>
            <a:spLocks noGrp="1"/>
          </p:cNvSpPr>
          <p:nvPr/>
        </p:nvSpPr>
        <p:spPr>
          <a:xfrm>
            <a:off x="954114" y="3214284"/>
            <a:ext cx="207774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Symbol sequence</a:t>
            </a:r>
          </a:p>
        </p:txBody>
      </p:sp>
      <p:sp>
        <p:nvSpPr>
          <p:cNvPr id="18" name="path-18">
            <a:extLst>
              <a:ext uri="{FF2B5EF4-FFF2-40B4-BE49-F238E27FC236}">
                <a16:creationId xmlns:a16="http://schemas.microsoft.com/office/drawing/2014/main" id="{6670FC74-039A-492F-9DD5-7F262D76384F}"/>
              </a:ext>
            </a:extLst>
          </p:cNvPr>
          <p:cNvSpPr>
            <a:spLocks noGrp="1"/>
          </p:cNvSpPr>
          <p:nvPr/>
        </p:nvSpPr>
        <p:spPr>
          <a:xfrm>
            <a:off x="2943064" y="2042225"/>
            <a:ext cx="252170" cy="888"/>
          </a:xfrm>
          <a:custGeom>
            <a:avLst/>
            <a:gdLst/>
            <a:ahLst/>
            <a:cxnLst/>
            <a:rect l="0" t="0" r="0" b="0"/>
            <a:pathLst>
              <a:path w="270510" h="953">
                <a:moveTo>
                  <a:pt x="0" y="0"/>
                </a:moveTo>
                <a:lnTo>
                  <a:pt x="270510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9" name="path-19">
            <a:extLst>
              <a:ext uri="{FF2B5EF4-FFF2-40B4-BE49-F238E27FC236}">
                <a16:creationId xmlns:a16="http://schemas.microsoft.com/office/drawing/2014/main" id="{FB21FFE8-CDA5-4BE3-949A-CE9E5720604B}"/>
              </a:ext>
            </a:extLst>
          </p:cNvPr>
          <p:cNvSpPr>
            <a:spLocks noGrp="1"/>
          </p:cNvSpPr>
          <p:nvPr/>
        </p:nvSpPr>
        <p:spPr>
          <a:xfrm>
            <a:off x="3173924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" name="visual-20">
            <a:extLst>
              <a:ext uri="{FF2B5EF4-FFF2-40B4-BE49-F238E27FC236}">
                <a16:creationId xmlns:a16="http://schemas.microsoft.com/office/drawing/2014/main" id="{B423E751-6C47-48B9-B402-5521B9D6AFB2}"/>
              </a:ext>
            </a:extLst>
          </p:cNvPr>
          <p:cNvSpPr>
            <a:spLocks noGrp="1"/>
          </p:cNvSpPr>
          <p:nvPr/>
        </p:nvSpPr>
        <p:spPr>
          <a:xfrm>
            <a:off x="3262717" y="825769"/>
            <a:ext cx="196231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Pulse shaping</a:t>
            </a:r>
          </a:p>
        </p:txBody>
      </p:sp>
      <p:sp>
        <p:nvSpPr>
          <p:cNvPr id="21" name="path-21">
            <a:extLst>
              <a:ext uri="{FF2B5EF4-FFF2-40B4-BE49-F238E27FC236}">
                <a16:creationId xmlns:a16="http://schemas.microsoft.com/office/drawing/2014/main" id="{738A9C1C-D256-43DB-BD4C-0D24EF02FE75}"/>
              </a:ext>
            </a:extLst>
          </p:cNvPr>
          <p:cNvSpPr>
            <a:spLocks noGrp="1"/>
          </p:cNvSpPr>
          <p:nvPr/>
        </p:nvSpPr>
        <p:spPr>
          <a:xfrm>
            <a:off x="3413664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2" name="path-22">
            <a:extLst>
              <a:ext uri="{FF2B5EF4-FFF2-40B4-BE49-F238E27FC236}">
                <a16:creationId xmlns:a16="http://schemas.microsoft.com/office/drawing/2014/main" id="{CF38D5F3-B59D-4448-A842-C26484770A04}"/>
              </a:ext>
            </a:extLst>
          </p:cNvPr>
          <p:cNvSpPr>
            <a:spLocks noGrp="1"/>
          </p:cNvSpPr>
          <p:nvPr/>
        </p:nvSpPr>
        <p:spPr>
          <a:xfrm>
            <a:off x="3830988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3" name="path-23">
            <a:extLst>
              <a:ext uri="{FF2B5EF4-FFF2-40B4-BE49-F238E27FC236}">
                <a16:creationId xmlns:a16="http://schemas.microsoft.com/office/drawing/2014/main" id="{260069E3-3531-4086-BEF1-04EF1134C974}"/>
              </a:ext>
            </a:extLst>
          </p:cNvPr>
          <p:cNvSpPr>
            <a:spLocks noGrp="1"/>
          </p:cNvSpPr>
          <p:nvPr/>
        </p:nvSpPr>
        <p:spPr>
          <a:xfrm>
            <a:off x="4248312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4" name="path-24">
            <a:extLst>
              <a:ext uri="{FF2B5EF4-FFF2-40B4-BE49-F238E27FC236}">
                <a16:creationId xmlns:a16="http://schemas.microsoft.com/office/drawing/2014/main" id="{4F4C7A28-E7EF-4328-A9C0-49D263A88444}"/>
              </a:ext>
            </a:extLst>
          </p:cNvPr>
          <p:cNvSpPr>
            <a:spLocks noGrp="1"/>
          </p:cNvSpPr>
          <p:nvPr/>
        </p:nvSpPr>
        <p:spPr>
          <a:xfrm>
            <a:off x="4665636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5" name="path-25">
            <a:extLst>
              <a:ext uri="{FF2B5EF4-FFF2-40B4-BE49-F238E27FC236}">
                <a16:creationId xmlns:a16="http://schemas.microsoft.com/office/drawing/2014/main" id="{C9B2CFD1-B4D6-47E6-AF35-E223B6937FFF}"/>
              </a:ext>
            </a:extLst>
          </p:cNvPr>
          <p:cNvSpPr>
            <a:spLocks noGrp="1"/>
          </p:cNvSpPr>
          <p:nvPr/>
        </p:nvSpPr>
        <p:spPr>
          <a:xfrm>
            <a:off x="5082960" y="1340765"/>
            <a:ext cx="888" cy="1296369"/>
          </a:xfrm>
          <a:custGeom>
            <a:avLst/>
            <a:gdLst/>
            <a:ahLst/>
            <a:cxnLst/>
            <a:rect l="0" t="0" r="0" b="0"/>
            <a:pathLst>
              <a:path w="953" h="1390650">
                <a:moveTo>
                  <a:pt x="0" y="0"/>
                </a:moveTo>
                <a:lnTo>
                  <a:pt x="0" y="1390650"/>
                </a:lnTo>
              </a:path>
            </a:pathLst>
          </a:custGeom>
          <a:noFill/>
          <a:ln w="9525">
            <a:solidFill>
              <a:srgbClr val="CCD9E2"/>
            </a:solidFill>
            <a:prstDash val="dash"/>
          </a:ln>
        </p:spPr>
      </p:sp>
      <p:sp>
        <p:nvSpPr>
          <p:cNvPr id="26" name="path-26">
            <a:extLst>
              <a:ext uri="{FF2B5EF4-FFF2-40B4-BE49-F238E27FC236}">
                <a16:creationId xmlns:a16="http://schemas.microsoft.com/office/drawing/2014/main" id="{968D923C-563B-4CD1-B2F8-90317152C69B}"/>
              </a:ext>
            </a:extLst>
          </p:cNvPr>
          <p:cNvSpPr>
            <a:spLocks noGrp="1"/>
          </p:cNvSpPr>
          <p:nvPr/>
        </p:nvSpPr>
        <p:spPr>
          <a:xfrm>
            <a:off x="3351509" y="1713693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7" name="path-27">
            <a:extLst>
              <a:ext uri="{FF2B5EF4-FFF2-40B4-BE49-F238E27FC236}">
                <a16:creationId xmlns:a16="http://schemas.microsoft.com/office/drawing/2014/main" id="{70B28DA5-E423-4ADF-B164-B74535A7ECCC}"/>
              </a:ext>
            </a:extLst>
          </p:cNvPr>
          <p:cNvSpPr>
            <a:spLocks noGrp="1"/>
          </p:cNvSpPr>
          <p:nvPr/>
        </p:nvSpPr>
        <p:spPr>
          <a:xfrm>
            <a:off x="3351509" y="2344119"/>
            <a:ext cx="1784727" cy="888"/>
          </a:xfrm>
          <a:custGeom>
            <a:avLst/>
            <a:gdLst/>
            <a:ahLst/>
            <a:cxnLst/>
            <a:rect l="0" t="0" r="0" b="0"/>
            <a:pathLst>
              <a:path w="1914525" h="953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/>
          <a:ln w="9525">
            <a:solidFill>
              <a:srgbClr val="CCD9E2"/>
            </a:solidFill>
            <a:prstDash val="solid"/>
          </a:ln>
        </p:spPr>
      </p:sp>
      <p:sp>
        <p:nvSpPr>
          <p:cNvPr id="28" name="path-28">
            <a:extLst>
              <a:ext uri="{FF2B5EF4-FFF2-40B4-BE49-F238E27FC236}">
                <a16:creationId xmlns:a16="http://schemas.microsoft.com/office/drawing/2014/main" id="{5A16ECA3-E48A-4FF5-807D-C9810D8D269E}"/>
              </a:ext>
            </a:extLst>
          </p:cNvPr>
          <p:cNvSpPr>
            <a:spLocks noGrp="1"/>
          </p:cNvSpPr>
          <p:nvPr/>
        </p:nvSpPr>
        <p:spPr>
          <a:xfrm>
            <a:off x="3413663" y="1537899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71924"/>
                </a:moveTo>
                <a:lnTo>
                  <a:pt x="15048" y="63746"/>
                </a:lnTo>
                <a:lnTo>
                  <a:pt x="30096" y="55841"/>
                </a:lnTo>
                <a:lnTo>
                  <a:pt x="45144" y="48266"/>
                </a:lnTo>
                <a:lnTo>
                  <a:pt x="60192" y="41076"/>
                </a:lnTo>
                <a:lnTo>
                  <a:pt x="75239" y="34324"/>
                </a:lnTo>
                <a:lnTo>
                  <a:pt x="90287" y="28060"/>
                </a:lnTo>
                <a:lnTo>
                  <a:pt x="105335" y="22332"/>
                </a:lnTo>
                <a:lnTo>
                  <a:pt x="120383" y="17182"/>
                </a:lnTo>
                <a:lnTo>
                  <a:pt x="135431" y="12649"/>
                </a:lnTo>
                <a:lnTo>
                  <a:pt x="150479" y="8768"/>
                </a:lnTo>
                <a:lnTo>
                  <a:pt x="165527" y="5569"/>
                </a:lnTo>
                <a:lnTo>
                  <a:pt x="180575" y="3076"/>
                </a:lnTo>
                <a:lnTo>
                  <a:pt x="195623" y="1309"/>
                </a:lnTo>
                <a:lnTo>
                  <a:pt x="210671" y="281"/>
                </a:lnTo>
                <a:lnTo>
                  <a:pt x="225718" y="0"/>
                </a:lnTo>
                <a:lnTo>
                  <a:pt x="240766" y="468"/>
                </a:lnTo>
                <a:lnTo>
                  <a:pt x="255814" y="1682"/>
                </a:lnTo>
                <a:lnTo>
                  <a:pt x="270862" y="3632"/>
                </a:lnTo>
                <a:lnTo>
                  <a:pt x="285910" y="6304"/>
                </a:lnTo>
                <a:lnTo>
                  <a:pt x="300958" y="9676"/>
                </a:lnTo>
                <a:lnTo>
                  <a:pt x="316006" y="13722"/>
                </a:lnTo>
                <a:lnTo>
                  <a:pt x="331054" y="18413"/>
                </a:lnTo>
                <a:lnTo>
                  <a:pt x="346102" y="23711"/>
                </a:lnTo>
                <a:lnTo>
                  <a:pt x="361150" y="29578"/>
                </a:lnTo>
                <a:lnTo>
                  <a:pt x="376197" y="35968"/>
                </a:lnTo>
                <a:lnTo>
                  <a:pt x="391245" y="42834"/>
                </a:lnTo>
                <a:lnTo>
                  <a:pt x="406293" y="50126"/>
                </a:lnTo>
                <a:lnTo>
                  <a:pt x="421341" y="57788"/>
                </a:lnTo>
                <a:lnTo>
                  <a:pt x="436389" y="65767"/>
                </a:lnTo>
                <a:lnTo>
                  <a:pt x="451437" y="74004"/>
                </a:lnTo>
                <a:lnTo>
                  <a:pt x="466485" y="82441"/>
                </a:lnTo>
                <a:lnTo>
                  <a:pt x="481533" y="91019"/>
                </a:lnTo>
                <a:lnTo>
                  <a:pt x="496581" y="99679"/>
                </a:lnTo>
                <a:lnTo>
                  <a:pt x="511629" y="108362"/>
                </a:lnTo>
                <a:lnTo>
                  <a:pt x="526676" y="117012"/>
                </a:lnTo>
                <a:lnTo>
                  <a:pt x="541724" y="125571"/>
                </a:lnTo>
                <a:lnTo>
                  <a:pt x="556772" y="133987"/>
                </a:lnTo>
                <a:lnTo>
                  <a:pt x="571820" y="142208"/>
                </a:lnTo>
                <a:lnTo>
                  <a:pt x="586868" y="150185"/>
                </a:lnTo>
                <a:lnTo>
                  <a:pt x="601916" y="157872"/>
                </a:lnTo>
                <a:lnTo>
                  <a:pt x="616964" y="165230"/>
                </a:lnTo>
                <a:lnTo>
                  <a:pt x="632012" y="172219"/>
                </a:lnTo>
                <a:lnTo>
                  <a:pt x="647060" y="178806"/>
                </a:lnTo>
                <a:lnTo>
                  <a:pt x="662108" y="184962"/>
                </a:lnTo>
                <a:lnTo>
                  <a:pt x="677155" y="190662"/>
                </a:lnTo>
                <a:lnTo>
                  <a:pt x="692203" y="195887"/>
                </a:lnTo>
                <a:lnTo>
                  <a:pt x="707251" y="200621"/>
                </a:lnTo>
                <a:lnTo>
                  <a:pt x="722299" y="204854"/>
                </a:lnTo>
                <a:lnTo>
                  <a:pt x="737347" y="208580"/>
                </a:lnTo>
                <a:lnTo>
                  <a:pt x="752395" y="211797"/>
                </a:lnTo>
                <a:lnTo>
                  <a:pt x="767443" y="214509"/>
                </a:lnTo>
                <a:lnTo>
                  <a:pt x="782491" y="216723"/>
                </a:lnTo>
                <a:lnTo>
                  <a:pt x="797539" y="218451"/>
                </a:lnTo>
                <a:lnTo>
                  <a:pt x="812587" y="219709"/>
                </a:lnTo>
                <a:lnTo>
                  <a:pt x="827634" y="220515"/>
                </a:lnTo>
                <a:lnTo>
                  <a:pt x="842682" y="220891"/>
                </a:lnTo>
                <a:lnTo>
                  <a:pt x="857730" y="220864"/>
                </a:lnTo>
                <a:lnTo>
                  <a:pt x="872778" y="220459"/>
                </a:lnTo>
                <a:lnTo>
                  <a:pt x="887826" y="219708"/>
                </a:lnTo>
                <a:lnTo>
                  <a:pt x="902874" y="218642"/>
                </a:lnTo>
                <a:lnTo>
                  <a:pt x="917922" y="217293"/>
                </a:lnTo>
                <a:lnTo>
                  <a:pt x="932970" y="215697"/>
                </a:lnTo>
                <a:lnTo>
                  <a:pt x="948018" y="213886"/>
                </a:lnTo>
                <a:lnTo>
                  <a:pt x="963066" y="211897"/>
                </a:lnTo>
                <a:lnTo>
                  <a:pt x="978113" y="209764"/>
                </a:lnTo>
                <a:lnTo>
                  <a:pt x="993161" y="207522"/>
                </a:lnTo>
                <a:lnTo>
                  <a:pt x="1008209" y="205202"/>
                </a:lnTo>
                <a:lnTo>
                  <a:pt x="1023257" y="202839"/>
                </a:lnTo>
                <a:lnTo>
                  <a:pt x="1038305" y="200461"/>
                </a:lnTo>
                <a:lnTo>
                  <a:pt x="1053353" y="198100"/>
                </a:lnTo>
                <a:lnTo>
                  <a:pt x="1068401" y="195781"/>
                </a:lnTo>
                <a:lnTo>
                  <a:pt x="1083449" y="193529"/>
                </a:lnTo>
                <a:lnTo>
                  <a:pt x="1098497" y="191368"/>
                </a:lnTo>
                <a:lnTo>
                  <a:pt x="1113545" y="189317"/>
                </a:lnTo>
                <a:lnTo>
                  <a:pt x="1128592" y="187393"/>
                </a:lnTo>
                <a:lnTo>
                  <a:pt x="1143640" y="185613"/>
                </a:lnTo>
                <a:lnTo>
                  <a:pt x="1158688" y="183989"/>
                </a:lnTo>
                <a:lnTo>
                  <a:pt x="1173736" y="182529"/>
                </a:lnTo>
                <a:lnTo>
                  <a:pt x="1188784" y="181242"/>
                </a:lnTo>
                <a:lnTo>
                  <a:pt x="1203832" y="180131"/>
                </a:lnTo>
                <a:lnTo>
                  <a:pt x="1218880" y="179199"/>
                </a:lnTo>
                <a:lnTo>
                  <a:pt x="1233928" y="178446"/>
                </a:lnTo>
                <a:lnTo>
                  <a:pt x="1248976" y="177868"/>
                </a:lnTo>
                <a:lnTo>
                  <a:pt x="1264024" y="177463"/>
                </a:lnTo>
                <a:lnTo>
                  <a:pt x="1279071" y="177222"/>
                </a:lnTo>
                <a:lnTo>
                  <a:pt x="1294119" y="177138"/>
                </a:lnTo>
                <a:lnTo>
                  <a:pt x="1309167" y="177201"/>
                </a:lnTo>
                <a:lnTo>
                  <a:pt x="1324215" y="177401"/>
                </a:lnTo>
                <a:lnTo>
                  <a:pt x="1339263" y="177725"/>
                </a:lnTo>
                <a:lnTo>
                  <a:pt x="1354311" y="178160"/>
                </a:lnTo>
                <a:lnTo>
                  <a:pt x="1369359" y="178694"/>
                </a:lnTo>
                <a:lnTo>
                  <a:pt x="1384407" y="179312"/>
                </a:lnTo>
                <a:lnTo>
                  <a:pt x="1399455" y="180000"/>
                </a:lnTo>
                <a:lnTo>
                  <a:pt x="1414503" y="180743"/>
                </a:lnTo>
                <a:lnTo>
                  <a:pt x="1429550" y="181530"/>
                </a:lnTo>
                <a:lnTo>
                  <a:pt x="1444598" y="182344"/>
                </a:lnTo>
                <a:lnTo>
                  <a:pt x="1459646" y="183175"/>
                </a:lnTo>
                <a:lnTo>
                  <a:pt x="1474694" y="184008"/>
                </a:lnTo>
                <a:lnTo>
                  <a:pt x="1489742" y="184834"/>
                </a:lnTo>
                <a:lnTo>
                  <a:pt x="1504790" y="185640"/>
                </a:lnTo>
                <a:lnTo>
                  <a:pt x="1519838" y="186418"/>
                </a:lnTo>
                <a:lnTo>
                  <a:pt x="1534886" y="187160"/>
                </a:lnTo>
                <a:lnTo>
                  <a:pt x="1549934" y="187856"/>
                </a:lnTo>
                <a:lnTo>
                  <a:pt x="1564982" y="188503"/>
                </a:lnTo>
                <a:lnTo>
                  <a:pt x="1580029" y="189093"/>
                </a:lnTo>
                <a:lnTo>
                  <a:pt x="1595077" y="189624"/>
                </a:lnTo>
                <a:lnTo>
                  <a:pt x="1610125" y="190092"/>
                </a:lnTo>
                <a:lnTo>
                  <a:pt x="1625173" y="190497"/>
                </a:lnTo>
                <a:lnTo>
                  <a:pt x="1640221" y="190837"/>
                </a:lnTo>
                <a:lnTo>
                  <a:pt x="1655269" y="191113"/>
                </a:lnTo>
                <a:lnTo>
                  <a:pt x="1670317" y="191327"/>
                </a:lnTo>
                <a:lnTo>
                  <a:pt x="1685365" y="191480"/>
                </a:lnTo>
                <a:lnTo>
                  <a:pt x="1700413" y="191576"/>
                </a:lnTo>
                <a:lnTo>
                  <a:pt x="1715461" y="191618"/>
                </a:lnTo>
                <a:lnTo>
                  <a:pt x="1730508" y="191611"/>
                </a:lnTo>
                <a:lnTo>
                  <a:pt x="1745556" y="191559"/>
                </a:lnTo>
                <a:lnTo>
                  <a:pt x="1760604" y="191467"/>
                </a:lnTo>
                <a:lnTo>
                  <a:pt x="1775652" y="191341"/>
                </a:lnTo>
                <a:lnTo>
                  <a:pt x="1790700" y="19118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29" name="path-29">
            <a:extLst>
              <a:ext uri="{FF2B5EF4-FFF2-40B4-BE49-F238E27FC236}">
                <a16:creationId xmlns:a16="http://schemas.microsoft.com/office/drawing/2014/main" id="{D1BA740A-3EA5-4AE2-BC6A-1ED0DD4DB085}"/>
              </a:ext>
            </a:extLst>
          </p:cNvPr>
          <p:cNvSpPr>
            <a:spLocks noGrp="1"/>
          </p:cNvSpPr>
          <p:nvPr/>
        </p:nvSpPr>
        <p:spPr>
          <a:xfrm>
            <a:off x="3413663" y="1537942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219165"/>
                </a:moveTo>
                <a:lnTo>
                  <a:pt x="15048" y="220078"/>
                </a:lnTo>
                <a:lnTo>
                  <a:pt x="30096" y="220660"/>
                </a:lnTo>
                <a:lnTo>
                  <a:pt x="45144" y="220879"/>
                </a:lnTo>
                <a:lnTo>
                  <a:pt x="60192" y="220708"/>
                </a:lnTo>
                <a:lnTo>
                  <a:pt x="75239" y="220120"/>
                </a:lnTo>
                <a:lnTo>
                  <a:pt x="90287" y="219091"/>
                </a:lnTo>
                <a:lnTo>
                  <a:pt x="105335" y="217600"/>
                </a:lnTo>
                <a:lnTo>
                  <a:pt x="120383" y="215631"/>
                </a:lnTo>
                <a:lnTo>
                  <a:pt x="135431" y="213169"/>
                </a:lnTo>
                <a:lnTo>
                  <a:pt x="150479" y="210205"/>
                </a:lnTo>
                <a:lnTo>
                  <a:pt x="165527" y="206734"/>
                </a:lnTo>
                <a:lnTo>
                  <a:pt x="180575" y="202754"/>
                </a:lnTo>
                <a:lnTo>
                  <a:pt x="195623" y="198270"/>
                </a:lnTo>
                <a:lnTo>
                  <a:pt x="210671" y="193289"/>
                </a:lnTo>
                <a:lnTo>
                  <a:pt x="225718" y="187824"/>
                </a:lnTo>
                <a:lnTo>
                  <a:pt x="240766" y="181893"/>
                </a:lnTo>
                <a:lnTo>
                  <a:pt x="255814" y="175518"/>
                </a:lnTo>
                <a:lnTo>
                  <a:pt x="270862" y="168726"/>
                </a:lnTo>
                <a:lnTo>
                  <a:pt x="285910" y="161548"/>
                </a:lnTo>
                <a:lnTo>
                  <a:pt x="300958" y="154020"/>
                </a:lnTo>
                <a:lnTo>
                  <a:pt x="316006" y="146183"/>
                </a:lnTo>
                <a:lnTo>
                  <a:pt x="331054" y="138078"/>
                </a:lnTo>
                <a:lnTo>
                  <a:pt x="346102" y="129753"/>
                </a:lnTo>
                <a:lnTo>
                  <a:pt x="361150" y="121259"/>
                </a:lnTo>
                <a:lnTo>
                  <a:pt x="376197" y="112648"/>
                </a:lnTo>
                <a:lnTo>
                  <a:pt x="391245" y="103974"/>
                </a:lnTo>
                <a:lnTo>
                  <a:pt x="406293" y="95295"/>
                </a:lnTo>
                <a:lnTo>
                  <a:pt x="421341" y="86669"/>
                </a:lnTo>
                <a:lnTo>
                  <a:pt x="436389" y="78154"/>
                </a:lnTo>
                <a:lnTo>
                  <a:pt x="451437" y="69810"/>
                </a:lnTo>
                <a:lnTo>
                  <a:pt x="466485" y="61695"/>
                </a:lnTo>
                <a:lnTo>
                  <a:pt x="481533" y="53867"/>
                </a:lnTo>
                <a:lnTo>
                  <a:pt x="496581" y="46383"/>
                </a:lnTo>
                <a:lnTo>
                  <a:pt x="511629" y="39298"/>
                </a:lnTo>
                <a:lnTo>
                  <a:pt x="526676" y="32663"/>
                </a:lnTo>
                <a:lnTo>
                  <a:pt x="541724" y="26529"/>
                </a:lnTo>
                <a:lnTo>
                  <a:pt x="556772" y="20942"/>
                </a:lnTo>
                <a:lnTo>
                  <a:pt x="571820" y="15942"/>
                </a:lnTo>
                <a:lnTo>
                  <a:pt x="586868" y="11570"/>
                </a:lnTo>
                <a:lnTo>
                  <a:pt x="601916" y="7857"/>
                </a:lnTo>
                <a:lnTo>
                  <a:pt x="616964" y="4832"/>
                </a:lnTo>
                <a:lnTo>
                  <a:pt x="632012" y="2519"/>
                </a:lnTo>
                <a:lnTo>
                  <a:pt x="647060" y="936"/>
                </a:lnTo>
                <a:lnTo>
                  <a:pt x="662108" y="94"/>
                </a:lnTo>
                <a:lnTo>
                  <a:pt x="677155" y="0"/>
                </a:lnTo>
                <a:lnTo>
                  <a:pt x="692203" y="655"/>
                </a:lnTo>
                <a:lnTo>
                  <a:pt x="707251" y="2054"/>
                </a:lnTo>
                <a:lnTo>
                  <a:pt x="722299" y="4186"/>
                </a:lnTo>
                <a:lnTo>
                  <a:pt x="737347" y="7035"/>
                </a:lnTo>
                <a:lnTo>
                  <a:pt x="752395" y="10578"/>
                </a:lnTo>
                <a:lnTo>
                  <a:pt x="767443" y="14789"/>
                </a:lnTo>
                <a:lnTo>
                  <a:pt x="782491" y="19635"/>
                </a:lnTo>
                <a:lnTo>
                  <a:pt x="797539" y="25079"/>
                </a:lnTo>
                <a:lnTo>
                  <a:pt x="812587" y="31081"/>
                </a:lnTo>
                <a:lnTo>
                  <a:pt x="827634" y="37595"/>
                </a:lnTo>
                <a:lnTo>
                  <a:pt x="842682" y="44572"/>
                </a:lnTo>
                <a:lnTo>
                  <a:pt x="857730" y="51962"/>
                </a:lnTo>
                <a:lnTo>
                  <a:pt x="872778" y="59709"/>
                </a:lnTo>
                <a:lnTo>
                  <a:pt x="887826" y="67757"/>
                </a:lnTo>
                <a:lnTo>
                  <a:pt x="902874" y="76050"/>
                </a:lnTo>
                <a:lnTo>
                  <a:pt x="917922" y="84528"/>
                </a:lnTo>
                <a:lnTo>
                  <a:pt x="932970" y="93132"/>
                </a:lnTo>
                <a:lnTo>
                  <a:pt x="948018" y="101803"/>
                </a:lnTo>
                <a:lnTo>
                  <a:pt x="963066" y="110483"/>
                </a:lnTo>
                <a:lnTo>
                  <a:pt x="978113" y="119115"/>
                </a:lnTo>
                <a:lnTo>
                  <a:pt x="993161" y="127644"/>
                </a:lnTo>
                <a:lnTo>
                  <a:pt x="1008209" y="136016"/>
                </a:lnTo>
                <a:lnTo>
                  <a:pt x="1023257" y="144180"/>
                </a:lnTo>
                <a:lnTo>
                  <a:pt x="1038305" y="152088"/>
                </a:lnTo>
                <a:lnTo>
                  <a:pt x="1053353" y="159697"/>
                </a:lnTo>
                <a:lnTo>
                  <a:pt x="1068401" y="166966"/>
                </a:lnTo>
                <a:lnTo>
                  <a:pt x="1083449" y="173858"/>
                </a:lnTo>
                <a:lnTo>
                  <a:pt x="1098497" y="180339"/>
                </a:lnTo>
                <a:lnTo>
                  <a:pt x="1113545" y="186384"/>
                </a:lnTo>
                <a:lnTo>
                  <a:pt x="1128592" y="191967"/>
                </a:lnTo>
                <a:lnTo>
                  <a:pt x="1143640" y="197071"/>
                </a:lnTo>
                <a:lnTo>
                  <a:pt x="1158688" y="201680"/>
                </a:lnTo>
                <a:lnTo>
                  <a:pt x="1173736" y="205786"/>
                </a:lnTo>
                <a:lnTo>
                  <a:pt x="1188784" y="209385"/>
                </a:lnTo>
                <a:lnTo>
                  <a:pt x="1203832" y="212475"/>
                </a:lnTo>
                <a:lnTo>
                  <a:pt x="1218880" y="215062"/>
                </a:lnTo>
                <a:lnTo>
                  <a:pt x="1233928" y="217153"/>
                </a:lnTo>
                <a:lnTo>
                  <a:pt x="1248976" y="218762"/>
                </a:lnTo>
                <a:lnTo>
                  <a:pt x="1264024" y="219905"/>
                </a:lnTo>
                <a:lnTo>
                  <a:pt x="1279071" y="220601"/>
                </a:lnTo>
                <a:lnTo>
                  <a:pt x="1294119" y="220874"/>
                </a:lnTo>
                <a:lnTo>
                  <a:pt x="1309167" y="220750"/>
                </a:lnTo>
                <a:lnTo>
                  <a:pt x="1324215" y="220256"/>
                </a:lnTo>
                <a:lnTo>
                  <a:pt x="1339263" y="219423"/>
                </a:lnTo>
                <a:lnTo>
                  <a:pt x="1354311" y="218283"/>
                </a:lnTo>
                <a:lnTo>
                  <a:pt x="1369359" y="216869"/>
                </a:lnTo>
                <a:lnTo>
                  <a:pt x="1384407" y="215216"/>
                </a:lnTo>
                <a:lnTo>
                  <a:pt x="1399455" y="213358"/>
                </a:lnTo>
                <a:lnTo>
                  <a:pt x="1414503" y="211329"/>
                </a:lnTo>
                <a:lnTo>
                  <a:pt x="1429550" y="209166"/>
                </a:lnTo>
                <a:lnTo>
                  <a:pt x="1444598" y="206901"/>
                </a:lnTo>
                <a:lnTo>
                  <a:pt x="1459646" y="204567"/>
                </a:lnTo>
                <a:lnTo>
                  <a:pt x="1474694" y="202198"/>
                </a:lnTo>
                <a:lnTo>
                  <a:pt x="1489742" y="199822"/>
                </a:lnTo>
                <a:lnTo>
                  <a:pt x="1504790" y="197468"/>
                </a:lnTo>
                <a:lnTo>
                  <a:pt x="1519838" y="195164"/>
                </a:lnTo>
                <a:lnTo>
                  <a:pt x="1534886" y="192933"/>
                </a:lnTo>
                <a:lnTo>
                  <a:pt x="1549934" y="190797"/>
                </a:lnTo>
                <a:lnTo>
                  <a:pt x="1564982" y="188776"/>
                </a:lnTo>
                <a:lnTo>
                  <a:pt x="1580029" y="186888"/>
                </a:lnTo>
                <a:lnTo>
                  <a:pt x="1595077" y="185145"/>
                </a:lnTo>
                <a:lnTo>
                  <a:pt x="1610125" y="183561"/>
                </a:lnTo>
                <a:lnTo>
                  <a:pt x="1625173" y="182144"/>
                </a:lnTo>
                <a:lnTo>
                  <a:pt x="1640221" y="180900"/>
                </a:lnTo>
                <a:lnTo>
                  <a:pt x="1655269" y="179834"/>
                </a:lnTo>
                <a:lnTo>
                  <a:pt x="1670317" y="178947"/>
                </a:lnTo>
                <a:lnTo>
                  <a:pt x="1685365" y="178238"/>
                </a:lnTo>
                <a:lnTo>
                  <a:pt x="1700413" y="177704"/>
                </a:lnTo>
                <a:lnTo>
                  <a:pt x="1715461" y="177340"/>
                </a:lnTo>
                <a:lnTo>
                  <a:pt x="1730508" y="177140"/>
                </a:lnTo>
                <a:lnTo>
                  <a:pt x="1745556" y="177094"/>
                </a:lnTo>
                <a:lnTo>
                  <a:pt x="1760604" y="177192"/>
                </a:lnTo>
                <a:lnTo>
                  <a:pt x="1775652" y="177424"/>
                </a:lnTo>
                <a:lnTo>
                  <a:pt x="1790700" y="177777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0" name="path-30">
            <a:extLst>
              <a:ext uri="{FF2B5EF4-FFF2-40B4-BE49-F238E27FC236}">
                <a16:creationId xmlns:a16="http://schemas.microsoft.com/office/drawing/2014/main" id="{07EB8FAE-4353-4414-9445-9FA1BC070BA2}"/>
              </a:ext>
            </a:extLst>
          </p:cNvPr>
          <p:cNvSpPr>
            <a:spLocks noGrp="1"/>
          </p:cNvSpPr>
          <p:nvPr/>
        </p:nvSpPr>
        <p:spPr>
          <a:xfrm>
            <a:off x="3413663" y="1683539"/>
            <a:ext cx="1669297" cy="205904"/>
          </a:xfrm>
          <a:custGeom>
            <a:avLst/>
            <a:gdLst/>
            <a:ahLst/>
            <a:cxnLst/>
            <a:rect l="0" t="0" r="0" b="0"/>
            <a:pathLst>
              <a:path w="1790700" h="220879">
                <a:moveTo>
                  <a:pt x="0" y="43102"/>
                </a:moveTo>
                <a:lnTo>
                  <a:pt x="15048" y="43456"/>
                </a:lnTo>
                <a:lnTo>
                  <a:pt x="30096" y="43687"/>
                </a:lnTo>
                <a:lnTo>
                  <a:pt x="45144" y="43786"/>
                </a:lnTo>
                <a:lnTo>
                  <a:pt x="60192" y="43740"/>
                </a:lnTo>
                <a:lnTo>
                  <a:pt x="75239" y="43539"/>
                </a:lnTo>
                <a:lnTo>
                  <a:pt x="90287" y="43175"/>
                </a:lnTo>
                <a:lnTo>
                  <a:pt x="105335" y="42641"/>
                </a:lnTo>
                <a:lnTo>
                  <a:pt x="120383" y="41932"/>
                </a:lnTo>
                <a:lnTo>
                  <a:pt x="135431" y="41045"/>
                </a:lnTo>
                <a:lnTo>
                  <a:pt x="150479" y="39979"/>
                </a:lnTo>
                <a:lnTo>
                  <a:pt x="165527" y="38735"/>
                </a:lnTo>
                <a:lnTo>
                  <a:pt x="180575" y="37318"/>
                </a:lnTo>
                <a:lnTo>
                  <a:pt x="195623" y="35734"/>
                </a:lnTo>
                <a:lnTo>
                  <a:pt x="210671" y="33992"/>
                </a:lnTo>
                <a:lnTo>
                  <a:pt x="225718" y="32103"/>
                </a:lnTo>
                <a:lnTo>
                  <a:pt x="240766" y="30083"/>
                </a:lnTo>
                <a:lnTo>
                  <a:pt x="255814" y="27947"/>
                </a:lnTo>
                <a:lnTo>
                  <a:pt x="270862" y="25716"/>
                </a:lnTo>
                <a:lnTo>
                  <a:pt x="285910" y="23411"/>
                </a:lnTo>
                <a:lnTo>
                  <a:pt x="300958" y="21058"/>
                </a:lnTo>
                <a:lnTo>
                  <a:pt x="316006" y="18682"/>
                </a:lnTo>
                <a:lnTo>
                  <a:pt x="331054" y="16312"/>
                </a:lnTo>
                <a:lnTo>
                  <a:pt x="346102" y="13979"/>
                </a:lnTo>
                <a:lnTo>
                  <a:pt x="361150" y="11714"/>
                </a:lnTo>
                <a:lnTo>
                  <a:pt x="376197" y="9550"/>
                </a:lnTo>
                <a:lnTo>
                  <a:pt x="391245" y="7522"/>
                </a:lnTo>
                <a:lnTo>
                  <a:pt x="406293" y="5664"/>
                </a:lnTo>
                <a:lnTo>
                  <a:pt x="421341" y="4010"/>
                </a:lnTo>
                <a:lnTo>
                  <a:pt x="436389" y="2597"/>
                </a:lnTo>
                <a:lnTo>
                  <a:pt x="451437" y="1457"/>
                </a:lnTo>
                <a:lnTo>
                  <a:pt x="466485" y="624"/>
                </a:lnTo>
                <a:lnTo>
                  <a:pt x="481533" y="130"/>
                </a:lnTo>
                <a:lnTo>
                  <a:pt x="496581" y="5"/>
                </a:lnTo>
                <a:lnTo>
                  <a:pt x="511629" y="278"/>
                </a:lnTo>
                <a:lnTo>
                  <a:pt x="526676" y="975"/>
                </a:lnTo>
                <a:lnTo>
                  <a:pt x="541724" y="2117"/>
                </a:lnTo>
                <a:lnTo>
                  <a:pt x="556772" y="3726"/>
                </a:lnTo>
                <a:lnTo>
                  <a:pt x="571820" y="5818"/>
                </a:lnTo>
                <a:lnTo>
                  <a:pt x="586868" y="8404"/>
                </a:lnTo>
                <a:lnTo>
                  <a:pt x="601916" y="11495"/>
                </a:lnTo>
                <a:lnTo>
                  <a:pt x="616964" y="15093"/>
                </a:lnTo>
                <a:lnTo>
                  <a:pt x="632012" y="19199"/>
                </a:lnTo>
                <a:lnTo>
                  <a:pt x="647060" y="23809"/>
                </a:lnTo>
                <a:lnTo>
                  <a:pt x="662108" y="28912"/>
                </a:lnTo>
                <a:lnTo>
                  <a:pt x="677155" y="34496"/>
                </a:lnTo>
                <a:lnTo>
                  <a:pt x="692203" y="40540"/>
                </a:lnTo>
                <a:lnTo>
                  <a:pt x="707251" y="47022"/>
                </a:lnTo>
                <a:lnTo>
                  <a:pt x="722299" y="53913"/>
                </a:lnTo>
                <a:lnTo>
                  <a:pt x="737347" y="61182"/>
                </a:lnTo>
                <a:lnTo>
                  <a:pt x="752395" y="68791"/>
                </a:lnTo>
                <a:lnTo>
                  <a:pt x="767443" y="76700"/>
                </a:lnTo>
                <a:lnTo>
                  <a:pt x="782491" y="84864"/>
                </a:lnTo>
                <a:lnTo>
                  <a:pt x="797539" y="93236"/>
                </a:lnTo>
                <a:lnTo>
                  <a:pt x="812587" y="101764"/>
                </a:lnTo>
                <a:lnTo>
                  <a:pt x="827634" y="110396"/>
                </a:lnTo>
                <a:lnTo>
                  <a:pt x="842682" y="119077"/>
                </a:lnTo>
                <a:lnTo>
                  <a:pt x="857730" y="127748"/>
                </a:lnTo>
                <a:lnTo>
                  <a:pt x="872778" y="136352"/>
                </a:lnTo>
                <a:lnTo>
                  <a:pt x="887826" y="144830"/>
                </a:lnTo>
                <a:lnTo>
                  <a:pt x="902874" y="153122"/>
                </a:lnTo>
                <a:lnTo>
                  <a:pt x="917922" y="161171"/>
                </a:lnTo>
                <a:lnTo>
                  <a:pt x="932970" y="168918"/>
                </a:lnTo>
                <a:lnTo>
                  <a:pt x="948018" y="176307"/>
                </a:lnTo>
                <a:lnTo>
                  <a:pt x="963066" y="183284"/>
                </a:lnTo>
                <a:lnTo>
                  <a:pt x="978113" y="189798"/>
                </a:lnTo>
                <a:lnTo>
                  <a:pt x="993161" y="195800"/>
                </a:lnTo>
                <a:lnTo>
                  <a:pt x="1008209" y="201244"/>
                </a:lnTo>
                <a:lnTo>
                  <a:pt x="1023257" y="206090"/>
                </a:lnTo>
                <a:lnTo>
                  <a:pt x="1038305" y="210301"/>
                </a:lnTo>
                <a:lnTo>
                  <a:pt x="1053353" y="213844"/>
                </a:lnTo>
                <a:lnTo>
                  <a:pt x="1068401" y="216693"/>
                </a:lnTo>
                <a:lnTo>
                  <a:pt x="1083449" y="218825"/>
                </a:lnTo>
                <a:lnTo>
                  <a:pt x="1098497" y="220224"/>
                </a:lnTo>
                <a:lnTo>
                  <a:pt x="1113545" y="220879"/>
                </a:lnTo>
                <a:lnTo>
                  <a:pt x="1128592" y="220786"/>
                </a:lnTo>
                <a:lnTo>
                  <a:pt x="1143640" y="219944"/>
                </a:lnTo>
                <a:lnTo>
                  <a:pt x="1158688" y="218360"/>
                </a:lnTo>
                <a:lnTo>
                  <a:pt x="1173736" y="216047"/>
                </a:lnTo>
                <a:lnTo>
                  <a:pt x="1188784" y="213023"/>
                </a:lnTo>
                <a:lnTo>
                  <a:pt x="1203832" y="209310"/>
                </a:lnTo>
                <a:lnTo>
                  <a:pt x="1218880" y="204937"/>
                </a:lnTo>
                <a:lnTo>
                  <a:pt x="1233928" y="199938"/>
                </a:lnTo>
                <a:lnTo>
                  <a:pt x="1248976" y="194350"/>
                </a:lnTo>
                <a:lnTo>
                  <a:pt x="1264024" y="188216"/>
                </a:lnTo>
                <a:lnTo>
                  <a:pt x="1279071" y="181582"/>
                </a:lnTo>
                <a:lnTo>
                  <a:pt x="1294119" y="174496"/>
                </a:lnTo>
                <a:lnTo>
                  <a:pt x="1309167" y="167012"/>
                </a:lnTo>
                <a:lnTo>
                  <a:pt x="1324215" y="159185"/>
                </a:lnTo>
                <a:lnTo>
                  <a:pt x="1339263" y="151070"/>
                </a:lnTo>
                <a:lnTo>
                  <a:pt x="1354311" y="142725"/>
                </a:lnTo>
                <a:lnTo>
                  <a:pt x="1369359" y="134210"/>
                </a:lnTo>
                <a:lnTo>
                  <a:pt x="1384407" y="125584"/>
                </a:lnTo>
                <a:lnTo>
                  <a:pt x="1399455" y="116905"/>
                </a:lnTo>
                <a:lnTo>
                  <a:pt x="1414503" y="108232"/>
                </a:lnTo>
                <a:lnTo>
                  <a:pt x="1429550" y="99620"/>
                </a:lnTo>
                <a:lnTo>
                  <a:pt x="1444598" y="91126"/>
                </a:lnTo>
                <a:lnTo>
                  <a:pt x="1459646" y="82801"/>
                </a:lnTo>
                <a:lnTo>
                  <a:pt x="1474694" y="74697"/>
                </a:lnTo>
                <a:lnTo>
                  <a:pt x="1489742" y="66859"/>
                </a:lnTo>
                <a:lnTo>
                  <a:pt x="1504790" y="59331"/>
                </a:lnTo>
                <a:lnTo>
                  <a:pt x="1519838" y="52154"/>
                </a:lnTo>
                <a:lnTo>
                  <a:pt x="1534886" y="45362"/>
                </a:lnTo>
                <a:lnTo>
                  <a:pt x="1549934" y="38987"/>
                </a:lnTo>
                <a:lnTo>
                  <a:pt x="1564982" y="33056"/>
                </a:lnTo>
                <a:lnTo>
                  <a:pt x="1580029" y="27591"/>
                </a:lnTo>
                <a:lnTo>
                  <a:pt x="1595077" y="22610"/>
                </a:lnTo>
                <a:lnTo>
                  <a:pt x="1610125" y="18125"/>
                </a:lnTo>
                <a:lnTo>
                  <a:pt x="1625173" y="14146"/>
                </a:lnTo>
                <a:lnTo>
                  <a:pt x="1640221" y="10675"/>
                </a:lnTo>
                <a:lnTo>
                  <a:pt x="1655269" y="7711"/>
                </a:lnTo>
                <a:lnTo>
                  <a:pt x="1670317" y="5249"/>
                </a:lnTo>
                <a:lnTo>
                  <a:pt x="1685365" y="3279"/>
                </a:lnTo>
                <a:lnTo>
                  <a:pt x="1700413" y="1789"/>
                </a:lnTo>
                <a:lnTo>
                  <a:pt x="1715461" y="759"/>
                </a:lnTo>
                <a:lnTo>
                  <a:pt x="1730508" y="171"/>
                </a:lnTo>
                <a:lnTo>
                  <a:pt x="1745556" y="0"/>
                </a:lnTo>
                <a:lnTo>
                  <a:pt x="1760604" y="220"/>
                </a:lnTo>
                <a:lnTo>
                  <a:pt x="1775652" y="801"/>
                </a:lnTo>
                <a:lnTo>
                  <a:pt x="1790700" y="1714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1" name="path-31">
            <a:extLst>
              <a:ext uri="{FF2B5EF4-FFF2-40B4-BE49-F238E27FC236}">
                <a16:creationId xmlns:a16="http://schemas.microsoft.com/office/drawing/2014/main" id="{9B1FF002-4BE0-4971-8318-076D8A36EE9A}"/>
              </a:ext>
            </a:extLst>
          </p:cNvPr>
          <p:cNvSpPr>
            <a:spLocks noGrp="1"/>
          </p:cNvSpPr>
          <p:nvPr/>
        </p:nvSpPr>
        <p:spPr>
          <a:xfrm>
            <a:off x="3413663" y="1683572"/>
            <a:ext cx="1669297" cy="205915"/>
          </a:xfrm>
          <a:custGeom>
            <a:avLst/>
            <a:gdLst/>
            <a:ahLst/>
            <a:cxnLst/>
            <a:rect l="0" t="0" r="0" b="0"/>
            <a:pathLst>
              <a:path w="1790700" h="220891">
                <a:moveTo>
                  <a:pt x="0" y="29705"/>
                </a:moveTo>
                <a:lnTo>
                  <a:pt x="15048" y="29550"/>
                </a:lnTo>
                <a:lnTo>
                  <a:pt x="30096" y="29424"/>
                </a:lnTo>
                <a:lnTo>
                  <a:pt x="45144" y="29333"/>
                </a:lnTo>
                <a:lnTo>
                  <a:pt x="60192" y="29281"/>
                </a:lnTo>
                <a:lnTo>
                  <a:pt x="75239" y="29273"/>
                </a:lnTo>
                <a:lnTo>
                  <a:pt x="90287" y="29316"/>
                </a:lnTo>
                <a:lnTo>
                  <a:pt x="105335" y="29412"/>
                </a:lnTo>
                <a:lnTo>
                  <a:pt x="120383" y="29565"/>
                </a:lnTo>
                <a:lnTo>
                  <a:pt x="135431" y="29778"/>
                </a:lnTo>
                <a:lnTo>
                  <a:pt x="150479" y="30054"/>
                </a:lnTo>
                <a:lnTo>
                  <a:pt x="165527" y="30394"/>
                </a:lnTo>
                <a:lnTo>
                  <a:pt x="180575" y="30799"/>
                </a:lnTo>
                <a:lnTo>
                  <a:pt x="195623" y="31267"/>
                </a:lnTo>
                <a:lnTo>
                  <a:pt x="210671" y="31798"/>
                </a:lnTo>
                <a:lnTo>
                  <a:pt x="225718" y="32389"/>
                </a:lnTo>
                <a:lnTo>
                  <a:pt x="240766" y="33035"/>
                </a:lnTo>
                <a:lnTo>
                  <a:pt x="255814" y="33732"/>
                </a:lnTo>
                <a:lnTo>
                  <a:pt x="270862" y="34473"/>
                </a:lnTo>
                <a:lnTo>
                  <a:pt x="285910" y="35251"/>
                </a:lnTo>
                <a:lnTo>
                  <a:pt x="300958" y="36058"/>
                </a:lnTo>
                <a:lnTo>
                  <a:pt x="316006" y="36883"/>
                </a:lnTo>
                <a:lnTo>
                  <a:pt x="331054" y="37717"/>
                </a:lnTo>
                <a:lnTo>
                  <a:pt x="346102" y="38547"/>
                </a:lnTo>
                <a:lnTo>
                  <a:pt x="361150" y="39362"/>
                </a:lnTo>
                <a:lnTo>
                  <a:pt x="376197" y="40148"/>
                </a:lnTo>
                <a:lnTo>
                  <a:pt x="391245" y="40892"/>
                </a:lnTo>
                <a:lnTo>
                  <a:pt x="406293" y="41580"/>
                </a:lnTo>
                <a:lnTo>
                  <a:pt x="421341" y="42197"/>
                </a:lnTo>
                <a:lnTo>
                  <a:pt x="436389" y="42731"/>
                </a:lnTo>
                <a:lnTo>
                  <a:pt x="451437" y="43166"/>
                </a:lnTo>
                <a:lnTo>
                  <a:pt x="466485" y="43490"/>
                </a:lnTo>
                <a:lnTo>
                  <a:pt x="481533" y="43690"/>
                </a:lnTo>
                <a:lnTo>
                  <a:pt x="496581" y="43753"/>
                </a:lnTo>
                <a:lnTo>
                  <a:pt x="511629" y="43669"/>
                </a:lnTo>
                <a:lnTo>
                  <a:pt x="526676" y="43429"/>
                </a:lnTo>
                <a:lnTo>
                  <a:pt x="541724" y="43023"/>
                </a:lnTo>
                <a:lnTo>
                  <a:pt x="556772" y="42446"/>
                </a:lnTo>
                <a:lnTo>
                  <a:pt x="571820" y="41692"/>
                </a:lnTo>
                <a:lnTo>
                  <a:pt x="586868" y="40760"/>
                </a:lnTo>
                <a:lnTo>
                  <a:pt x="601916" y="39650"/>
                </a:lnTo>
                <a:lnTo>
                  <a:pt x="616964" y="38362"/>
                </a:lnTo>
                <a:lnTo>
                  <a:pt x="632012" y="36903"/>
                </a:lnTo>
                <a:lnTo>
                  <a:pt x="647060" y="35278"/>
                </a:lnTo>
                <a:lnTo>
                  <a:pt x="662108" y="33498"/>
                </a:lnTo>
                <a:lnTo>
                  <a:pt x="677155" y="31575"/>
                </a:lnTo>
                <a:lnTo>
                  <a:pt x="692203" y="29524"/>
                </a:lnTo>
                <a:lnTo>
                  <a:pt x="707251" y="27362"/>
                </a:lnTo>
                <a:lnTo>
                  <a:pt x="722299" y="25111"/>
                </a:lnTo>
                <a:lnTo>
                  <a:pt x="737347" y="22792"/>
                </a:lnTo>
                <a:lnTo>
                  <a:pt x="752395" y="20430"/>
                </a:lnTo>
                <a:lnTo>
                  <a:pt x="767443" y="18053"/>
                </a:lnTo>
                <a:lnTo>
                  <a:pt x="782491" y="15689"/>
                </a:lnTo>
                <a:lnTo>
                  <a:pt x="797539" y="13370"/>
                </a:lnTo>
                <a:lnTo>
                  <a:pt x="812587" y="11127"/>
                </a:lnTo>
                <a:lnTo>
                  <a:pt x="827634" y="8994"/>
                </a:lnTo>
                <a:lnTo>
                  <a:pt x="842682" y="7005"/>
                </a:lnTo>
                <a:lnTo>
                  <a:pt x="857730" y="5195"/>
                </a:lnTo>
                <a:lnTo>
                  <a:pt x="872778" y="3598"/>
                </a:lnTo>
                <a:lnTo>
                  <a:pt x="887826" y="2250"/>
                </a:lnTo>
                <a:lnTo>
                  <a:pt x="902874" y="1183"/>
                </a:lnTo>
                <a:lnTo>
                  <a:pt x="917922" y="432"/>
                </a:lnTo>
                <a:lnTo>
                  <a:pt x="932970" y="28"/>
                </a:lnTo>
                <a:lnTo>
                  <a:pt x="948018" y="0"/>
                </a:lnTo>
                <a:lnTo>
                  <a:pt x="963066" y="377"/>
                </a:lnTo>
                <a:lnTo>
                  <a:pt x="978113" y="1183"/>
                </a:lnTo>
                <a:lnTo>
                  <a:pt x="993161" y="2440"/>
                </a:lnTo>
                <a:lnTo>
                  <a:pt x="1008209" y="4168"/>
                </a:lnTo>
                <a:lnTo>
                  <a:pt x="1023257" y="6383"/>
                </a:lnTo>
                <a:lnTo>
                  <a:pt x="1038305" y="9095"/>
                </a:lnTo>
                <a:lnTo>
                  <a:pt x="1053353" y="12312"/>
                </a:lnTo>
                <a:lnTo>
                  <a:pt x="1068401" y="16037"/>
                </a:lnTo>
                <a:lnTo>
                  <a:pt x="1083449" y="20270"/>
                </a:lnTo>
                <a:lnTo>
                  <a:pt x="1098497" y="25004"/>
                </a:lnTo>
                <a:lnTo>
                  <a:pt x="1113545" y="30229"/>
                </a:lnTo>
                <a:lnTo>
                  <a:pt x="1128592" y="35929"/>
                </a:lnTo>
                <a:lnTo>
                  <a:pt x="1143640" y="42085"/>
                </a:lnTo>
                <a:lnTo>
                  <a:pt x="1158688" y="48673"/>
                </a:lnTo>
                <a:lnTo>
                  <a:pt x="1173736" y="55662"/>
                </a:lnTo>
                <a:lnTo>
                  <a:pt x="1188784" y="63019"/>
                </a:lnTo>
                <a:lnTo>
                  <a:pt x="1203832" y="70707"/>
                </a:lnTo>
                <a:lnTo>
                  <a:pt x="1218880" y="78684"/>
                </a:lnTo>
                <a:lnTo>
                  <a:pt x="1233928" y="86904"/>
                </a:lnTo>
                <a:lnTo>
                  <a:pt x="1248976" y="95320"/>
                </a:lnTo>
                <a:lnTo>
                  <a:pt x="1264024" y="103880"/>
                </a:lnTo>
                <a:lnTo>
                  <a:pt x="1279071" y="112529"/>
                </a:lnTo>
                <a:lnTo>
                  <a:pt x="1294119" y="121213"/>
                </a:lnTo>
                <a:lnTo>
                  <a:pt x="1309167" y="129872"/>
                </a:lnTo>
                <a:lnTo>
                  <a:pt x="1324215" y="138450"/>
                </a:lnTo>
                <a:lnTo>
                  <a:pt x="1339263" y="146887"/>
                </a:lnTo>
                <a:lnTo>
                  <a:pt x="1354311" y="155124"/>
                </a:lnTo>
                <a:lnTo>
                  <a:pt x="1369359" y="163103"/>
                </a:lnTo>
                <a:lnTo>
                  <a:pt x="1384407" y="170766"/>
                </a:lnTo>
                <a:lnTo>
                  <a:pt x="1399455" y="178057"/>
                </a:lnTo>
                <a:lnTo>
                  <a:pt x="1414503" y="184923"/>
                </a:lnTo>
                <a:lnTo>
                  <a:pt x="1429550" y="191314"/>
                </a:lnTo>
                <a:lnTo>
                  <a:pt x="1444598" y="197180"/>
                </a:lnTo>
                <a:lnTo>
                  <a:pt x="1459646" y="202479"/>
                </a:lnTo>
                <a:lnTo>
                  <a:pt x="1474694" y="207169"/>
                </a:lnTo>
                <a:lnTo>
                  <a:pt x="1489742" y="211216"/>
                </a:lnTo>
                <a:lnTo>
                  <a:pt x="1504790" y="214588"/>
                </a:lnTo>
                <a:lnTo>
                  <a:pt x="1519838" y="217259"/>
                </a:lnTo>
                <a:lnTo>
                  <a:pt x="1534886" y="219209"/>
                </a:lnTo>
                <a:lnTo>
                  <a:pt x="1549934" y="220423"/>
                </a:lnTo>
                <a:lnTo>
                  <a:pt x="1564982" y="220891"/>
                </a:lnTo>
                <a:lnTo>
                  <a:pt x="1580029" y="220610"/>
                </a:lnTo>
                <a:lnTo>
                  <a:pt x="1595077" y="219582"/>
                </a:lnTo>
                <a:lnTo>
                  <a:pt x="1610125" y="217815"/>
                </a:lnTo>
                <a:lnTo>
                  <a:pt x="1625173" y="215322"/>
                </a:lnTo>
                <a:lnTo>
                  <a:pt x="1640221" y="212123"/>
                </a:lnTo>
                <a:lnTo>
                  <a:pt x="1655269" y="208242"/>
                </a:lnTo>
                <a:lnTo>
                  <a:pt x="1670317" y="203710"/>
                </a:lnTo>
                <a:lnTo>
                  <a:pt x="1685365" y="198560"/>
                </a:lnTo>
                <a:lnTo>
                  <a:pt x="1700413" y="192831"/>
                </a:lnTo>
                <a:lnTo>
                  <a:pt x="1715461" y="186567"/>
                </a:lnTo>
                <a:lnTo>
                  <a:pt x="1730508" y="179815"/>
                </a:lnTo>
                <a:lnTo>
                  <a:pt x="1745556" y="172626"/>
                </a:lnTo>
                <a:lnTo>
                  <a:pt x="1760604" y="165050"/>
                </a:lnTo>
                <a:lnTo>
                  <a:pt x="1775652" y="157146"/>
                </a:lnTo>
                <a:lnTo>
                  <a:pt x="1790700" y="148968"/>
                </a:lnTo>
              </a:path>
            </a:pathLst>
          </a:custGeom>
          <a:noFill/>
          <a:ln w="9525">
            <a:solidFill>
              <a:srgbClr val="A6C0D2"/>
            </a:solidFill>
            <a:prstDash val="solid"/>
          </a:ln>
        </p:spPr>
      </p:sp>
      <p:sp>
        <p:nvSpPr>
          <p:cNvPr id="32" name="path-32">
            <a:extLst>
              <a:ext uri="{FF2B5EF4-FFF2-40B4-BE49-F238E27FC236}">
                <a16:creationId xmlns:a16="http://schemas.microsoft.com/office/drawing/2014/main" id="{7C3504BD-0581-43DD-B04D-BBBF3EFA541F}"/>
              </a:ext>
            </a:extLst>
          </p:cNvPr>
          <p:cNvSpPr>
            <a:spLocks noGrp="1"/>
          </p:cNvSpPr>
          <p:nvPr/>
        </p:nvSpPr>
        <p:spPr>
          <a:xfrm>
            <a:off x="3413663" y="1471262"/>
            <a:ext cx="1669297" cy="527124"/>
          </a:xfrm>
          <a:custGeom>
            <a:avLst/>
            <a:gdLst/>
            <a:ahLst/>
            <a:cxnLst/>
            <a:rect l="0" t="0" r="0" b="0"/>
            <a:pathLst>
              <a:path w="1790700" h="565460">
                <a:moveTo>
                  <a:pt x="0" y="180563"/>
                </a:moveTo>
                <a:lnTo>
                  <a:pt x="8998" y="176180"/>
                </a:lnTo>
                <a:lnTo>
                  <a:pt x="17997" y="171733"/>
                </a:lnTo>
                <a:lnTo>
                  <a:pt x="26995" y="167226"/>
                </a:lnTo>
                <a:lnTo>
                  <a:pt x="35994" y="162663"/>
                </a:lnTo>
                <a:lnTo>
                  <a:pt x="44992" y="158051"/>
                </a:lnTo>
                <a:lnTo>
                  <a:pt x="53991" y="153393"/>
                </a:lnTo>
                <a:lnTo>
                  <a:pt x="62989" y="148696"/>
                </a:lnTo>
                <a:lnTo>
                  <a:pt x="71988" y="143963"/>
                </a:lnTo>
                <a:lnTo>
                  <a:pt x="80986" y="139202"/>
                </a:lnTo>
                <a:lnTo>
                  <a:pt x="89985" y="134418"/>
                </a:lnTo>
                <a:lnTo>
                  <a:pt x="98983" y="129616"/>
                </a:lnTo>
                <a:lnTo>
                  <a:pt x="107982" y="124804"/>
                </a:lnTo>
                <a:lnTo>
                  <a:pt x="116980" y="119986"/>
                </a:lnTo>
                <a:lnTo>
                  <a:pt x="125979" y="115169"/>
                </a:lnTo>
                <a:lnTo>
                  <a:pt x="134977" y="110361"/>
                </a:lnTo>
                <a:lnTo>
                  <a:pt x="143976" y="105567"/>
                </a:lnTo>
                <a:lnTo>
                  <a:pt x="152974" y="100794"/>
                </a:lnTo>
                <a:lnTo>
                  <a:pt x="161973" y="96049"/>
                </a:lnTo>
                <a:lnTo>
                  <a:pt x="170971" y="91338"/>
                </a:lnTo>
                <a:lnTo>
                  <a:pt x="179970" y="86670"/>
                </a:lnTo>
                <a:lnTo>
                  <a:pt x="188968" y="82050"/>
                </a:lnTo>
                <a:lnTo>
                  <a:pt x="197967" y="77487"/>
                </a:lnTo>
                <a:lnTo>
                  <a:pt x="206965" y="72986"/>
                </a:lnTo>
                <a:lnTo>
                  <a:pt x="215964" y="68555"/>
                </a:lnTo>
                <a:lnTo>
                  <a:pt x="224962" y="64202"/>
                </a:lnTo>
                <a:lnTo>
                  <a:pt x="233961" y="59933"/>
                </a:lnTo>
                <a:lnTo>
                  <a:pt x="242959" y="55756"/>
                </a:lnTo>
                <a:lnTo>
                  <a:pt x="251958" y="51677"/>
                </a:lnTo>
                <a:lnTo>
                  <a:pt x="260956" y="47705"/>
                </a:lnTo>
                <a:lnTo>
                  <a:pt x="269955" y="43845"/>
                </a:lnTo>
                <a:lnTo>
                  <a:pt x="278953" y="40105"/>
                </a:lnTo>
                <a:lnTo>
                  <a:pt x="287952" y="36492"/>
                </a:lnTo>
                <a:lnTo>
                  <a:pt x="296950" y="33012"/>
                </a:lnTo>
                <a:lnTo>
                  <a:pt x="305949" y="29673"/>
                </a:lnTo>
                <a:lnTo>
                  <a:pt x="314947" y="26480"/>
                </a:lnTo>
                <a:lnTo>
                  <a:pt x="323946" y="23440"/>
                </a:lnTo>
                <a:lnTo>
                  <a:pt x="332944" y="20560"/>
                </a:lnTo>
                <a:lnTo>
                  <a:pt x="341943" y="17845"/>
                </a:lnTo>
                <a:lnTo>
                  <a:pt x="350941" y="15302"/>
                </a:lnTo>
                <a:lnTo>
                  <a:pt x="359940" y="12935"/>
                </a:lnTo>
                <a:lnTo>
                  <a:pt x="368938" y="10751"/>
                </a:lnTo>
                <a:lnTo>
                  <a:pt x="377937" y="8755"/>
                </a:lnTo>
                <a:lnTo>
                  <a:pt x="386935" y="6952"/>
                </a:lnTo>
                <a:lnTo>
                  <a:pt x="395934" y="5347"/>
                </a:lnTo>
                <a:lnTo>
                  <a:pt x="404932" y="3944"/>
                </a:lnTo>
                <a:lnTo>
                  <a:pt x="413931" y="2748"/>
                </a:lnTo>
                <a:lnTo>
                  <a:pt x="422929" y="1763"/>
                </a:lnTo>
                <a:lnTo>
                  <a:pt x="431928" y="992"/>
                </a:lnTo>
                <a:lnTo>
                  <a:pt x="440926" y="439"/>
                </a:lnTo>
                <a:lnTo>
                  <a:pt x="449925" y="107"/>
                </a:lnTo>
                <a:lnTo>
                  <a:pt x="458923" y="0"/>
                </a:lnTo>
                <a:lnTo>
                  <a:pt x="467922" y="119"/>
                </a:lnTo>
                <a:lnTo>
                  <a:pt x="476920" y="468"/>
                </a:lnTo>
                <a:lnTo>
                  <a:pt x="485919" y="1047"/>
                </a:lnTo>
                <a:lnTo>
                  <a:pt x="494917" y="1859"/>
                </a:lnTo>
                <a:lnTo>
                  <a:pt x="503916" y="2905"/>
                </a:lnTo>
                <a:lnTo>
                  <a:pt x="512914" y="4186"/>
                </a:lnTo>
                <a:lnTo>
                  <a:pt x="521913" y="5703"/>
                </a:lnTo>
                <a:lnTo>
                  <a:pt x="530911" y="7457"/>
                </a:lnTo>
                <a:lnTo>
                  <a:pt x="539910" y="9446"/>
                </a:lnTo>
                <a:lnTo>
                  <a:pt x="548908" y="11672"/>
                </a:lnTo>
                <a:lnTo>
                  <a:pt x="557907" y="14133"/>
                </a:lnTo>
                <a:lnTo>
                  <a:pt x="566905" y="16828"/>
                </a:lnTo>
                <a:lnTo>
                  <a:pt x="575904" y="19758"/>
                </a:lnTo>
                <a:lnTo>
                  <a:pt x="584902" y="22919"/>
                </a:lnTo>
                <a:lnTo>
                  <a:pt x="593901" y="26310"/>
                </a:lnTo>
                <a:lnTo>
                  <a:pt x="602899" y="29930"/>
                </a:lnTo>
                <a:lnTo>
                  <a:pt x="611897" y="33775"/>
                </a:lnTo>
                <a:lnTo>
                  <a:pt x="620896" y="37844"/>
                </a:lnTo>
                <a:lnTo>
                  <a:pt x="629894" y="42134"/>
                </a:lnTo>
                <a:lnTo>
                  <a:pt x="638893" y="46640"/>
                </a:lnTo>
                <a:lnTo>
                  <a:pt x="647891" y="51360"/>
                </a:lnTo>
                <a:lnTo>
                  <a:pt x="656890" y="56291"/>
                </a:lnTo>
                <a:lnTo>
                  <a:pt x="665888" y="61428"/>
                </a:lnTo>
                <a:lnTo>
                  <a:pt x="674887" y="66767"/>
                </a:lnTo>
                <a:lnTo>
                  <a:pt x="683885" y="72304"/>
                </a:lnTo>
                <a:lnTo>
                  <a:pt x="692884" y="78035"/>
                </a:lnTo>
                <a:lnTo>
                  <a:pt x="701882" y="83955"/>
                </a:lnTo>
                <a:lnTo>
                  <a:pt x="710881" y="90058"/>
                </a:lnTo>
                <a:lnTo>
                  <a:pt x="719879" y="96340"/>
                </a:lnTo>
                <a:lnTo>
                  <a:pt x="728878" y="102796"/>
                </a:lnTo>
                <a:lnTo>
                  <a:pt x="737876" y="109420"/>
                </a:lnTo>
                <a:lnTo>
                  <a:pt x="746875" y="116207"/>
                </a:lnTo>
                <a:lnTo>
                  <a:pt x="755873" y="123150"/>
                </a:lnTo>
                <a:lnTo>
                  <a:pt x="764872" y="130245"/>
                </a:lnTo>
                <a:lnTo>
                  <a:pt x="773870" y="137485"/>
                </a:lnTo>
                <a:lnTo>
                  <a:pt x="782869" y="144864"/>
                </a:lnTo>
                <a:lnTo>
                  <a:pt x="791867" y="152376"/>
                </a:lnTo>
                <a:lnTo>
                  <a:pt x="800866" y="160015"/>
                </a:lnTo>
                <a:lnTo>
                  <a:pt x="809864" y="167774"/>
                </a:lnTo>
                <a:lnTo>
                  <a:pt x="818863" y="175647"/>
                </a:lnTo>
                <a:lnTo>
                  <a:pt x="827861" y="183627"/>
                </a:lnTo>
                <a:lnTo>
                  <a:pt x="836860" y="191708"/>
                </a:lnTo>
                <a:lnTo>
                  <a:pt x="845858" y="199884"/>
                </a:lnTo>
                <a:lnTo>
                  <a:pt x="854857" y="208146"/>
                </a:lnTo>
                <a:lnTo>
                  <a:pt x="863855" y="216489"/>
                </a:lnTo>
                <a:lnTo>
                  <a:pt x="872854" y="224905"/>
                </a:lnTo>
                <a:lnTo>
                  <a:pt x="881852" y="233388"/>
                </a:lnTo>
                <a:lnTo>
                  <a:pt x="890851" y="241931"/>
                </a:lnTo>
                <a:lnTo>
                  <a:pt x="899849" y="250526"/>
                </a:lnTo>
                <a:lnTo>
                  <a:pt x="908848" y="259166"/>
                </a:lnTo>
                <a:lnTo>
                  <a:pt x="917846" y="267843"/>
                </a:lnTo>
                <a:lnTo>
                  <a:pt x="926845" y="276552"/>
                </a:lnTo>
                <a:lnTo>
                  <a:pt x="935843" y="285283"/>
                </a:lnTo>
                <a:lnTo>
                  <a:pt x="944842" y="294031"/>
                </a:lnTo>
                <a:lnTo>
                  <a:pt x="953840" y="302786"/>
                </a:lnTo>
                <a:lnTo>
                  <a:pt x="962839" y="311542"/>
                </a:lnTo>
                <a:lnTo>
                  <a:pt x="971837" y="320290"/>
                </a:lnTo>
                <a:lnTo>
                  <a:pt x="980836" y="329024"/>
                </a:lnTo>
                <a:lnTo>
                  <a:pt x="989834" y="337735"/>
                </a:lnTo>
                <a:lnTo>
                  <a:pt x="998833" y="346414"/>
                </a:lnTo>
                <a:lnTo>
                  <a:pt x="1007831" y="355055"/>
                </a:lnTo>
                <a:lnTo>
                  <a:pt x="1016830" y="363648"/>
                </a:lnTo>
                <a:lnTo>
                  <a:pt x="1025828" y="372186"/>
                </a:lnTo>
                <a:lnTo>
                  <a:pt x="1034827" y="380660"/>
                </a:lnTo>
                <a:lnTo>
                  <a:pt x="1043825" y="389062"/>
                </a:lnTo>
                <a:lnTo>
                  <a:pt x="1052824" y="397382"/>
                </a:lnTo>
                <a:lnTo>
                  <a:pt x="1061822" y="405613"/>
                </a:lnTo>
                <a:lnTo>
                  <a:pt x="1070821" y="413745"/>
                </a:lnTo>
                <a:lnTo>
                  <a:pt x="1079819" y="421769"/>
                </a:lnTo>
                <a:lnTo>
                  <a:pt x="1088818" y="429677"/>
                </a:lnTo>
                <a:lnTo>
                  <a:pt x="1097816" y="437459"/>
                </a:lnTo>
                <a:lnTo>
                  <a:pt x="1106815" y="445106"/>
                </a:lnTo>
                <a:lnTo>
                  <a:pt x="1115813" y="452608"/>
                </a:lnTo>
                <a:lnTo>
                  <a:pt x="1124812" y="459957"/>
                </a:lnTo>
                <a:lnTo>
                  <a:pt x="1133810" y="467142"/>
                </a:lnTo>
                <a:lnTo>
                  <a:pt x="1142809" y="474154"/>
                </a:lnTo>
                <a:lnTo>
                  <a:pt x="1151807" y="480984"/>
                </a:lnTo>
                <a:lnTo>
                  <a:pt x="1160806" y="487621"/>
                </a:lnTo>
                <a:lnTo>
                  <a:pt x="1169804" y="494055"/>
                </a:lnTo>
                <a:lnTo>
                  <a:pt x="1178803" y="500277"/>
                </a:lnTo>
                <a:lnTo>
                  <a:pt x="1187801" y="506277"/>
                </a:lnTo>
                <a:lnTo>
                  <a:pt x="1196799" y="512045"/>
                </a:lnTo>
                <a:lnTo>
                  <a:pt x="1205798" y="517572"/>
                </a:lnTo>
                <a:lnTo>
                  <a:pt x="1214796" y="522846"/>
                </a:lnTo>
                <a:lnTo>
                  <a:pt x="1223795" y="527860"/>
                </a:lnTo>
                <a:lnTo>
                  <a:pt x="1232793" y="532602"/>
                </a:lnTo>
                <a:lnTo>
                  <a:pt x="1241792" y="537063"/>
                </a:lnTo>
                <a:lnTo>
                  <a:pt x="1250790" y="541234"/>
                </a:lnTo>
                <a:lnTo>
                  <a:pt x="1259789" y="545105"/>
                </a:lnTo>
                <a:lnTo>
                  <a:pt x="1268787" y="548667"/>
                </a:lnTo>
                <a:lnTo>
                  <a:pt x="1277786" y="551911"/>
                </a:lnTo>
                <a:lnTo>
                  <a:pt x="1286784" y="554829"/>
                </a:lnTo>
                <a:lnTo>
                  <a:pt x="1295783" y="557411"/>
                </a:lnTo>
                <a:lnTo>
                  <a:pt x="1304781" y="559651"/>
                </a:lnTo>
                <a:lnTo>
                  <a:pt x="1313780" y="561539"/>
                </a:lnTo>
                <a:lnTo>
                  <a:pt x="1322778" y="563068"/>
                </a:lnTo>
                <a:lnTo>
                  <a:pt x="1331777" y="564231"/>
                </a:lnTo>
                <a:lnTo>
                  <a:pt x="1340775" y="565022"/>
                </a:lnTo>
                <a:lnTo>
                  <a:pt x="1349774" y="565433"/>
                </a:lnTo>
                <a:lnTo>
                  <a:pt x="1358772" y="565460"/>
                </a:lnTo>
                <a:lnTo>
                  <a:pt x="1367771" y="565097"/>
                </a:lnTo>
                <a:lnTo>
                  <a:pt x="1376769" y="564339"/>
                </a:lnTo>
                <a:lnTo>
                  <a:pt x="1385768" y="563183"/>
                </a:lnTo>
                <a:lnTo>
                  <a:pt x="1394766" y="561624"/>
                </a:lnTo>
                <a:lnTo>
                  <a:pt x="1403765" y="559660"/>
                </a:lnTo>
                <a:lnTo>
                  <a:pt x="1412763" y="557289"/>
                </a:lnTo>
                <a:lnTo>
                  <a:pt x="1421762" y="554509"/>
                </a:lnTo>
                <a:lnTo>
                  <a:pt x="1430760" y="551320"/>
                </a:lnTo>
                <a:lnTo>
                  <a:pt x="1439759" y="547722"/>
                </a:lnTo>
                <a:lnTo>
                  <a:pt x="1448757" y="543715"/>
                </a:lnTo>
                <a:lnTo>
                  <a:pt x="1457756" y="539303"/>
                </a:lnTo>
                <a:lnTo>
                  <a:pt x="1466754" y="534486"/>
                </a:lnTo>
                <a:lnTo>
                  <a:pt x="1475753" y="529269"/>
                </a:lnTo>
                <a:lnTo>
                  <a:pt x="1484751" y="523656"/>
                </a:lnTo>
                <a:lnTo>
                  <a:pt x="1493750" y="517652"/>
                </a:lnTo>
                <a:lnTo>
                  <a:pt x="1502748" y="511264"/>
                </a:lnTo>
                <a:lnTo>
                  <a:pt x="1511747" y="504499"/>
                </a:lnTo>
                <a:lnTo>
                  <a:pt x="1520745" y="497364"/>
                </a:lnTo>
                <a:lnTo>
                  <a:pt x="1529744" y="489870"/>
                </a:lnTo>
                <a:lnTo>
                  <a:pt x="1538742" y="482026"/>
                </a:lnTo>
                <a:lnTo>
                  <a:pt x="1547741" y="473842"/>
                </a:lnTo>
                <a:lnTo>
                  <a:pt x="1556739" y="465332"/>
                </a:lnTo>
                <a:lnTo>
                  <a:pt x="1565738" y="456507"/>
                </a:lnTo>
                <a:lnTo>
                  <a:pt x="1574736" y="447382"/>
                </a:lnTo>
                <a:lnTo>
                  <a:pt x="1583735" y="437972"/>
                </a:lnTo>
                <a:lnTo>
                  <a:pt x="1592733" y="428292"/>
                </a:lnTo>
                <a:lnTo>
                  <a:pt x="1601732" y="418358"/>
                </a:lnTo>
                <a:lnTo>
                  <a:pt x="1610730" y="408189"/>
                </a:lnTo>
                <a:lnTo>
                  <a:pt x="1619729" y="397802"/>
                </a:lnTo>
                <a:lnTo>
                  <a:pt x="1628727" y="387217"/>
                </a:lnTo>
                <a:lnTo>
                  <a:pt x="1637726" y="376453"/>
                </a:lnTo>
                <a:lnTo>
                  <a:pt x="1646724" y="365531"/>
                </a:lnTo>
                <a:lnTo>
                  <a:pt x="1655723" y="354472"/>
                </a:lnTo>
                <a:lnTo>
                  <a:pt x="1664721" y="343299"/>
                </a:lnTo>
                <a:lnTo>
                  <a:pt x="1673720" y="332033"/>
                </a:lnTo>
                <a:lnTo>
                  <a:pt x="1682718" y="320697"/>
                </a:lnTo>
                <a:lnTo>
                  <a:pt x="1691717" y="309317"/>
                </a:lnTo>
                <a:lnTo>
                  <a:pt x="1700715" y="297914"/>
                </a:lnTo>
                <a:lnTo>
                  <a:pt x="1709714" y="286514"/>
                </a:lnTo>
                <a:lnTo>
                  <a:pt x="1718712" y="275142"/>
                </a:lnTo>
                <a:lnTo>
                  <a:pt x="1727711" y="263822"/>
                </a:lnTo>
                <a:lnTo>
                  <a:pt x="1736709" y="252580"/>
                </a:lnTo>
                <a:lnTo>
                  <a:pt x="1745708" y="241441"/>
                </a:lnTo>
                <a:lnTo>
                  <a:pt x="1754706" y="230429"/>
                </a:lnTo>
                <a:lnTo>
                  <a:pt x="1763705" y="219571"/>
                </a:lnTo>
                <a:lnTo>
                  <a:pt x="1772703" y="208892"/>
                </a:lnTo>
                <a:lnTo>
                  <a:pt x="1781702" y="198416"/>
                </a:lnTo>
                <a:lnTo>
                  <a:pt x="1790700" y="188169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3" name="path-33">
            <a:extLst>
              <a:ext uri="{FF2B5EF4-FFF2-40B4-BE49-F238E27FC236}">
                <a16:creationId xmlns:a16="http://schemas.microsoft.com/office/drawing/2014/main" id="{09E3A78C-C43A-4EF5-9BCC-A875A34AF879}"/>
              </a:ext>
            </a:extLst>
          </p:cNvPr>
          <p:cNvSpPr>
            <a:spLocks noGrp="1"/>
          </p:cNvSpPr>
          <p:nvPr/>
        </p:nvSpPr>
        <p:spPr>
          <a:xfrm>
            <a:off x="3413663" y="2139087"/>
            <a:ext cx="1669297" cy="392590"/>
          </a:xfrm>
          <a:custGeom>
            <a:avLst/>
            <a:gdLst/>
            <a:ahLst/>
            <a:cxnLst/>
            <a:rect l="0" t="0" r="0" b="0"/>
            <a:pathLst>
              <a:path w="1790700" h="421142">
                <a:moveTo>
                  <a:pt x="0" y="53120"/>
                </a:moveTo>
                <a:lnTo>
                  <a:pt x="8998" y="47055"/>
                </a:lnTo>
                <a:lnTo>
                  <a:pt x="17997" y="41255"/>
                </a:lnTo>
                <a:lnTo>
                  <a:pt x="26995" y="35744"/>
                </a:lnTo>
                <a:lnTo>
                  <a:pt x="35994" y="30546"/>
                </a:lnTo>
                <a:lnTo>
                  <a:pt x="44992" y="25684"/>
                </a:lnTo>
                <a:lnTo>
                  <a:pt x="53991" y="21180"/>
                </a:lnTo>
                <a:lnTo>
                  <a:pt x="62989" y="17056"/>
                </a:lnTo>
                <a:lnTo>
                  <a:pt x="71988" y="13333"/>
                </a:lnTo>
                <a:lnTo>
                  <a:pt x="80986" y="10030"/>
                </a:lnTo>
                <a:lnTo>
                  <a:pt x="89985" y="7166"/>
                </a:lnTo>
                <a:lnTo>
                  <a:pt x="98983" y="4760"/>
                </a:lnTo>
                <a:lnTo>
                  <a:pt x="107982" y="2825"/>
                </a:lnTo>
                <a:lnTo>
                  <a:pt x="116980" y="1379"/>
                </a:lnTo>
                <a:lnTo>
                  <a:pt x="125979" y="433"/>
                </a:lnTo>
                <a:lnTo>
                  <a:pt x="134977" y="0"/>
                </a:lnTo>
                <a:lnTo>
                  <a:pt x="143976" y="90"/>
                </a:lnTo>
                <a:lnTo>
                  <a:pt x="152974" y="712"/>
                </a:lnTo>
                <a:lnTo>
                  <a:pt x="161973" y="1872"/>
                </a:lnTo>
                <a:lnTo>
                  <a:pt x="170971" y="3576"/>
                </a:lnTo>
                <a:lnTo>
                  <a:pt x="179970" y="5827"/>
                </a:lnTo>
                <a:lnTo>
                  <a:pt x="188968" y="8626"/>
                </a:lnTo>
                <a:lnTo>
                  <a:pt x="197967" y="11974"/>
                </a:lnTo>
                <a:lnTo>
                  <a:pt x="206965" y="15867"/>
                </a:lnTo>
                <a:lnTo>
                  <a:pt x="215964" y="20302"/>
                </a:lnTo>
                <a:lnTo>
                  <a:pt x="224962" y="25273"/>
                </a:lnTo>
                <a:lnTo>
                  <a:pt x="233961" y="30770"/>
                </a:lnTo>
                <a:lnTo>
                  <a:pt x="242959" y="36785"/>
                </a:lnTo>
                <a:lnTo>
                  <a:pt x="251958" y="43305"/>
                </a:lnTo>
                <a:lnTo>
                  <a:pt x="260956" y="50316"/>
                </a:lnTo>
                <a:lnTo>
                  <a:pt x="269955" y="57803"/>
                </a:lnTo>
                <a:lnTo>
                  <a:pt x="278953" y="65747"/>
                </a:lnTo>
                <a:lnTo>
                  <a:pt x="287952" y="74130"/>
                </a:lnTo>
                <a:lnTo>
                  <a:pt x="296950" y="82930"/>
                </a:lnTo>
                <a:lnTo>
                  <a:pt x="305949" y="92123"/>
                </a:lnTo>
                <a:lnTo>
                  <a:pt x="314947" y="101686"/>
                </a:lnTo>
                <a:lnTo>
                  <a:pt x="323946" y="111592"/>
                </a:lnTo>
                <a:lnTo>
                  <a:pt x="332944" y="121814"/>
                </a:lnTo>
                <a:lnTo>
                  <a:pt x="341943" y="132322"/>
                </a:lnTo>
                <a:lnTo>
                  <a:pt x="350941" y="143086"/>
                </a:lnTo>
                <a:lnTo>
                  <a:pt x="359940" y="154074"/>
                </a:lnTo>
                <a:lnTo>
                  <a:pt x="368938" y="165254"/>
                </a:lnTo>
                <a:lnTo>
                  <a:pt x="377937" y="176591"/>
                </a:lnTo>
                <a:lnTo>
                  <a:pt x="386935" y="188052"/>
                </a:lnTo>
                <a:lnTo>
                  <a:pt x="395934" y="199600"/>
                </a:lnTo>
                <a:lnTo>
                  <a:pt x="404932" y="211200"/>
                </a:lnTo>
                <a:lnTo>
                  <a:pt x="413931" y="222815"/>
                </a:lnTo>
                <a:lnTo>
                  <a:pt x="422929" y="234408"/>
                </a:lnTo>
                <a:lnTo>
                  <a:pt x="431928" y="245942"/>
                </a:lnTo>
                <a:lnTo>
                  <a:pt x="440926" y="257379"/>
                </a:lnTo>
                <a:lnTo>
                  <a:pt x="449925" y="268682"/>
                </a:lnTo>
                <a:lnTo>
                  <a:pt x="458923" y="279814"/>
                </a:lnTo>
                <a:lnTo>
                  <a:pt x="467922" y="290738"/>
                </a:lnTo>
                <a:lnTo>
                  <a:pt x="476920" y="301417"/>
                </a:lnTo>
                <a:lnTo>
                  <a:pt x="485919" y="311816"/>
                </a:lnTo>
                <a:lnTo>
                  <a:pt x="494917" y="321899"/>
                </a:lnTo>
                <a:lnTo>
                  <a:pt x="503916" y="331631"/>
                </a:lnTo>
                <a:lnTo>
                  <a:pt x="512914" y="340981"/>
                </a:lnTo>
                <a:lnTo>
                  <a:pt x="521913" y="349914"/>
                </a:lnTo>
                <a:lnTo>
                  <a:pt x="530911" y="358401"/>
                </a:lnTo>
                <a:lnTo>
                  <a:pt x="539910" y="366411"/>
                </a:lnTo>
                <a:lnTo>
                  <a:pt x="548908" y="373917"/>
                </a:lnTo>
                <a:lnTo>
                  <a:pt x="557907" y="380891"/>
                </a:lnTo>
                <a:lnTo>
                  <a:pt x="566905" y="387310"/>
                </a:lnTo>
                <a:lnTo>
                  <a:pt x="575904" y="393149"/>
                </a:lnTo>
                <a:lnTo>
                  <a:pt x="584902" y="398388"/>
                </a:lnTo>
                <a:lnTo>
                  <a:pt x="593901" y="403007"/>
                </a:lnTo>
                <a:lnTo>
                  <a:pt x="602899" y="406990"/>
                </a:lnTo>
                <a:lnTo>
                  <a:pt x="611897" y="410322"/>
                </a:lnTo>
                <a:lnTo>
                  <a:pt x="620896" y="412990"/>
                </a:lnTo>
                <a:lnTo>
                  <a:pt x="629894" y="414983"/>
                </a:lnTo>
                <a:lnTo>
                  <a:pt x="638893" y="416294"/>
                </a:lnTo>
                <a:lnTo>
                  <a:pt x="647891" y="416918"/>
                </a:lnTo>
                <a:lnTo>
                  <a:pt x="656890" y="416849"/>
                </a:lnTo>
                <a:lnTo>
                  <a:pt x="665888" y="416089"/>
                </a:lnTo>
                <a:lnTo>
                  <a:pt x="674887" y="414639"/>
                </a:lnTo>
                <a:lnTo>
                  <a:pt x="683885" y="412502"/>
                </a:lnTo>
                <a:lnTo>
                  <a:pt x="692884" y="409686"/>
                </a:lnTo>
                <a:lnTo>
                  <a:pt x="701882" y="406200"/>
                </a:lnTo>
                <a:lnTo>
                  <a:pt x="710881" y="402055"/>
                </a:lnTo>
                <a:lnTo>
                  <a:pt x="719879" y="397264"/>
                </a:lnTo>
                <a:lnTo>
                  <a:pt x="728878" y="391845"/>
                </a:lnTo>
                <a:lnTo>
                  <a:pt x="737876" y="385815"/>
                </a:lnTo>
                <a:lnTo>
                  <a:pt x="746875" y="379196"/>
                </a:lnTo>
                <a:lnTo>
                  <a:pt x="755873" y="372011"/>
                </a:lnTo>
                <a:lnTo>
                  <a:pt x="764872" y="364283"/>
                </a:lnTo>
                <a:lnTo>
                  <a:pt x="773870" y="356042"/>
                </a:lnTo>
                <a:lnTo>
                  <a:pt x="782869" y="347315"/>
                </a:lnTo>
                <a:lnTo>
                  <a:pt x="791867" y="338133"/>
                </a:lnTo>
                <a:lnTo>
                  <a:pt x="800866" y="328529"/>
                </a:lnTo>
                <a:lnTo>
                  <a:pt x="809864" y="318537"/>
                </a:lnTo>
                <a:lnTo>
                  <a:pt x="818863" y="308192"/>
                </a:lnTo>
                <a:lnTo>
                  <a:pt x="827861" y="297532"/>
                </a:lnTo>
                <a:lnTo>
                  <a:pt x="836860" y="286594"/>
                </a:lnTo>
                <a:lnTo>
                  <a:pt x="845858" y="275417"/>
                </a:lnTo>
                <a:lnTo>
                  <a:pt x="854857" y="264042"/>
                </a:lnTo>
                <a:lnTo>
                  <a:pt x="863855" y="252509"/>
                </a:lnTo>
                <a:lnTo>
                  <a:pt x="872854" y="240859"/>
                </a:lnTo>
                <a:lnTo>
                  <a:pt x="881852" y="229136"/>
                </a:lnTo>
                <a:lnTo>
                  <a:pt x="890851" y="217380"/>
                </a:lnTo>
                <a:lnTo>
                  <a:pt x="899849" y="205634"/>
                </a:lnTo>
                <a:lnTo>
                  <a:pt x="908848" y="193941"/>
                </a:lnTo>
                <a:lnTo>
                  <a:pt x="917846" y="182343"/>
                </a:lnTo>
                <a:lnTo>
                  <a:pt x="926845" y="170882"/>
                </a:lnTo>
                <a:lnTo>
                  <a:pt x="935843" y="159598"/>
                </a:lnTo>
                <a:lnTo>
                  <a:pt x="944842" y="148534"/>
                </a:lnTo>
                <a:lnTo>
                  <a:pt x="953840" y="137728"/>
                </a:lnTo>
                <a:lnTo>
                  <a:pt x="962839" y="127220"/>
                </a:lnTo>
                <a:lnTo>
                  <a:pt x="971837" y="117048"/>
                </a:lnTo>
                <a:lnTo>
                  <a:pt x="980836" y="107249"/>
                </a:lnTo>
                <a:lnTo>
                  <a:pt x="989834" y="97858"/>
                </a:lnTo>
                <a:lnTo>
                  <a:pt x="998833" y="88908"/>
                </a:lnTo>
                <a:lnTo>
                  <a:pt x="1007831" y="80433"/>
                </a:lnTo>
                <a:lnTo>
                  <a:pt x="1016830" y="72463"/>
                </a:lnTo>
                <a:lnTo>
                  <a:pt x="1025828" y="65027"/>
                </a:lnTo>
                <a:lnTo>
                  <a:pt x="1034827" y="58150"/>
                </a:lnTo>
                <a:lnTo>
                  <a:pt x="1043825" y="51859"/>
                </a:lnTo>
                <a:lnTo>
                  <a:pt x="1052824" y="46176"/>
                </a:lnTo>
                <a:lnTo>
                  <a:pt x="1061822" y="41120"/>
                </a:lnTo>
                <a:lnTo>
                  <a:pt x="1070821" y="36710"/>
                </a:lnTo>
                <a:lnTo>
                  <a:pt x="1079819" y="32962"/>
                </a:lnTo>
                <a:lnTo>
                  <a:pt x="1088818" y="29889"/>
                </a:lnTo>
                <a:lnTo>
                  <a:pt x="1097816" y="27502"/>
                </a:lnTo>
                <a:lnTo>
                  <a:pt x="1106815" y="25808"/>
                </a:lnTo>
                <a:lnTo>
                  <a:pt x="1115813" y="24814"/>
                </a:lnTo>
                <a:lnTo>
                  <a:pt x="1124812" y="24523"/>
                </a:lnTo>
                <a:lnTo>
                  <a:pt x="1133810" y="24935"/>
                </a:lnTo>
                <a:lnTo>
                  <a:pt x="1142809" y="26049"/>
                </a:lnTo>
                <a:lnTo>
                  <a:pt x="1151807" y="27861"/>
                </a:lnTo>
                <a:lnTo>
                  <a:pt x="1160806" y="30362"/>
                </a:lnTo>
                <a:lnTo>
                  <a:pt x="1169804" y="33544"/>
                </a:lnTo>
                <a:lnTo>
                  <a:pt x="1178803" y="37395"/>
                </a:lnTo>
                <a:lnTo>
                  <a:pt x="1187801" y="41900"/>
                </a:lnTo>
                <a:lnTo>
                  <a:pt x="1196799" y="47043"/>
                </a:lnTo>
                <a:lnTo>
                  <a:pt x="1205798" y="52805"/>
                </a:lnTo>
                <a:lnTo>
                  <a:pt x="1214796" y="59165"/>
                </a:lnTo>
                <a:lnTo>
                  <a:pt x="1223795" y="66099"/>
                </a:lnTo>
                <a:lnTo>
                  <a:pt x="1232793" y="73583"/>
                </a:lnTo>
                <a:lnTo>
                  <a:pt x="1241792" y="81589"/>
                </a:lnTo>
                <a:lnTo>
                  <a:pt x="1250790" y="90087"/>
                </a:lnTo>
                <a:lnTo>
                  <a:pt x="1259789" y="99049"/>
                </a:lnTo>
                <a:lnTo>
                  <a:pt x="1268787" y="108440"/>
                </a:lnTo>
                <a:lnTo>
                  <a:pt x="1277786" y="118228"/>
                </a:lnTo>
                <a:lnTo>
                  <a:pt x="1286784" y="128378"/>
                </a:lnTo>
                <a:lnTo>
                  <a:pt x="1295783" y="138852"/>
                </a:lnTo>
                <a:lnTo>
                  <a:pt x="1304781" y="149614"/>
                </a:lnTo>
                <a:lnTo>
                  <a:pt x="1313780" y="160626"/>
                </a:lnTo>
                <a:lnTo>
                  <a:pt x="1322778" y="171849"/>
                </a:lnTo>
                <a:lnTo>
                  <a:pt x="1331777" y="183242"/>
                </a:lnTo>
                <a:lnTo>
                  <a:pt x="1340775" y="194766"/>
                </a:lnTo>
                <a:lnTo>
                  <a:pt x="1349774" y="206381"/>
                </a:lnTo>
                <a:lnTo>
                  <a:pt x="1358772" y="218045"/>
                </a:lnTo>
                <a:lnTo>
                  <a:pt x="1367771" y="229718"/>
                </a:lnTo>
                <a:lnTo>
                  <a:pt x="1376769" y="241360"/>
                </a:lnTo>
                <a:lnTo>
                  <a:pt x="1385768" y="252929"/>
                </a:lnTo>
                <a:lnTo>
                  <a:pt x="1394766" y="264387"/>
                </a:lnTo>
                <a:lnTo>
                  <a:pt x="1403765" y="275694"/>
                </a:lnTo>
                <a:lnTo>
                  <a:pt x="1412763" y="286810"/>
                </a:lnTo>
                <a:lnTo>
                  <a:pt x="1421762" y="297698"/>
                </a:lnTo>
                <a:lnTo>
                  <a:pt x="1430760" y="308322"/>
                </a:lnTo>
                <a:lnTo>
                  <a:pt x="1439759" y="318644"/>
                </a:lnTo>
                <a:lnTo>
                  <a:pt x="1448757" y="328631"/>
                </a:lnTo>
                <a:lnTo>
                  <a:pt x="1457756" y="338249"/>
                </a:lnTo>
                <a:lnTo>
                  <a:pt x="1466754" y="347466"/>
                </a:lnTo>
                <a:lnTo>
                  <a:pt x="1475753" y="356251"/>
                </a:lnTo>
                <a:lnTo>
                  <a:pt x="1484751" y="364576"/>
                </a:lnTo>
                <a:lnTo>
                  <a:pt x="1493750" y="372413"/>
                </a:lnTo>
                <a:lnTo>
                  <a:pt x="1502748" y="379737"/>
                </a:lnTo>
                <a:lnTo>
                  <a:pt x="1511747" y="386524"/>
                </a:lnTo>
                <a:lnTo>
                  <a:pt x="1520745" y="392754"/>
                </a:lnTo>
                <a:lnTo>
                  <a:pt x="1529744" y="398405"/>
                </a:lnTo>
                <a:lnTo>
                  <a:pt x="1538742" y="403461"/>
                </a:lnTo>
                <a:lnTo>
                  <a:pt x="1547741" y="407906"/>
                </a:lnTo>
                <a:lnTo>
                  <a:pt x="1556739" y="411726"/>
                </a:lnTo>
                <a:lnTo>
                  <a:pt x="1565738" y="414911"/>
                </a:lnTo>
                <a:lnTo>
                  <a:pt x="1574736" y="417450"/>
                </a:lnTo>
                <a:lnTo>
                  <a:pt x="1583735" y="419338"/>
                </a:lnTo>
                <a:lnTo>
                  <a:pt x="1592733" y="420570"/>
                </a:lnTo>
                <a:lnTo>
                  <a:pt x="1601732" y="421142"/>
                </a:lnTo>
                <a:lnTo>
                  <a:pt x="1610730" y="421055"/>
                </a:lnTo>
                <a:lnTo>
                  <a:pt x="1619729" y="420310"/>
                </a:lnTo>
                <a:lnTo>
                  <a:pt x="1628727" y="418910"/>
                </a:lnTo>
                <a:lnTo>
                  <a:pt x="1637726" y="416862"/>
                </a:lnTo>
                <a:lnTo>
                  <a:pt x="1646724" y="414174"/>
                </a:lnTo>
                <a:lnTo>
                  <a:pt x="1655723" y="410855"/>
                </a:lnTo>
                <a:lnTo>
                  <a:pt x="1664721" y="406917"/>
                </a:lnTo>
                <a:lnTo>
                  <a:pt x="1673720" y="402374"/>
                </a:lnTo>
                <a:lnTo>
                  <a:pt x="1682718" y="397240"/>
                </a:lnTo>
                <a:lnTo>
                  <a:pt x="1691717" y="391534"/>
                </a:lnTo>
                <a:lnTo>
                  <a:pt x="1700715" y="385272"/>
                </a:lnTo>
                <a:lnTo>
                  <a:pt x="1709714" y="378477"/>
                </a:lnTo>
                <a:lnTo>
                  <a:pt x="1718712" y="371169"/>
                </a:lnTo>
                <a:lnTo>
                  <a:pt x="1727711" y="363371"/>
                </a:lnTo>
                <a:lnTo>
                  <a:pt x="1736709" y="355108"/>
                </a:lnTo>
                <a:lnTo>
                  <a:pt x="1745708" y="346404"/>
                </a:lnTo>
                <a:lnTo>
                  <a:pt x="1754706" y="337287"/>
                </a:lnTo>
                <a:lnTo>
                  <a:pt x="1763705" y="327783"/>
                </a:lnTo>
                <a:lnTo>
                  <a:pt x="1772703" y="317921"/>
                </a:lnTo>
                <a:lnTo>
                  <a:pt x="1781702" y="307729"/>
                </a:lnTo>
                <a:lnTo>
                  <a:pt x="1790700" y="297237"/>
                </a:lnTo>
              </a:path>
            </a:pathLst>
          </a:custGeom>
          <a:noFill/>
          <a:ln w="26670">
            <a:solidFill>
              <a:srgbClr val="2C7A86"/>
            </a:solidFill>
            <a:prstDash val="solid"/>
          </a:ln>
        </p:spPr>
      </p:sp>
      <p:sp>
        <p:nvSpPr>
          <p:cNvPr id="34" name="visual-34">
            <a:extLst>
              <a:ext uri="{FF2B5EF4-FFF2-40B4-BE49-F238E27FC236}">
                <a16:creationId xmlns:a16="http://schemas.microsoft.com/office/drawing/2014/main" id="{DC200326-74FB-40E3-B461-ED10E3424B4E}"/>
              </a:ext>
            </a:extLst>
          </p:cNvPr>
          <p:cNvSpPr>
            <a:spLocks noGrp="1"/>
          </p:cNvSpPr>
          <p:nvPr/>
        </p:nvSpPr>
        <p:spPr>
          <a:xfrm>
            <a:off x="3165045" y="1544987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5" name="visual-35">
            <a:extLst>
              <a:ext uri="{FF2B5EF4-FFF2-40B4-BE49-F238E27FC236}">
                <a16:creationId xmlns:a16="http://schemas.microsoft.com/office/drawing/2014/main" id="{FCF34DE9-CD5E-40CC-94A0-A7D6225F4DCC}"/>
              </a:ext>
            </a:extLst>
          </p:cNvPr>
          <p:cNvSpPr>
            <a:spLocks noGrp="1"/>
          </p:cNvSpPr>
          <p:nvPr/>
        </p:nvSpPr>
        <p:spPr>
          <a:xfrm>
            <a:off x="3165045" y="2175413"/>
            <a:ext cx="221981" cy="2663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8" i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" name="visual-36">
            <a:extLst>
              <a:ext uri="{FF2B5EF4-FFF2-40B4-BE49-F238E27FC236}">
                <a16:creationId xmlns:a16="http://schemas.microsoft.com/office/drawing/2014/main" id="{2B7F50DC-782F-4F2B-BC69-48FCE4432281}"/>
              </a:ext>
            </a:extLst>
          </p:cNvPr>
          <p:cNvSpPr>
            <a:spLocks noGrp="1"/>
          </p:cNvSpPr>
          <p:nvPr/>
        </p:nvSpPr>
        <p:spPr>
          <a:xfrm>
            <a:off x="3156165" y="3214284"/>
            <a:ext cx="225532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Overlapping pulses</a:t>
            </a:r>
          </a:p>
        </p:txBody>
      </p:sp>
      <p:sp>
        <p:nvSpPr>
          <p:cNvPr id="37" name="path-37">
            <a:extLst>
              <a:ext uri="{FF2B5EF4-FFF2-40B4-BE49-F238E27FC236}">
                <a16:creationId xmlns:a16="http://schemas.microsoft.com/office/drawing/2014/main" id="{BCDE326D-07B4-404E-AAEE-761B2057BC00}"/>
              </a:ext>
            </a:extLst>
          </p:cNvPr>
          <p:cNvSpPr>
            <a:spLocks noGrp="1"/>
          </p:cNvSpPr>
          <p:nvPr/>
        </p:nvSpPr>
        <p:spPr>
          <a:xfrm>
            <a:off x="5296062" y="2042225"/>
            <a:ext cx="261050" cy="888"/>
          </a:xfrm>
          <a:custGeom>
            <a:avLst/>
            <a:gdLst/>
            <a:ahLst/>
            <a:cxnLst/>
            <a:rect l="0" t="0" r="0" b="0"/>
            <a:pathLst>
              <a:path w="280035" h="953">
                <a:moveTo>
                  <a:pt x="0" y="0"/>
                </a:moveTo>
                <a:lnTo>
                  <a:pt x="28003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38" name="path-38">
            <a:extLst>
              <a:ext uri="{FF2B5EF4-FFF2-40B4-BE49-F238E27FC236}">
                <a16:creationId xmlns:a16="http://schemas.microsoft.com/office/drawing/2014/main" id="{D406D557-7653-4AFA-895A-C87E436A38BB}"/>
              </a:ext>
            </a:extLst>
          </p:cNvPr>
          <p:cNvSpPr>
            <a:spLocks noGrp="1"/>
          </p:cNvSpPr>
          <p:nvPr/>
        </p:nvSpPr>
        <p:spPr>
          <a:xfrm>
            <a:off x="5535801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39" name="visual-39">
            <a:extLst>
              <a:ext uri="{FF2B5EF4-FFF2-40B4-BE49-F238E27FC236}">
                <a16:creationId xmlns:a16="http://schemas.microsoft.com/office/drawing/2014/main" id="{9BF9A4FF-A677-45E2-96C4-1E006CEFDCB5}"/>
              </a:ext>
            </a:extLst>
          </p:cNvPr>
          <p:cNvSpPr>
            <a:spLocks noGrp="1"/>
          </p:cNvSpPr>
          <p:nvPr/>
        </p:nvSpPr>
        <p:spPr>
          <a:xfrm>
            <a:off x="5695627" y="825769"/>
            <a:ext cx="1953432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RF modulation</a:t>
            </a:r>
          </a:p>
        </p:txBody>
      </p:sp>
      <p:sp>
        <p:nvSpPr>
          <p:cNvPr id="40" name="path-40">
            <a:extLst>
              <a:ext uri="{FF2B5EF4-FFF2-40B4-BE49-F238E27FC236}">
                <a16:creationId xmlns:a16="http://schemas.microsoft.com/office/drawing/2014/main" id="{5E407946-B216-4090-B162-D4B6F122FBA8}"/>
              </a:ext>
            </a:extLst>
          </p:cNvPr>
          <p:cNvSpPr>
            <a:spLocks noGrp="1"/>
          </p:cNvSpPr>
          <p:nvPr/>
        </p:nvSpPr>
        <p:spPr>
          <a:xfrm>
            <a:off x="5704506" y="2042225"/>
            <a:ext cx="1900157" cy="888"/>
          </a:xfrm>
          <a:custGeom>
            <a:avLst/>
            <a:gdLst/>
            <a:ahLst/>
            <a:cxnLst/>
            <a:rect l="0" t="0" r="0" b="0"/>
            <a:pathLst>
              <a:path w="2038350" h="953">
                <a:moveTo>
                  <a:pt x="0" y="0"/>
                </a:moveTo>
                <a:lnTo>
                  <a:pt x="2038350" y="0"/>
                </a:lnTo>
              </a:path>
            </a:pathLst>
          </a:custGeom>
          <a:noFill/>
          <a:ln w="11430">
            <a:solidFill>
              <a:srgbClr val="CCD9E2"/>
            </a:solidFill>
            <a:prstDash val="solid"/>
          </a:ln>
        </p:spPr>
      </p:sp>
      <p:sp>
        <p:nvSpPr>
          <p:cNvPr id="41" name="path-41">
            <a:extLst>
              <a:ext uri="{FF2B5EF4-FFF2-40B4-BE49-F238E27FC236}">
                <a16:creationId xmlns:a16="http://schemas.microsoft.com/office/drawing/2014/main" id="{FE029BE3-0E48-4B97-93F9-6C454F603779}"/>
              </a:ext>
            </a:extLst>
          </p:cNvPr>
          <p:cNvSpPr>
            <a:spLocks noGrp="1"/>
          </p:cNvSpPr>
          <p:nvPr/>
        </p:nvSpPr>
        <p:spPr>
          <a:xfrm>
            <a:off x="5704506" y="1549682"/>
            <a:ext cx="1900157" cy="984308"/>
          </a:xfrm>
          <a:custGeom>
            <a:avLst/>
            <a:gdLst/>
            <a:ahLst/>
            <a:cxnLst/>
            <a:rect l="0" t="0" r="0" b="0"/>
            <a:pathLst>
              <a:path w="2038350" h="1055894">
                <a:moveTo>
                  <a:pt x="0" y="84777"/>
                </a:moveTo>
                <a:lnTo>
                  <a:pt x="2835" y="77563"/>
                </a:lnTo>
                <a:lnTo>
                  <a:pt x="5670" y="89037"/>
                </a:lnTo>
                <a:lnTo>
                  <a:pt x="8505" y="118775"/>
                </a:lnTo>
                <a:lnTo>
                  <a:pt x="11340" y="165593"/>
                </a:lnTo>
                <a:lnTo>
                  <a:pt x="14175" y="227596"/>
                </a:lnTo>
                <a:lnTo>
                  <a:pt x="17010" y="302253"/>
                </a:lnTo>
                <a:lnTo>
                  <a:pt x="19845" y="386500"/>
                </a:lnTo>
                <a:lnTo>
                  <a:pt x="22680" y="476865"/>
                </a:lnTo>
                <a:lnTo>
                  <a:pt x="25515" y="569612"/>
                </a:lnTo>
                <a:lnTo>
                  <a:pt x="28350" y="660893"/>
                </a:lnTo>
                <a:lnTo>
                  <a:pt x="31185" y="746908"/>
                </a:lnTo>
                <a:lnTo>
                  <a:pt x="34020" y="824066"/>
                </a:lnTo>
                <a:lnTo>
                  <a:pt x="36855" y="889130"/>
                </a:lnTo>
                <a:lnTo>
                  <a:pt x="39690" y="939357"/>
                </a:lnTo>
                <a:lnTo>
                  <a:pt x="42525" y="972610"/>
                </a:lnTo>
                <a:lnTo>
                  <a:pt x="45360" y="987454"/>
                </a:lnTo>
                <a:lnTo>
                  <a:pt x="48195" y="983212"/>
                </a:lnTo>
                <a:lnTo>
                  <a:pt x="51030" y="960004"/>
                </a:lnTo>
                <a:lnTo>
                  <a:pt x="53865" y="918737"/>
                </a:lnTo>
                <a:lnTo>
                  <a:pt x="56700" y="861074"/>
                </a:lnTo>
                <a:lnTo>
                  <a:pt x="59535" y="789369"/>
                </a:lnTo>
                <a:lnTo>
                  <a:pt x="62370" y="706568"/>
                </a:lnTo>
                <a:lnTo>
                  <a:pt x="65205" y="616090"/>
                </a:lnTo>
                <a:lnTo>
                  <a:pt x="68039" y="521688"/>
                </a:lnTo>
                <a:lnTo>
                  <a:pt x="70874" y="427291"/>
                </a:lnTo>
                <a:lnTo>
                  <a:pt x="73709" y="336840"/>
                </a:lnTo>
                <a:lnTo>
                  <a:pt x="76544" y="254127"/>
                </a:lnTo>
                <a:lnTo>
                  <a:pt x="79379" y="182634"/>
                </a:lnTo>
                <a:lnTo>
                  <a:pt x="82214" y="125386"/>
                </a:lnTo>
                <a:lnTo>
                  <a:pt x="85049" y="84821"/>
                </a:lnTo>
                <a:lnTo>
                  <a:pt x="87884" y="62692"/>
                </a:lnTo>
                <a:lnTo>
                  <a:pt x="90719" y="59983"/>
                </a:lnTo>
                <a:lnTo>
                  <a:pt x="93554" y="76870"/>
                </a:lnTo>
                <a:lnTo>
                  <a:pt x="96389" y="112710"/>
                </a:lnTo>
                <a:lnTo>
                  <a:pt x="99224" y="166064"/>
                </a:lnTo>
                <a:lnTo>
                  <a:pt x="102059" y="234751"/>
                </a:lnTo>
                <a:lnTo>
                  <a:pt x="104894" y="315943"/>
                </a:lnTo>
                <a:lnTo>
                  <a:pt x="107729" y="406277"/>
                </a:lnTo>
                <a:lnTo>
                  <a:pt x="110564" y="501993"/>
                </a:lnTo>
                <a:lnTo>
                  <a:pt x="113399" y="599094"/>
                </a:lnTo>
                <a:lnTo>
                  <a:pt x="116234" y="693509"/>
                </a:lnTo>
                <a:lnTo>
                  <a:pt x="119069" y="781266"/>
                </a:lnTo>
                <a:lnTo>
                  <a:pt x="121904" y="858660"/>
                </a:lnTo>
                <a:lnTo>
                  <a:pt x="124739" y="922406"/>
                </a:lnTo>
                <a:lnTo>
                  <a:pt x="127574" y="969783"/>
                </a:lnTo>
                <a:lnTo>
                  <a:pt x="130409" y="998748"/>
                </a:lnTo>
                <a:lnTo>
                  <a:pt x="133244" y="1008025"/>
                </a:lnTo>
                <a:lnTo>
                  <a:pt x="136079" y="997162"/>
                </a:lnTo>
                <a:lnTo>
                  <a:pt x="138914" y="966554"/>
                </a:lnTo>
                <a:lnTo>
                  <a:pt x="141749" y="917427"/>
                </a:lnTo>
                <a:lnTo>
                  <a:pt x="144584" y="851792"/>
                </a:lnTo>
                <a:lnTo>
                  <a:pt x="147419" y="772363"/>
                </a:lnTo>
                <a:lnTo>
                  <a:pt x="150254" y="682443"/>
                </a:lnTo>
                <a:lnTo>
                  <a:pt x="153089" y="585790"/>
                </a:lnTo>
                <a:lnTo>
                  <a:pt x="155924" y="486455"/>
                </a:lnTo>
                <a:lnTo>
                  <a:pt x="158759" y="388620"/>
                </a:lnTo>
                <a:lnTo>
                  <a:pt x="161594" y="296416"/>
                </a:lnTo>
                <a:lnTo>
                  <a:pt x="164429" y="213748"/>
                </a:lnTo>
                <a:lnTo>
                  <a:pt x="167264" y="144132"/>
                </a:lnTo>
                <a:lnTo>
                  <a:pt x="170099" y="90546"/>
                </a:lnTo>
                <a:lnTo>
                  <a:pt x="172934" y="55299"/>
                </a:lnTo>
                <a:lnTo>
                  <a:pt x="175769" y="39930"/>
                </a:lnTo>
                <a:lnTo>
                  <a:pt x="178604" y="45146"/>
                </a:lnTo>
                <a:lnTo>
                  <a:pt x="181439" y="70783"/>
                </a:lnTo>
                <a:lnTo>
                  <a:pt x="184274" y="115815"/>
                </a:lnTo>
                <a:lnTo>
                  <a:pt x="187109" y="178389"/>
                </a:lnTo>
                <a:lnTo>
                  <a:pt x="189944" y="255908"/>
                </a:lnTo>
                <a:lnTo>
                  <a:pt x="192779" y="345130"/>
                </a:lnTo>
                <a:lnTo>
                  <a:pt x="195614" y="442310"/>
                </a:lnTo>
                <a:lnTo>
                  <a:pt x="198449" y="543355"/>
                </a:lnTo>
                <a:lnTo>
                  <a:pt x="201284" y="643996"/>
                </a:lnTo>
                <a:lnTo>
                  <a:pt x="204118" y="739968"/>
                </a:lnTo>
                <a:lnTo>
                  <a:pt x="206953" y="827193"/>
                </a:lnTo>
                <a:lnTo>
                  <a:pt x="209788" y="901953"/>
                </a:lnTo>
                <a:lnTo>
                  <a:pt x="212623" y="961047"/>
                </a:lnTo>
                <a:lnTo>
                  <a:pt x="215458" y="1001932"/>
                </a:lnTo>
                <a:lnTo>
                  <a:pt x="218293" y="1022830"/>
                </a:lnTo>
                <a:lnTo>
                  <a:pt x="221128" y="1022809"/>
                </a:lnTo>
                <a:lnTo>
                  <a:pt x="223963" y="1001820"/>
                </a:lnTo>
                <a:lnTo>
                  <a:pt x="226798" y="960709"/>
                </a:lnTo>
                <a:lnTo>
                  <a:pt x="229633" y="901176"/>
                </a:lnTo>
                <a:lnTo>
                  <a:pt x="232468" y="825710"/>
                </a:lnTo>
                <a:lnTo>
                  <a:pt x="235303" y="737485"/>
                </a:lnTo>
                <a:lnTo>
                  <a:pt x="238138" y="640222"/>
                </a:lnTo>
                <a:lnTo>
                  <a:pt x="240973" y="538039"/>
                </a:lnTo>
                <a:lnTo>
                  <a:pt x="243808" y="435271"/>
                </a:lnTo>
                <a:lnTo>
                  <a:pt x="246643" y="336287"/>
                </a:lnTo>
                <a:lnTo>
                  <a:pt x="249478" y="245306"/>
                </a:lnTo>
                <a:lnTo>
                  <a:pt x="252313" y="166214"/>
                </a:lnTo>
                <a:lnTo>
                  <a:pt x="255148" y="102401"/>
                </a:lnTo>
                <a:lnTo>
                  <a:pt x="257983" y="56609"/>
                </a:lnTo>
                <a:lnTo>
                  <a:pt x="260818" y="30821"/>
                </a:lnTo>
                <a:lnTo>
                  <a:pt x="263653" y="26168"/>
                </a:lnTo>
                <a:lnTo>
                  <a:pt x="266488" y="42883"/>
                </a:lnTo>
                <a:lnTo>
                  <a:pt x="269323" y="80286"/>
                </a:lnTo>
                <a:lnTo>
                  <a:pt x="272158" y="136816"/>
                </a:lnTo>
                <a:lnTo>
                  <a:pt x="274993" y="210090"/>
                </a:lnTo>
                <a:lnTo>
                  <a:pt x="277828" y="297007"/>
                </a:lnTo>
                <a:lnTo>
                  <a:pt x="280663" y="393877"/>
                </a:lnTo>
                <a:lnTo>
                  <a:pt x="283498" y="496581"/>
                </a:lnTo>
                <a:lnTo>
                  <a:pt x="286333" y="600741"/>
                </a:lnTo>
                <a:lnTo>
                  <a:pt x="289168" y="701914"/>
                </a:lnTo>
                <a:lnTo>
                  <a:pt x="292003" y="795775"/>
                </a:lnTo>
                <a:lnTo>
                  <a:pt x="294838" y="878307"/>
                </a:lnTo>
                <a:lnTo>
                  <a:pt x="297673" y="945973"/>
                </a:lnTo>
                <a:lnTo>
                  <a:pt x="300508" y="995867"/>
                </a:lnTo>
                <a:lnTo>
                  <a:pt x="303343" y="1025839"/>
                </a:lnTo>
                <a:lnTo>
                  <a:pt x="306178" y="1034590"/>
                </a:lnTo>
                <a:lnTo>
                  <a:pt x="309013" y="1021728"/>
                </a:lnTo>
                <a:lnTo>
                  <a:pt x="311848" y="987787"/>
                </a:lnTo>
                <a:lnTo>
                  <a:pt x="314683" y="934204"/>
                </a:lnTo>
                <a:lnTo>
                  <a:pt x="317518" y="863259"/>
                </a:lnTo>
                <a:lnTo>
                  <a:pt x="320353" y="777977"/>
                </a:lnTo>
                <a:lnTo>
                  <a:pt x="323188" y="682001"/>
                </a:lnTo>
                <a:lnTo>
                  <a:pt x="326023" y="579435"/>
                </a:lnTo>
                <a:lnTo>
                  <a:pt x="328858" y="474669"/>
                </a:lnTo>
                <a:lnTo>
                  <a:pt x="331693" y="372190"/>
                </a:lnTo>
                <a:lnTo>
                  <a:pt x="334528" y="276389"/>
                </a:lnTo>
                <a:lnTo>
                  <a:pt x="337363" y="191372"/>
                </a:lnTo>
                <a:lnTo>
                  <a:pt x="340197" y="120785"/>
                </a:lnTo>
                <a:lnTo>
                  <a:pt x="343032" y="67656"/>
                </a:lnTo>
                <a:lnTo>
                  <a:pt x="345867" y="34262"/>
                </a:lnTo>
                <a:lnTo>
                  <a:pt x="348702" y="22038"/>
                </a:lnTo>
                <a:lnTo>
                  <a:pt x="351537" y="31503"/>
                </a:lnTo>
                <a:lnTo>
                  <a:pt x="354372" y="62250"/>
                </a:lnTo>
                <a:lnTo>
                  <a:pt x="357207" y="112954"/>
                </a:lnTo>
                <a:lnTo>
                  <a:pt x="360042" y="181434"/>
                </a:lnTo>
                <a:lnTo>
                  <a:pt x="362877" y="264743"/>
                </a:lnTo>
                <a:lnTo>
                  <a:pt x="365712" y="359299"/>
                </a:lnTo>
                <a:lnTo>
                  <a:pt x="368547" y="461034"/>
                </a:lnTo>
                <a:lnTo>
                  <a:pt x="371382" y="565577"/>
                </a:lnTo>
                <a:lnTo>
                  <a:pt x="374217" y="668432"/>
                </a:lnTo>
                <a:lnTo>
                  <a:pt x="377052" y="765183"/>
                </a:lnTo>
                <a:lnTo>
                  <a:pt x="379887" y="851675"/>
                </a:lnTo>
                <a:lnTo>
                  <a:pt x="382722" y="924199"/>
                </a:lnTo>
                <a:lnTo>
                  <a:pt x="385557" y="979649"/>
                </a:lnTo>
                <a:lnTo>
                  <a:pt x="388392" y="1015659"/>
                </a:lnTo>
                <a:lnTo>
                  <a:pt x="391227" y="1030698"/>
                </a:lnTo>
                <a:lnTo>
                  <a:pt x="394062" y="1024144"/>
                </a:lnTo>
                <a:lnTo>
                  <a:pt x="396897" y="996304"/>
                </a:lnTo>
                <a:lnTo>
                  <a:pt x="399732" y="948402"/>
                </a:lnTo>
                <a:lnTo>
                  <a:pt x="402567" y="882528"/>
                </a:lnTo>
                <a:lnTo>
                  <a:pt x="405402" y="801542"/>
                </a:lnTo>
                <a:lnTo>
                  <a:pt x="408237" y="708953"/>
                </a:lnTo>
                <a:lnTo>
                  <a:pt x="411072" y="608767"/>
                </a:lnTo>
                <a:lnTo>
                  <a:pt x="413907" y="505310"/>
                </a:lnTo>
                <a:lnTo>
                  <a:pt x="416742" y="403045"/>
                </a:lnTo>
                <a:lnTo>
                  <a:pt x="419577" y="306375"/>
                </a:lnTo>
                <a:lnTo>
                  <a:pt x="422412" y="219457"/>
                </a:lnTo>
                <a:lnTo>
                  <a:pt x="425247" y="146017"/>
                </a:lnTo>
                <a:lnTo>
                  <a:pt x="428082" y="89194"/>
                </a:lnTo>
                <a:lnTo>
                  <a:pt x="430917" y="51403"/>
                </a:lnTo>
                <a:lnTo>
                  <a:pt x="433752" y="34232"/>
                </a:lnTo>
                <a:lnTo>
                  <a:pt x="436587" y="38376"/>
                </a:lnTo>
                <a:lnTo>
                  <a:pt x="439422" y="63606"/>
                </a:lnTo>
                <a:lnTo>
                  <a:pt x="442257" y="108783"/>
                </a:lnTo>
                <a:lnTo>
                  <a:pt x="445092" y="171908"/>
                </a:lnTo>
                <a:lnTo>
                  <a:pt x="447927" y="250211"/>
                </a:lnTo>
                <a:lnTo>
                  <a:pt x="450762" y="340272"/>
                </a:lnTo>
                <a:lnTo>
                  <a:pt x="453597" y="438171"/>
                </a:lnTo>
                <a:lnTo>
                  <a:pt x="456432" y="539658"/>
                </a:lnTo>
                <a:lnTo>
                  <a:pt x="459267" y="640341"/>
                </a:lnTo>
                <a:lnTo>
                  <a:pt x="462102" y="735874"/>
                </a:lnTo>
                <a:lnTo>
                  <a:pt x="464937" y="822146"/>
                </a:lnTo>
                <a:lnTo>
                  <a:pt x="467772" y="895459"/>
                </a:lnTo>
                <a:lnTo>
                  <a:pt x="470607" y="952686"/>
                </a:lnTo>
                <a:lnTo>
                  <a:pt x="473442" y="991409"/>
                </a:lnTo>
                <a:lnTo>
                  <a:pt x="476276" y="1010017"/>
                </a:lnTo>
                <a:lnTo>
                  <a:pt x="479111" y="1007775"/>
                </a:lnTo>
                <a:lnTo>
                  <a:pt x="481946" y="984856"/>
                </a:lnTo>
                <a:lnTo>
                  <a:pt x="484781" y="942326"/>
                </a:lnTo>
                <a:lnTo>
                  <a:pt x="487616" y="882099"/>
                </a:lnTo>
                <a:lnTo>
                  <a:pt x="490451" y="806848"/>
                </a:lnTo>
                <a:lnTo>
                  <a:pt x="493286" y="719887"/>
                </a:lnTo>
                <a:lnTo>
                  <a:pt x="496121" y="625028"/>
                </a:lnTo>
                <a:lnTo>
                  <a:pt x="498956" y="526407"/>
                </a:lnTo>
                <a:lnTo>
                  <a:pt x="501791" y="428308"/>
                </a:lnTo>
                <a:lnTo>
                  <a:pt x="504626" y="334977"/>
                </a:lnTo>
                <a:lnTo>
                  <a:pt x="507461" y="250433"/>
                </a:lnTo>
                <a:lnTo>
                  <a:pt x="510296" y="178297"/>
                </a:lnTo>
                <a:lnTo>
                  <a:pt x="513131" y="121636"/>
                </a:lnTo>
                <a:lnTo>
                  <a:pt x="515966" y="82831"/>
                </a:lnTo>
                <a:lnTo>
                  <a:pt x="518801" y="63479"/>
                </a:lnTo>
                <a:lnTo>
                  <a:pt x="521636" y="64323"/>
                </a:lnTo>
                <a:lnTo>
                  <a:pt x="524471" y="85225"/>
                </a:lnTo>
                <a:lnTo>
                  <a:pt x="527306" y="125179"/>
                </a:lnTo>
                <a:lnTo>
                  <a:pt x="530141" y="182352"/>
                </a:lnTo>
                <a:lnTo>
                  <a:pt x="532976" y="254177"/>
                </a:lnTo>
                <a:lnTo>
                  <a:pt x="535811" y="337460"/>
                </a:lnTo>
                <a:lnTo>
                  <a:pt x="538646" y="428526"/>
                </a:lnTo>
                <a:lnTo>
                  <a:pt x="541481" y="523384"/>
                </a:lnTo>
                <a:lnTo>
                  <a:pt x="544316" y="617896"/>
                </a:lnTo>
                <a:lnTo>
                  <a:pt x="547151" y="707964"/>
                </a:lnTo>
                <a:lnTo>
                  <a:pt x="549986" y="789708"/>
                </a:lnTo>
                <a:lnTo>
                  <a:pt x="552821" y="859628"/>
                </a:lnTo>
                <a:lnTo>
                  <a:pt x="555656" y="914764"/>
                </a:lnTo>
                <a:lnTo>
                  <a:pt x="558491" y="952812"/>
                </a:lnTo>
                <a:lnTo>
                  <a:pt x="561326" y="972230"/>
                </a:lnTo>
                <a:lnTo>
                  <a:pt x="564161" y="972295"/>
                </a:lnTo>
                <a:lnTo>
                  <a:pt x="566996" y="953128"/>
                </a:lnTo>
                <a:lnTo>
                  <a:pt x="569831" y="915692"/>
                </a:lnTo>
                <a:lnTo>
                  <a:pt x="572666" y="861736"/>
                </a:lnTo>
                <a:lnTo>
                  <a:pt x="575501" y="793716"/>
                </a:lnTo>
                <a:lnTo>
                  <a:pt x="578336" y="714688"/>
                </a:lnTo>
                <a:lnTo>
                  <a:pt x="581171" y="628163"/>
                </a:lnTo>
                <a:lnTo>
                  <a:pt x="584006" y="537956"/>
                </a:lnTo>
                <a:lnTo>
                  <a:pt x="586841" y="448016"/>
                </a:lnTo>
                <a:lnTo>
                  <a:pt x="589676" y="362251"/>
                </a:lnTo>
                <a:lnTo>
                  <a:pt x="592511" y="284359"/>
                </a:lnTo>
                <a:lnTo>
                  <a:pt x="595346" y="217667"/>
                </a:lnTo>
                <a:lnTo>
                  <a:pt x="598181" y="164988"/>
                </a:lnTo>
                <a:lnTo>
                  <a:pt x="601016" y="128503"/>
                </a:lnTo>
                <a:lnTo>
                  <a:pt x="603851" y="109670"/>
                </a:lnTo>
                <a:lnTo>
                  <a:pt x="606686" y="109163"/>
                </a:lnTo>
                <a:lnTo>
                  <a:pt x="609521" y="126854"/>
                </a:lnTo>
                <a:lnTo>
                  <a:pt x="612355" y="161817"/>
                </a:lnTo>
                <a:lnTo>
                  <a:pt x="615190" y="212385"/>
                </a:lnTo>
                <a:lnTo>
                  <a:pt x="618025" y="276219"/>
                </a:lnTo>
                <a:lnTo>
                  <a:pt x="620860" y="350424"/>
                </a:lnTo>
                <a:lnTo>
                  <a:pt x="623695" y="431673"/>
                </a:lnTo>
                <a:lnTo>
                  <a:pt x="626530" y="516364"/>
                </a:lnTo>
                <a:lnTo>
                  <a:pt x="629365" y="600776"/>
                </a:lnTo>
                <a:lnTo>
                  <a:pt x="632200" y="681231"/>
                </a:lnTo>
                <a:lnTo>
                  <a:pt x="635035" y="754262"/>
                </a:lnTo>
                <a:lnTo>
                  <a:pt x="637870" y="816756"/>
                </a:lnTo>
                <a:lnTo>
                  <a:pt x="640705" y="866091"/>
                </a:lnTo>
                <a:lnTo>
                  <a:pt x="643540" y="900245"/>
                </a:lnTo>
                <a:lnTo>
                  <a:pt x="646375" y="917882"/>
                </a:lnTo>
                <a:lnTo>
                  <a:pt x="649210" y="918399"/>
                </a:lnTo>
                <a:lnTo>
                  <a:pt x="652045" y="901952"/>
                </a:lnTo>
                <a:lnTo>
                  <a:pt x="654880" y="869434"/>
                </a:lnTo>
                <a:lnTo>
                  <a:pt x="657715" y="822436"/>
                </a:lnTo>
                <a:lnTo>
                  <a:pt x="660550" y="763165"/>
                </a:lnTo>
                <a:lnTo>
                  <a:pt x="663385" y="694343"/>
                </a:lnTo>
                <a:lnTo>
                  <a:pt x="666220" y="619079"/>
                </a:lnTo>
                <a:lnTo>
                  <a:pt x="669055" y="540734"/>
                </a:lnTo>
                <a:lnTo>
                  <a:pt x="671890" y="462766"/>
                </a:lnTo>
                <a:lnTo>
                  <a:pt x="674725" y="388575"/>
                </a:lnTo>
                <a:lnTo>
                  <a:pt x="677560" y="321361"/>
                </a:lnTo>
                <a:lnTo>
                  <a:pt x="680395" y="263977"/>
                </a:lnTo>
                <a:lnTo>
                  <a:pt x="683230" y="218816"/>
                </a:lnTo>
                <a:lnTo>
                  <a:pt x="686065" y="187702"/>
                </a:lnTo>
                <a:lnTo>
                  <a:pt x="688900" y="171822"/>
                </a:lnTo>
                <a:lnTo>
                  <a:pt x="691735" y="171682"/>
                </a:lnTo>
                <a:lnTo>
                  <a:pt x="694570" y="187086"/>
                </a:lnTo>
                <a:lnTo>
                  <a:pt x="697405" y="217161"/>
                </a:lnTo>
                <a:lnTo>
                  <a:pt x="700240" y="260400"/>
                </a:lnTo>
                <a:lnTo>
                  <a:pt x="703075" y="314735"/>
                </a:lnTo>
                <a:lnTo>
                  <a:pt x="705910" y="377638"/>
                </a:lnTo>
                <a:lnTo>
                  <a:pt x="708745" y="446237"/>
                </a:lnTo>
                <a:lnTo>
                  <a:pt x="711580" y="517450"/>
                </a:lnTo>
                <a:lnTo>
                  <a:pt x="714415" y="588118"/>
                </a:lnTo>
                <a:lnTo>
                  <a:pt x="717250" y="655152"/>
                </a:lnTo>
                <a:lnTo>
                  <a:pt x="720085" y="715665"/>
                </a:lnTo>
                <a:lnTo>
                  <a:pt x="722920" y="767099"/>
                </a:lnTo>
                <a:lnTo>
                  <a:pt x="725755" y="807331"/>
                </a:lnTo>
                <a:lnTo>
                  <a:pt x="728590" y="834763"/>
                </a:lnTo>
                <a:lnTo>
                  <a:pt x="731425" y="848386"/>
                </a:lnTo>
                <a:lnTo>
                  <a:pt x="734260" y="847814"/>
                </a:lnTo>
                <a:lnTo>
                  <a:pt x="737095" y="833292"/>
                </a:lnTo>
                <a:lnTo>
                  <a:pt x="739930" y="805679"/>
                </a:lnTo>
                <a:lnTo>
                  <a:pt x="742765" y="766398"/>
                </a:lnTo>
                <a:lnTo>
                  <a:pt x="745600" y="717364"/>
                </a:lnTo>
                <a:lnTo>
                  <a:pt x="748434" y="660894"/>
                </a:lnTo>
                <a:lnTo>
                  <a:pt x="751269" y="599594"/>
                </a:lnTo>
                <a:lnTo>
                  <a:pt x="754104" y="536244"/>
                </a:lnTo>
                <a:lnTo>
                  <a:pt x="756939" y="473666"/>
                </a:lnTo>
                <a:lnTo>
                  <a:pt x="759774" y="414602"/>
                </a:lnTo>
                <a:lnTo>
                  <a:pt x="762609" y="361590"/>
                </a:lnTo>
                <a:lnTo>
                  <a:pt x="765444" y="316858"/>
                </a:lnTo>
                <a:lnTo>
                  <a:pt x="768279" y="282227"/>
                </a:lnTo>
                <a:lnTo>
                  <a:pt x="771114" y="259037"/>
                </a:lnTo>
                <a:lnTo>
                  <a:pt x="773949" y="248098"/>
                </a:lnTo>
                <a:lnTo>
                  <a:pt x="776784" y="249661"/>
                </a:lnTo>
                <a:lnTo>
                  <a:pt x="779619" y="263417"/>
                </a:lnTo>
                <a:lnTo>
                  <a:pt x="782454" y="288520"/>
                </a:lnTo>
                <a:lnTo>
                  <a:pt x="785289" y="323639"/>
                </a:lnTo>
                <a:lnTo>
                  <a:pt x="788124" y="367019"/>
                </a:lnTo>
                <a:lnTo>
                  <a:pt x="790959" y="416576"/>
                </a:lnTo>
                <a:lnTo>
                  <a:pt x="793794" y="469989"/>
                </a:lnTo>
                <a:lnTo>
                  <a:pt x="796629" y="524813"/>
                </a:lnTo>
                <a:lnTo>
                  <a:pt x="799464" y="578591"/>
                </a:lnTo>
                <a:lnTo>
                  <a:pt x="802299" y="628963"/>
                </a:lnTo>
                <a:lnTo>
                  <a:pt x="805134" y="673769"/>
                </a:lnTo>
                <a:lnTo>
                  <a:pt x="807969" y="711147"/>
                </a:lnTo>
                <a:lnTo>
                  <a:pt x="810804" y="739604"/>
                </a:lnTo>
                <a:lnTo>
                  <a:pt x="813639" y="758081"/>
                </a:lnTo>
                <a:lnTo>
                  <a:pt x="816474" y="765988"/>
                </a:lnTo>
                <a:lnTo>
                  <a:pt x="819309" y="763223"/>
                </a:lnTo>
                <a:lnTo>
                  <a:pt x="822144" y="750165"/>
                </a:lnTo>
                <a:lnTo>
                  <a:pt x="824979" y="727645"/>
                </a:lnTo>
                <a:lnTo>
                  <a:pt x="827814" y="696901"/>
                </a:lnTo>
                <a:lnTo>
                  <a:pt x="830649" y="659511"/>
                </a:lnTo>
                <a:lnTo>
                  <a:pt x="833484" y="617312"/>
                </a:lnTo>
                <a:lnTo>
                  <a:pt x="836319" y="572313"/>
                </a:lnTo>
                <a:lnTo>
                  <a:pt x="839154" y="526602"/>
                </a:lnTo>
                <a:lnTo>
                  <a:pt x="841989" y="482242"/>
                </a:lnTo>
                <a:lnTo>
                  <a:pt x="844824" y="441184"/>
                </a:lnTo>
                <a:lnTo>
                  <a:pt x="847659" y="405177"/>
                </a:lnTo>
                <a:lnTo>
                  <a:pt x="850494" y="375697"/>
                </a:lnTo>
                <a:lnTo>
                  <a:pt x="853329" y="353881"/>
                </a:lnTo>
                <a:lnTo>
                  <a:pt x="856164" y="340488"/>
                </a:lnTo>
                <a:lnTo>
                  <a:pt x="858999" y="335873"/>
                </a:lnTo>
                <a:lnTo>
                  <a:pt x="861834" y="339981"/>
                </a:lnTo>
                <a:lnTo>
                  <a:pt x="864669" y="352360"/>
                </a:lnTo>
                <a:lnTo>
                  <a:pt x="867504" y="372192"/>
                </a:lnTo>
                <a:lnTo>
                  <a:pt x="870339" y="398345"/>
                </a:lnTo>
                <a:lnTo>
                  <a:pt x="873174" y="429429"/>
                </a:lnTo>
                <a:lnTo>
                  <a:pt x="876009" y="463871"/>
                </a:lnTo>
                <a:lnTo>
                  <a:pt x="878844" y="499992"/>
                </a:lnTo>
                <a:lnTo>
                  <a:pt x="881679" y="536087"/>
                </a:lnTo>
                <a:lnTo>
                  <a:pt x="884513" y="570511"/>
                </a:lnTo>
                <a:lnTo>
                  <a:pt x="887348" y="601747"/>
                </a:lnTo>
                <a:lnTo>
                  <a:pt x="890183" y="628477"/>
                </a:lnTo>
                <a:lnTo>
                  <a:pt x="893018" y="649638"/>
                </a:lnTo>
                <a:lnTo>
                  <a:pt x="895853" y="664463"/>
                </a:lnTo>
                <a:lnTo>
                  <a:pt x="898688" y="672507"/>
                </a:lnTo>
                <a:lnTo>
                  <a:pt x="901523" y="673661"/>
                </a:lnTo>
                <a:lnTo>
                  <a:pt x="904358" y="668143"/>
                </a:lnTo>
                <a:lnTo>
                  <a:pt x="907193" y="656479"/>
                </a:lnTo>
                <a:lnTo>
                  <a:pt x="910028" y="639464"/>
                </a:lnTo>
                <a:lnTo>
                  <a:pt x="912863" y="618121"/>
                </a:lnTo>
                <a:lnTo>
                  <a:pt x="915698" y="593637"/>
                </a:lnTo>
                <a:lnTo>
                  <a:pt x="918533" y="567304"/>
                </a:lnTo>
                <a:lnTo>
                  <a:pt x="921368" y="540451"/>
                </a:lnTo>
                <a:lnTo>
                  <a:pt x="924203" y="514381"/>
                </a:lnTo>
                <a:lnTo>
                  <a:pt x="927038" y="490303"/>
                </a:lnTo>
                <a:lnTo>
                  <a:pt x="929873" y="469277"/>
                </a:lnTo>
                <a:lnTo>
                  <a:pt x="932708" y="452173"/>
                </a:lnTo>
                <a:lnTo>
                  <a:pt x="935543" y="439627"/>
                </a:lnTo>
                <a:lnTo>
                  <a:pt x="938378" y="432023"/>
                </a:lnTo>
                <a:lnTo>
                  <a:pt x="941213" y="429479"/>
                </a:lnTo>
                <a:lnTo>
                  <a:pt x="944048" y="431857"/>
                </a:lnTo>
                <a:lnTo>
                  <a:pt x="946883" y="438775"/>
                </a:lnTo>
                <a:lnTo>
                  <a:pt x="949718" y="449638"/>
                </a:lnTo>
                <a:lnTo>
                  <a:pt x="952553" y="463676"/>
                </a:lnTo>
                <a:lnTo>
                  <a:pt x="955388" y="479992"/>
                </a:lnTo>
                <a:lnTo>
                  <a:pt x="958223" y="497611"/>
                </a:lnTo>
                <a:lnTo>
                  <a:pt x="961058" y="515538"/>
                </a:lnTo>
                <a:lnTo>
                  <a:pt x="963893" y="532809"/>
                </a:lnTo>
                <a:lnTo>
                  <a:pt x="966728" y="548543"/>
                </a:lnTo>
                <a:lnTo>
                  <a:pt x="969563" y="561982"/>
                </a:lnTo>
                <a:lnTo>
                  <a:pt x="972398" y="572535"/>
                </a:lnTo>
                <a:lnTo>
                  <a:pt x="975233" y="579796"/>
                </a:lnTo>
                <a:lnTo>
                  <a:pt x="978068" y="583565"/>
                </a:lnTo>
                <a:lnTo>
                  <a:pt x="980903" y="583849"/>
                </a:lnTo>
                <a:lnTo>
                  <a:pt x="983738" y="580854"/>
                </a:lnTo>
                <a:lnTo>
                  <a:pt x="986573" y="574971"/>
                </a:lnTo>
                <a:lnTo>
                  <a:pt x="989408" y="566740"/>
                </a:lnTo>
                <a:lnTo>
                  <a:pt x="992243" y="556819"/>
                </a:lnTo>
                <a:lnTo>
                  <a:pt x="995078" y="545941"/>
                </a:lnTo>
                <a:lnTo>
                  <a:pt x="997913" y="534869"/>
                </a:lnTo>
                <a:lnTo>
                  <a:pt x="1000748" y="524350"/>
                </a:lnTo>
                <a:lnTo>
                  <a:pt x="1003583" y="515067"/>
                </a:lnTo>
                <a:lnTo>
                  <a:pt x="1006418" y="507606"/>
                </a:lnTo>
                <a:lnTo>
                  <a:pt x="1009253" y="502416"/>
                </a:lnTo>
                <a:lnTo>
                  <a:pt x="1012088" y="499788"/>
                </a:lnTo>
                <a:lnTo>
                  <a:pt x="1014923" y="499838"/>
                </a:lnTo>
                <a:lnTo>
                  <a:pt x="1017758" y="502500"/>
                </a:lnTo>
                <a:lnTo>
                  <a:pt x="1020592" y="507534"/>
                </a:lnTo>
                <a:lnTo>
                  <a:pt x="1023427" y="514543"/>
                </a:lnTo>
                <a:lnTo>
                  <a:pt x="1026262" y="522995"/>
                </a:lnTo>
                <a:lnTo>
                  <a:pt x="1029097" y="532258"/>
                </a:lnTo>
                <a:lnTo>
                  <a:pt x="1031932" y="541639"/>
                </a:lnTo>
                <a:lnTo>
                  <a:pt x="1034767" y="550426"/>
                </a:lnTo>
                <a:lnTo>
                  <a:pt x="1037602" y="557937"/>
                </a:lnTo>
                <a:lnTo>
                  <a:pt x="1040437" y="563555"/>
                </a:lnTo>
                <a:lnTo>
                  <a:pt x="1043272" y="566776"/>
                </a:lnTo>
                <a:lnTo>
                  <a:pt x="1046107" y="567238"/>
                </a:lnTo>
                <a:lnTo>
                  <a:pt x="1048942" y="564747"/>
                </a:lnTo>
                <a:lnTo>
                  <a:pt x="1051777" y="559294"/>
                </a:lnTo>
                <a:lnTo>
                  <a:pt x="1054612" y="551061"/>
                </a:lnTo>
                <a:lnTo>
                  <a:pt x="1057447" y="540414"/>
                </a:lnTo>
                <a:lnTo>
                  <a:pt x="1060282" y="527889"/>
                </a:lnTo>
                <a:lnTo>
                  <a:pt x="1063117" y="514163"/>
                </a:lnTo>
                <a:lnTo>
                  <a:pt x="1065952" y="500019"/>
                </a:lnTo>
                <a:lnTo>
                  <a:pt x="1068787" y="486305"/>
                </a:lnTo>
                <a:lnTo>
                  <a:pt x="1071622" y="473887"/>
                </a:lnTo>
                <a:lnTo>
                  <a:pt x="1074457" y="463595"/>
                </a:lnTo>
                <a:lnTo>
                  <a:pt x="1077292" y="456181"/>
                </a:lnTo>
                <a:lnTo>
                  <a:pt x="1080127" y="452264"/>
                </a:lnTo>
                <a:lnTo>
                  <a:pt x="1082962" y="452299"/>
                </a:lnTo>
                <a:lnTo>
                  <a:pt x="1085797" y="456537"/>
                </a:lnTo>
                <a:lnTo>
                  <a:pt x="1088632" y="465006"/>
                </a:lnTo>
                <a:lnTo>
                  <a:pt x="1091467" y="477502"/>
                </a:lnTo>
                <a:lnTo>
                  <a:pt x="1094302" y="493586"/>
                </a:lnTo>
                <a:lnTo>
                  <a:pt x="1097137" y="512603"/>
                </a:lnTo>
                <a:lnTo>
                  <a:pt x="1099972" y="533707"/>
                </a:lnTo>
                <a:lnTo>
                  <a:pt x="1102807" y="555897"/>
                </a:lnTo>
                <a:lnTo>
                  <a:pt x="1105642" y="578067"/>
                </a:lnTo>
                <a:lnTo>
                  <a:pt x="1108477" y="599060"/>
                </a:lnTo>
                <a:lnTo>
                  <a:pt x="1111312" y="617725"/>
                </a:lnTo>
                <a:lnTo>
                  <a:pt x="1114147" y="632981"/>
                </a:lnTo>
                <a:lnTo>
                  <a:pt x="1116982" y="643873"/>
                </a:lnTo>
                <a:lnTo>
                  <a:pt x="1119817" y="649631"/>
                </a:lnTo>
                <a:lnTo>
                  <a:pt x="1122652" y="649711"/>
                </a:lnTo>
                <a:lnTo>
                  <a:pt x="1125487" y="643837"/>
                </a:lnTo>
                <a:lnTo>
                  <a:pt x="1128322" y="632021"/>
                </a:lnTo>
                <a:lnTo>
                  <a:pt x="1131157" y="614579"/>
                </a:lnTo>
                <a:lnTo>
                  <a:pt x="1133992" y="592119"/>
                </a:lnTo>
                <a:lnTo>
                  <a:pt x="1136827" y="565526"/>
                </a:lnTo>
                <a:lnTo>
                  <a:pt x="1139662" y="535927"/>
                </a:lnTo>
                <a:lnTo>
                  <a:pt x="1142497" y="504641"/>
                </a:lnTo>
                <a:lnTo>
                  <a:pt x="1145332" y="473121"/>
                </a:lnTo>
                <a:lnTo>
                  <a:pt x="1148167" y="442889"/>
                </a:lnTo>
                <a:lnTo>
                  <a:pt x="1151002" y="415458"/>
                </a:lnTo>
                <a:lnTo>
                  <a:pt x="1153837" y="392260"/>
                </a:lnTo>
                <a:lnTo>
                  <a:pt x="1156671" y="374575"/>
                </a:lnTo>
                <a:lnTo>
                  <a:pt x="1159506" y="363456"/>
                </a:lnTo>
                <a:lnTo>
                  <a:pt x="1162341" y="359679"/>
                </a:lnTo>
                <a:lnTo>
                  <a:pt x="1165176" y="363689"/>
                </a:lnTo>
                <a:lnTo>
                  <a:pt x="1168011" y="375572"/>
                </a:lnTo>
                <a:lnTo>
                  <a:pt x="1170846" y="395038"/>
                </a:lnTo>
                <a:lnTo>
                  <a:pt x="1173681" y="421426"/>
                </a:lnTo>
                <a:lnTo>
                  <a:pt x="1176516" y="453718"/>
                </a:lnTo>
                <a:lnTo>
                  <a:pt x="1179351" y="490586"/>
                </a:lnTo>
                <a:lnTo>
                  <a:pt x="1182186" y="530441"/>
                </a:lnTo>
                <a:lnTo>
                  <a:pt x="1185021" y="571504"/>
                </a:lnTo>
                <a:lnTo>
                  <a:pt x="1187856" y="611885"/>
                </a:lnTo>
                <a:lnTo>
                  <a:pt x="1190691" y="649670"/>
                </a:lnTo>
                <a:lnTo>
                  <a:pt x="1193526" y="683012"/>
                </a:lnTo>
                <a:lnTo>
                  <a:pt x="1196361" y="710220"/>
                </a:lnTo>
                <a:lnTo>
                  <a:pt x="1199196" y="729845"/>
                </a:lnTo>
                <a:lnTo>
                  <a:pt x="1202031" y="740754"/>
                </a:lnTo>
                <a:lnTo>
                  <a:pt x="1204866" y="742194"/>
                </a:lnTo>
                <a:lnTo>
                  <a:pt x="1207701" y="733834"/>
                </a:lnTo>
                <a:lnTo>
                  <a:pt x="1210536" y="715794"/>
                </a:lnTo>
                <a:lnTo>
                  <a:pt x="1213371" y="688650"/>
                </a:lnTo>
                <a:lnTo>
                  <a:pt x="1216206" y="653418"/>
                </a:lnTo>
                <a:lnTo>
                  <a:pt x="1219041" y="611519"/>
                </a:lnTo>
                <a:lnTo>
                  <a:pt x="1221876" y="564717"/>
                </a:lnTo>
                <a:lnTo>
                  <a:pt x="1224711" y="515051"/>
                </a:lnTo>
                <a:lnTo>
                  <a:pt x="1227546" y="464742"/>
                </a:lnTo>
                <a:lnTo>
                  <a:pt x="1230381" y="416094"/>
                </a:lnTo>
                <a:lnTo>
                  <a:pt x="1233216" y="371387"/>
                </a:lnTo>
                <a:lnTo>
                  <a:pt x="1236051" y="332773"/>
                </a:lnTo>
                <a:lnTo>
                  <a:pt x="1238886" y="302171"/>
                </a:lnTo>
                <a:lnTo>
                  <a:pt x="1241721" y="281172"/>
                </a:lnTo>
                <a:lnTo>
                  <a:pt x="1244556" y="270957"/>
                </a:lnTo>
                <a:lnTo>
                  <a:pt x="1247391" y="272238"/>
                </a:lnTo>
                <a:lnTo>
                  <a:pt x="1250226" y="285209"/>
                </a:lnTo>
                <a:lnTo>
                  <a:pt x="1253061" y="309528"/>
                </a:lnTo>
                <a:lnTo>
                  <a:pt x="1255896" y="344327"/>
                </a:lnTo>
                <a:lnTo>
                  <a:pt x="1258731" y="388231"/>
                </a:lnTo>
                <a:lnTo>
                  <a:pt x="1261566" y="439424"/>
                </a:lnTo>
                <a:lnTo>
                  <a:pt x="1264401" y="495713"/>
                </a:lnTo>
                <a:lnTo>
                  <a:pt x="1267236" y="554629"/>
                </a:lnTo>
                <a:lnTo>
                  <a:pt x="1270071" y="613533"/>
                </a:lnTo>
                <a:lnTo>
                  <a:pt x="1272906" y="669738"/>
                </a:lnTo>
                <a:lnTo>
                  <a:pt x="1275741" y="720625"/>
                </a:lnTo>
                <a:lnTo>
                  <a:pt x="1278576" y="763773"/>
                </a:lnTo>
                <a:lnTo>
                  <a:pt x="1281411" y="797069"/>
                </a:lnTo>
                <a:lnTo>
                  <a:pt x="1284246" y="818812"/>
                </a:lnTo>
                <a:lnTo>
                  <a:pt x="1287081" y="827802"/>
                </a:lnTo>
                <a:lnTo>
                  <a:pt x="1289916" y="823398"/>
                </a:lnTo>
                <a:lnTo>
                  <a:pt x="1292750" y="805562"/>
                </a:lnTo>
                <a:lnTo>
                  <a:pt x="1295585" y="774868"/>
                </a:lnTo>
                <a:lnTo>
                  <a:pt x="1298420" y="732491"/>
                </a:lnTo>
                <a:lnTo>
                  <a:pt x="1301255" y="680156"/>
                </a:lnTo>
                <a:lnTo>
                  <a:pt x="1304090" y="620074"/>
                </a:lnTo>
                <a:lnTo>
                  <a:pt x="1306925" y="554844"/>
                </a:lnTo>
                <a:lnTo>
                  <a:pt x="1309760" y="487345"/>
                </a:lnTo>
                <a:lnTo>
                  <a:pt x="1312595" y="420605"/>
                </a:lnTo>
                <a:lnTo>
                  <a:pt x="1315430" y="357664"/>
                </a:lnTo>
                <a:lnTo>
                  <a:pt x="1318265" y="301438"/>
                </a:lnTo>
                <a:lnTo>
                  <a:pt x="1321100" y="254582"/>
                </a:lnTo>
                <a:lnTo>
                  <a:pt x="1323935" y="219366"/>
                </a:lnTo>
                <a:lnTo>
                  <a:pt x="1326770" y="197562"/>
                </a:lnTo>
                <a:lnTo>
                  <a:pt x="1329605" y="190359"/>
                </a:lnTo>
                <a:lnTo>
                  <a:pt x="1332440" y="198300"/>
                </a:lnTo>
                <a:lnTo>
                  <a:pt x="1335275" y="221245"/>
                </a:lnTo>
                <a:lnTo>
                  <a:pt x="1338110" y="258372"/>
                </a:lnTo>
                <a:lnTo>
                  <a:pt x="1340945" y="308201"/>
                </a:lnTo>
                <a:lnTo>
                  <a:pt x="1343780" y="368653"/>
                </a:lnTo>
                <a:lnTo>
                  <a:pt x="1346615" y="437139"/>
                </a:lnTo>
                <a:lnTo>
                  <a:pt x="1349450" y="510670"/>
                </a:lnTo>
                <a:lnTo>
                  <a:pt x="1352285" y="585985"/>
                </a:lnTo>
                <a:lnTo>
                  <a:pt x="1355120" y="659703"/>
                </a:lnTo>
                <a:lnTo>
                  <a:pt x="1357955" y="728467"/>
                </a:lnTo>
                <a:lnTo>
                  <a:pt x="1360790" y="789102"/>
                </a:lnTo>
                <a:lnTo>
                  <a:pt x="1363625" y="838764"/>
                </a:lnTo>
                <a:lnTo>
                  <a:pt x="1366460" y="875068"/>
                </a:lnTo>
                <a:lnTo>
                  <a:pt x="1369295" y="896207"/>
                </a:lnTo>
                <a:lnTo>
                  <a:pt x="1372130" y="901038"/>
                </a:lnTo>
                <a:lnTo>
                  <a:pt x="1374965" y="889145"/>
                </a:lnTo>
                <a:lnTo>
                  <a:pt x="1377800" y="860864"/>
                </a:lnTo>
                <a:lnTo>
                  <a:pt x="1380635" y="817280"/>
                </a:lnTo>
                <a:lnTo>
                  <a:pt x="1383470" y="760182"/>
                </a:lnTo>
                <a:lnTo>
                  <a:pt x="1386305" y="691994"/>
                </a:lnTo>
                <a:lnTo>
                  <a:pt x="1389140" y="615669"/>
                </a:lnTo>
                <a:lnTo>
                  <a:pt x="1391975" y="534562"/>
                </a:lnTo>
                <a:lnTo>
                  <a:pt x="1394810" y="452284"/>
                </a:lnTo>
                <a:lnTo>
                  <a:pt x="1397645" y="372536"/>
                </a:lnTo>
                <a:lnTo>
                  <a:pt x="1400480" y="298946"/>
                </a:lnTo>
                <a:lnTo>
                  <a:pt x="1403315" y="234902"/>
                </a:lnTo>
                <a:lnTo>
                  <a:pt x="1406150" y="183396"/>
                </a:lnTo>
                <a:lnTo>
                  <a:pt x="1408985" y="146883"/>
                </a:lnTo>
                <a:lnTo>
                  <a:pt x="1411820" y="127164"/>
                </a:lnTo>
                <a:lnTo>
                  <a:pt x="1414655" y="125301"/>
                </a:lnTo>
                <a:lnTo>
                  <a:pt x="1417490" y="141555"/>
                </a:lnTo>
                <a:lnTo>
                  <a:pt x="1420325" y="175372"/>
                </a:lnTo>
                <a:lnTo>
                  <a:pt x="1423160" y="225396"/>
                </a:lnTo>
                <a:lnTo>
                  <a:pt x="1425995" y="289528"/>
                </a:lnTo>
                <a:lnTo>
                  <a:pt x="1428829" y="365006"/>
                </a:lnTo>
                <a:lnTo>
                  <a:pt x="1431664" y="448533"/>
                </a:lnTo>
                <a:lnTo>
                  <a:pt x="1434499" y="536413"/>
                </a:lnTo>
                <a:lnTo>
                  <a:pt x="1437334" y="624722"/>
                </a:lnTo>
                <a:lnTo>
                  <a:pt x="1440169" y="709481"/>
                </a:lnTo>
                <a:lnTo>
                  <a:pt x="1443004" y="786834"/>
                </a:lnTo>
                <a:lnTo>
                  <a:pt x="1445839" y="853227"/>
                </a:lnTo>
                <a:lnTo>
                  <a:pt x="1448674" y="905570"/>
                </a:lnTo>
                <a:lnTo>
                  <a:pt x="1451509" y="941383"/>
                </a:lnTo>
                <a:lnTo>
                  <a:pt x="1454344" y="958912"/>
                </a:lnTo>
                <a:lnTo>
                  <a:pt x="1457179" y="957213"/>
                </a:lnTo>
                <a:lnTo>
                  <a:pt x="1460014" y="936206"/>
                </a:lnTo>
                <a:lnTo>
                  <a:pt x="1462849" y="896682"/>
                </a:lnTo>
                <a:lnTo>
                  <a:pt x="1465684" y="840277"/>
                </a:lnTo>
                <a:lnTo>
                  <a:pt x="1468519" y="769401"/>
                </a:lnTo>
                <a:lnTo>
                  <a:pt x="1471354" y="687140"/>
                </a:lnTo>
                <a:lnTo>
                  <a:pt x="1474189" y="597116"/>
                </a:lnTo>
                <a:lnTo>
                  <a:pt x="1477024" y="503331"/>
                </a:lnTo>
                <a:lnTo>
                  <a:pt x="1479859" y="409987"/>
                </a:lnTo>
                <a:lnTo>
                  <a:pt x="1482694" y="321297"/>
                </a:lnTo>
                <a:lnTo>
                  <a:pt x="1485529" y="241296"/>
                </a:lnTo>
                <a:lnTo>
                  <a:pt x="1488364" y="173654"/>
                </a:lnTo>
                <a:lnTo>
                  <a:pt x="1491199" y="121508"/>
                </a:lnTo>
                <a:lnTo>
                  <a:pt x="1494034" y="87319"/>
                </a:lnTo>
                <a:lnTo>
                  <a:pt x="1496869" y="72752"/>
                </a:lnTo>
                <a:lnTo>
                  <a:pt x="1499704" y="78595"/>
                </a:lnTo>
                <a:lnTo>
                  <a:pt x="1502539" y="104722"/>
                </a:lnTo>
                <a:lnTo>
                  <a:pt x="1505374" y="150086"/>
                </a:lnTo>
                <a:lnTo>
                  <a:pt x="1508209" y="212765"/>
                </a:lnTo>
                <a:lnTo>
                  <a:pt x="1511044" y="290042"/>
                </a:lnTo>
                <a:lnTo>
                  <a:pt x="1513879" y="378522"/>
                </a:lnTo>
                <a:lnTo>
                  <a:pt x="1516714" y="474283"/>
                </a:lnTo>
                <a:lnTo>
                  <a:pt x="1519549" y="573048"/>
                </a:lnTo>
                <a:lnTo>
                  <a:pt x="1522384" y="670379"/>
                </a:lnTo>
                <a:lnTo>
                  <a:pt x="1525219" y="761875"/>
                </a:lnTo>
                <a:lnTo>
                  <a:pt x="1528054" y="843376"/>
                </a:lnTo>
                <a:lnTo>
                  <a:pt x="1530889" y="911144"/>
                </a:lnTo>
                <a:lnTo>
                  <a:pt x="1533724" y="962044"/>
                </a:lnTo>
                <a:lnTo>
                  <a:pt x="1536559" y="993686"/>
                </a:lnTo>
                <a:lnTo>
                  <a:pt x="1539394" y="1004535"/>
                </a:lnTo>
                <a:lnTo>
                  <a:pt x="1542229" y="993989"/>
                </a:lnTo>
                <a:lnTo>
                  <a:pt x="1545064" y="962411"/>
                </a:lnTo>
                <a:lnTo>
                  <a:pt x="1547899" y="911116"/>
                </a:lnTo>
                <a:lnTo>
                  <a:pt x="1550734" y="842318"/>
                </a:lnTo>
                <a:lnTo>
                  <a:pt x="1553569" y="759034"/>
                </a:lnTo>
                <a:lnTo>
                  <a:pt x="1556404" y="664952"/>
                </a:lnTo>
                <a:lnTo>
                  <a:pt x="1559239" y="564266"/>
                </a:lnTo>
                <a:lnTo>
                  <a:pt x="1562074" y="461491"/>
                </a:lnTo>
                <a:lnTo>
                  <a:pt x="1564908" y="361258"/>
                </a:lnTo>
                <a:lnTo>
                  <a:pt x="1567743" y="268106"/>
                </a:lnTo>
                <a:lnTo>
                  <a:pt x="1570578" y="186274"/>
                </a:lnTo>
                <a:lnTo>
                  <a:pt x="1573413" y="119509"/>
                </a:lnTo>
                <a:lnTo>
                  <a:pt x="1576248" y="70895"/>
                </a:lnTo>
                <a:lnTo>
                  <a:pt x="1579083" y="42707"/>
                </a:lnTo>
                <a:lnTo>
                  <a:pt x="1581918" y="36306"/>
                </a:lnTo>
                <a:lnTo>
                  <a:pt x="1584753" y="52074"/>
                </a:lnTo>
                <a:lnTo>
                  <a:pt x="1587588" y="89392"/>
                </a:lnTo>
                <a:lnTo>
                  <a:pt x="1590423" y="146660"/>
                </a:lnTo>
                <a:lnTo>
                  <a:pt x="1593258" y="221372"/>
                </a:lnTo>
                <a:lnTo>
                  <a:pt x="1596093" y="310219"/>
                </a:lnTo>
                <a:lnTo>
                  <a:pt x="1598928" y="409241"/>
                </a:lnTo>
                <a:lnTo>
                  <a:pt x="1601763" y="514000"/>
                </a:lnTo>
                <a:lnTo>
                  <a:pt x="1604598" y="619782"/>
                </a:lnTo>
                <a:lnTo>
                  <a:pt x="1607433" y="721809"/>
                </a:lnTo>
                <a:lnTo>
                  <a:pt x="1610268" y="815453"/>
                </a:lnTo>
                <a:lnTo>
                  <a:pt x="1613103" y="896450"/>
                </a:lnTo>
                <a:lnTo>
                  <a:pt x="1615938" y="961094"/>
                </a:lnTo>
                <a:lnTo>
                  <a:pt x="1618773" y="1006404"/>
                </a:lnTo>
                <a:lnTo>
                  <a:pt x="1621608" y="1030266"/>
                </a:lnTo>
                <a:lnTo>
                  <a:pt x="1624443" y="1031530"/>
                </a:lnTo>
                <a:lnTo>
                  <a:pt x="1627278" y="1010066"/>
                </a:lnTo>
                <a:lnTo>
                  <a:pt x="1630113" y="966773"/>
                </a:lnTo>
                <a:lnTo>
                  <a:pt x="1632948" y="903542"/>
                </a:lnTo>
                <a:lnTo>
                  <a:pt x="1635783" y="823174"/>
                </a:lnTo>
                <a:lnTo>
                  <a:pt x="1638618" y="729255"/>
                </a:lnTo>
                <a:lnTo>
                  <a:pt x="1641453" y="625997"/>
                </a:lnTo>
                <a:lnTo>
                  <a:pt x="1644288" y="518048"/>
                </a:lnTo>
                <a:lnTo>
                  <a:pt x="1647123" y="410281"/>
                </a:lnTo>
                <a:lnTo>
                  <a:pt x="1649958" y="307577"/>
                </a:lnTo>
                <a:lnTo>
                  <a:pt x="1652793" y="214600"/>
                </a:lnTo>
                <a:lnTo>
                  <a:pt x="1655628" y="135587"/>
                </a:lnTo>
                <a:lnTo>
                  <a:pt x="1658463" y="74153"/>
                </a:lnTo>
                <a:lnTo>
                  <a:pt x="1661298" y="33125"/>
                </a:lnTo>
                <a:lnTo>
                  <a:pt x="1664133" y="14413"/>
                </a:lnTo>
                <a:lnTo>
                  <a:pt x="1666968" y="18918"/>
                </a:lnTo>
                <a:lnTo>
                  <a:pt x="1669803" y="46492"/>
                </a:lnTo>
                <a:lnTo>
                  <a:pt x="1672638" y="95937"/>
                </a:lnTo>
                <a:lnTo>
                  <a:pt x="1675473" y="165062"/>
                </a:lnTo>
                <a:lnTo>
                  <a:pt x="1678308" y="250777"/>
                </a:lnTo>
                <a:lnTo>
                  <a:pt x="1681143" y="349232"/>
                </a:lnTo>
                <a:lnTo>
                  <a:pt x="1683978" y="455990"/>
                </a:lnTo>
                <a:lnTo>
                  <a:pt x="1686813" y="566225"/>
                </a:lnTo>
                <a:lnTo>
                  <a:pt x="1689648" y="674946"/>
                </a:lnTo>
                <a:lnTo>
                  <a:pt x="1692483" y="777218"/>
                </a:lnTo>
                <a:lnTo>
                  <a:pt x="1695318" y="868389"/>
                </a:lnTo>
                <a:lnTo>
                  <a:pt x="1698153" y="944302"/>
                </a:lnTo>
                <a:lnTo>
                  <a:pt x="1700987" y="1001484"/>
                </a:lnTo>
                <a:lnTo>
                  <a:pt x="1703822" y="1037307"/>
                </a:lnTo>
                <a:lnTo>
                  <a:pt x="1706657" y="1050109"/>
                </a:lnTo>
                <a:lnTo>
                  <a:pt x="1709492" y="1039270"/>
                </a:lnTo>
                <a:lnTo>
                  <a:pt x="1712327" y="1005243"/>
                </a:lnTo>
                <a:lnTo>
                  <a:pt x="1715162" y="949536"/>
                </a:lnTo>
                <a:lnTo>
                  <a:pt x="1717997" y="874645"/>
                </a:lnTo>
                <a:lnTo>
                  <a:pt x="1720832" y="783944"/>
                </a:lnTo>
                <a:lnTo>
                  <a:pt x="1723667" y="681529"/>
                </a:lnTo>
                <a:lnTo>
                  <a:pt x="1726502" y="572037"/>
                </a:lnTo>
                <a:lnTo>
                  <a:pt x="1729337" y="460431"/>
                </a:lnTo>
                <a:lnTo>
                  <a:pt x="1732172" y="351782"/>
                </a:lnTo>
                <a:lnTo>
                  <a:pt x="1735007" y="251031"/>
                </a:lnTo>
                <a:lnTo>
                  <a:pt x="1737842" y="162768"/>
                </a:lnTo>
                <a:lnTo>
                  <a:pt x="1740677" y="91020"/>
                </a:lnTo>
                <a:lnTo>
                  <a:pt x="1743512" y="39069"/>
                </a:lnTo>
                <a:lnTo>
                  <a:pt x="1746347" y="9299"/>
                </a:lnTo>
                <a:lnTo>
                  <a:pt x="1749182" y="3090"/>
                </a:lnTo>
                <a:lnTo>
                  <a:pt x="1752017" y="20749"/>
                </a:lnTo>
                <a:lnTo>
                  <a:pt x="1754852" y="61497"/>
                </a:lnTo>
                <a:lnTo>
                  <a:pt x="1757687" y="123502"/>
                </a:lnTo>
                <a:lnTo>
                  <a:pt x="1760522" y="203965"/>
                </a:lnTo>
                <a:lnTo>
                  <a:pt x="1763357" y="299239"/>
                </a:lnTo>
                <a:lnTo>
                  <a:pt x="1766192" y="405001"/>
                </a:lnTo>
                <a:lnTo>
                  <a:pt x="1769027" y="516446"/>
                </a:lnTo>
                <a:lnTo>
                  <a:pt x="1771862" y="628503"/>
                </a:lnTo>
                <a:lnTo>
                  <a:pt x="1774697" y="736072"/>
                </a:lnTo>
                <a:lnTo>
                  <a:pt x="1777532" y="834248"/>
                </a:lnTo>
                <a:lnTo>
                  <a:pt x="1780367" y="918554"/>
                </a:lnTo>
                <a:lnTo>
                  <a:pt x="1783202" y="985140"/>
                </a:lnTo>
                <a:lnTo>
                  <a:pt x="1786037" y="1030958"/>
                </a:lnTo>
                <a:lnTo>
                  <a:pt x="1788872" y="1053910"/>
                </a:lnTo>
                <a:lnTo>
                  <a:pt x="1791707" y="1052933"/>
                </a:lnTo>
                <a:lnTo>
                  <a:pt x="1794542" y="1028061"/>
                </a:lnTo>
                <a:lnTo>
                  <a:pt x="1797377" y="980412"/>
                </a:lnTo>
                <a:lnTo>
                  <a:pt x="1800212" y="912149"/>
                </a:lnTo>
                <a:lnTo>
                  <a:pt x="1803047" y="826373"/>
                </a:lnTo>
                <a:lnTo>
                  <a:pt x="1805882" y="726989"/>
                </a:lnTo>
                <a:lnTo>
                  <a:pt x="1808717" y="618524"/>
                </a:lnTo>
                <a:lnTo>
                  <a:pt x="1811552" y="505923"/>
                </a:lnTo>
                <a:lnTo>
                  <a:pt x="1814387" y="394321"/>
                </a:lnTo>
                <a:lnTo>
                  <a:pt x="1817222" y="288813"/>
                </a:lnTo>
                <a:lnTo>
                  <a:pt x="1820057" y="194216"/>
                </a:lnTo>
                <a:lnTo>
                  <a:pt x="1822892" y="114851"/>
                </a:lnTo>
                <a:lnTo>
                  <a:pt x="1825727" y="54346"/>
                </a:lnTo>
                <a:lnTo>
                  <a:pt x="1828562" y="15469"/>
                </a:lnTo>
                <a:lnTo>
                  <a:pt x="1831397" y="0"/>
                </a:lnTo>
                <a:lnTo>
                  <a:pt x="1834232" y="8652"/>
                </a:lnTo>
                <a:lnTo>
                  <a:pt x="1837066" y="41034"/>
                </a:lnTo>
                <a:lnTo>
                  <a:pt x="1839901" y="95671"/>
                </a:lnTo>
                <a:lnTo>
                  <a:pt x="1842736" y="170070"/>
                </a:lnTo>
                <a:lnTo>
                  <a:pt x="1845571" y="260835"/>
                </a:lnTo>
                <a:lnTo>
                  <a:pt x="1848406" y="363818"/>
                </a:lnTo>
                <a:lnTo>
                  <a:pt x="1851241" y="474314"/>
                </a:lnTo>
                <a:lnTo>
                  <a:pt x="1854076" y="587271"/>
                </a:lnTo>
                <a:lnTo>
                  <a:pt x="1856911" y="697525"/>
                </a:lnTo>
                <a:lnTo>
                  <a:pt x="1859746" y="800034"/>
                </a:lnTo>
                <a:lnTo>
                  <a:pt x="1862581" y="890109"/>
                </a:lnTo>
                <a:lnTo>
                  <a:pt x="1865416" y="963629"/>
                </a:lnTo>
                <a:lnTo>
                  <a:pt x="1868251" y="1017231"/>
                </a:lnTo>
                <a:lnTo>
                  <a:pt x="1871086" y="1048462"/>
                </a:lnTo>
                <a:lnTo>
                  <a:pt x="1873921" y="1055894"/>
                </a:lnTo>
                <a:lnTo>
                  <a:pt x="1876756" y="1039188"/>
                </a:lnTo>
                <a:lnTo>
                  <a:pt x="1879591" y="999109"/>
                </a:lnTo>
                <a:lnTo>
                  <a:pt x="1882426" y="937493"/>
                </a:lnTo>
                <a:lnTo>
                  <a:pt x="1885261" y="857165"/>
                </a:lnTo>
                <a:lnTo>
                  <a:pt x="1888096" y="761803"/>
                </a:lnTo>
                <a:lnTo>
                  <a:pt x="1890931" y="655776"/>
                </a:lnTo>
                <a:lnTo>
                  <a:pt x="1893766" y="543943"/>
                </a:lnTo>
                <a:lnTo>
                  <a:pt x="1896601" y="431427"/>
                </a:lnTo>
                <a:lnTo>
                  <a:pt x="1899436" y="323383"/>
                </a:lnTo>
                <a:lnTo>
                  <a:pt x="1902271" y="224761"/>
                </a:lnTo>
                <a:lnTo>
                  <a:pt x="1905106" y="140079"/>
                </a:lnTo>
                <a:lnTo>
                  <a:pt x="1907941" y="73216"/>
                </a:lnTo>
                <a:lnTo>
                  <a:pt x="1910776" y="27234"/>
                </a:lnTo>
                <a:lnTo>
                  <a:pt x="1913611" y="4237"/>
                </a:lnTo>
                <a:lnTo>
                  <a:pt x="1916446" y="5275"/>
                </a:lnTo>
                <a:lnTo>
                  <a:pt x="1919281" y="30295"/>
                </a:lnTo>
                <a:lnTo>
                  <a:pt x="1922116" y="78146"/>
                </a:lnTo>
                <a:lnTo>
                  <a:pt x="1924951" y="146628"/>
                </a:lnTo>
                <a:lnTo>
                  <a:pt x="1927786" y="232594"/>
                </a:lnTo>
                <a:lnTo>
                  <a:pt x="1930621" y="332098"/>
                </a:lnTo>
                <a:lnTo>
                  <a:pt x="1933456" y="440570"/>
                </a:lnTo>
                <a:lnTo>
                  <a:pt x="1936291" y="553031"/>
                </a:lnTo>
                <a:lnTo>
                  <a:pt x="1939126" y="664320"/>
                </a:lnTo>
                <a:lnTo>
                  <a:pt x="1941961" y="769328"/>
                </a:lnTo>
                <a:lnTo>
                  <a:pt x="1944796" y="863237"/>
                </a:lnTo>
                <a:lnTo>
                  <a:pt x="1947631" y="941739"/>
                </a:lnTo>
                <a:lnTo>
                  <a:pt x="1950466" y="1001235"/>
                </a:lnTo>
                <a:lnTo>
                  <a:pt x="1953301" y="1038996"/>
                </a:lnTo>
                <a:lnTo>
                  <a:pt x="1956136" y="1053295"/>
                </a:lnTo>
                <a:lnTo>
                  <a:pt x="1958971" y="1043482"/>
                </a:lnTo>
                <a:lnTo>
                  <a:pt x="1961806" y="1010013"/>
                </a:lnTo>
                <a:lnTo>
                  <a:pt x="1964641" y="954433"/>
                </a:lnTo>
                <a:lnTo>
                  <a:pt x="1967476" y="879300"/>
                </a:lnTo>
                <a:lnTo>
                  <a:pt x="1970311" y="788073"/>
                </a:lnTo>
                <a:lnTo>
                  <a:pt x="1973145" y="684947"/>
                </a:lnTo>
                <a:lnTo>
                  <a:pt x="1975980" y="574663"/>
                </a:lnTo>
                <a:lnTo>
                  <a:pt x="1978815" y="462294"/>
                </a:lnTo>
                <a:lnTo>
                  <a:pt x="1981650" y="353002"/>
                </a:lnTo>
                <a:lnTo>
                  <a:pt x="1984485" y="251811"/>
                </a:lnTo>
                <a:lnTo>
                  <a:pt x="1987320" y="163370"/>
                </a:lnTo>
                <a:lnTo>
                  <a:pt x="1990155" y="91741"/>
                </a:lnTo>
                <a:lnTo>
                  <a:pt x="1992990" y="40213"/>
                </a:lnTo>
                <a:lnTo>
                  <a:pt x="1995825" y="11149"/>
                </a:lnTo>
                <a:lnTo>
                  <a:pt x="1998660" y="5879"/>
                </a:lnTo>
                <a:lnTo>
                  <a:pt x="2001495" y="24639"/>
                </a:lnTo>
                <a:lnTo>
                  <a:pt x="2004330" y="66560"/>
                </a:lnTo>
                <a:lnTo>
                  <a:pt x="2007165" y="129707"/>
                </a:lnTo>
                <a:lnTo>
                  <a:pt x="2010000" y="211171"/>
                </a:lnTo>
                <a:lnTo>
                  <a:pt x="2012835" y="307199"/>
                </a:lnTo>
                <a:lnTo>
                  <a:pt x="2015670" y="413370"/>
                </a:lnTo>
                <a:lnTo>
                  <a:pt x="2018505" y="524797"/>
                </a:lnTo>
                <a:lnTo>
                  <a:pt x="2021340" y="636352"/>
                </a:lnTo>
                <a:lnTo>
                  <a:pt x="2024175" y="742903"/>
                </a:lnTo>
                <a:lnTo>
                  <a:pt x="2027010" y="839549"/>
                </a:lnTo>
                <a:lnTo>
                  <a:pt x="2029845" y="921844"/>
                </a:lnTo>
                <a:lnTo>
                  <a:pt x="2032680" y="986006"/>
                </a:lnTo>
                <a:lnTo>
                  <a:pt x="2035515" y="1029087"/>
                </a:lnTo>
                <a:lnTo>
                  <a:pt x="2038350" y="1049108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42" name="path-42">
            <a:extLst>
              <a:ext uri="{FF2B5EF4-FFF2-40B4-BE49-F238E27FC236}">
                <a16:creationId xmlns:a16="http://schemas.microsoft.com/office/drawing/2014/main" id="{53E542E7-AFD4-49B3-971D-0EADD6F36A6D}"/>
              </a:ext>
            </a:extLst>
          </p:cNvPr>
          <p:cNvSpPr>
            <a:spLocks noGrp="1"/>
          </p:cNvSpPr>
          <p:nvPr/>
        </p:nvSpPr>
        <p:spPr>
          <a:xfrm>
            <a:off x="5704506" y="1549460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78142"/>
                </a:moveTo>
                <a:lnTo>
                  <a:pt x="12820" y="75689"/>
                </a:lnTo>
                <a:lnTo>
                  <a:pt x="25640" y="73108"/>
                </a:lnTo>
                <a:lnTo>
                  <a:pt x="38459" y="70417"/>
                </a:lnTo>
                <a:lnTo>
                  <a:pt x="51279" y="67633"/>
                </a:lnTo>
                <a:lnTo>
                  <a:pt x="64099" y="64774"/>
                </a:lnTo>
                <a:lnTo>
                  <a:pt x="76919" y="61860"/>
                </a:lnTo>
                <a:lnTo>
                  <a:pt x="89739" y="58909"/>
                </a:lnTo>
                <a:lnTo>
                  <a:pt x="102558" y="55941"/>
                </a:lnTo>
                <a:lnTo>
                  <a:pt x="115378" y="52978"/>
                </a:lnTo>
                <a:lnTo>
                  <a:pt x="128198" y="50037"/>
                </a:lnTo>
                <a:lnTo>
                  <a:pt x="141018" y="47141"/>
                </a:lnTo>
                <a:lnTo>
                  <a:pt x="153838" y="44309"/>
                </a:lnTo>
                <a:lnTo>
                  <a:pt x="166658" y="41561"/>
                </a:lnTo>
                <a:lnTo>
                  <a:pt x="179477" y="38916"/>
                </a:lnTo>
                <a:lnTo>
                  <a:pt x="192297" y="36394"/>
                </a:lnTo>
                <a:lnTo>
                  <a:pt x="205117" y="34015"/>
                </a:lnTo>
                <a:lnTo>
                  <a:pt x="217937" y="31796"/>
                </a:lnTo>
                <a:lnTo>
                  <a:pt x="230757" y="29756"/>
                </a:lnTo>
                <a:lnTo>
                  <a:pt x="243576" y="27912"/>
                </a:lnTo>
                <a:lnTo>
                  <a:pt x="256396" y="26281"/>
                </a:lnTo>
                <a:lnTo>
                  <a:pt x="269216" y="24880"/>
                </a:lnTo>
                <a:lnTo>
                  <a:pt x="282036" y="23725"/>
                </a:lnTo>
                <a:lnTo>
                  <a:pt x="294856" y="22830"/>
                </a:lnTo>
                <a:lnTo>
                  <a:pt x="307675" y="22209"/>
                </a:lnTo>
                <a:lnTo>
                  <a:pt x="320495" y="21877"/>
                </a:lnTo>
                <a:lnTo>
                  <a:pt x="333315" y="21846"/>
                </a:lnTo>
                <a:lnTo>
                  <a:pt x="346135" y="22129"/>
                </a:lnTo>
                <a:lnTo>
                  <a:pt x="358955" y="22736"/>
                </a:lnTo>
                <a:lnTo>
                  <a:pt x="371775" y="23679"/>
                </a:lnTo>
                <a:lnTo>
                  <a:pt x="384594" y="24968"/>
                </a:lnTo>
                <a:lnTo>
                  <a:pt x="397414" y="26610"/>
                </a:lnTo>
                <a:lnTo>
                  <a:pt x="410234" y="28616"/>
                </a:lnTo>
                <a:lnTo>
                  <a:pt x="423054" y="30992"/>
                </a:lnTo>
                <a:lnTo>
                  <a:pt x="435874" y="33744"/>
                </a:lnTo>
                <a:lnTo>
                  <a:pt x="448693" y="36880"/>
                </a:lnTo>
                <a:lnTo>
                  <a:pt x="461513" y="40404"/>
                </a:lnTo>
                <a:lnTo>
                  <a:pt x="474333" y="44320"/>
                </a:lnTo>
                <a:lnTo>
                  <a:pt x="487153" y="48632"/>
                </a:lnTo>
                <a:lnTo>
                  <a:pt x="499973" y="53343"/>
                </a:lnTo>
                <a:lnTo>
                  <a:pt x="512792" y="58454"/>
                </a:lnTo>
                <a:lnTo>
                  <a:pt x="525612" y="63968"/>
                </a:lnTo>
                <a:lnTo>
                  <a:pt x="538432" y="69885"/>
                </a:lnTo>
                <a:lnTo>
                  <a:pt x="551252" y="76203"/>
                </a:lnTo>
                <a:lnTo>
                  <a:pt x="564072" y="82923"/>
                </a:lnTo>
                <a:lnTo>
                  <a:pt x="576892" y="90042"/>
                </a:lnTo>
                <a:lnTo>
                  <a:pt x="589711" y="97559"/>
                </a:lnTo>
                <a:lnTo>
                  <a:pt x="602531" y="105469"/>
                </a:lnTo>
                <a:lnTo>
                  <a:pt x="615351" y="113769"/>
                </a:lnTo>
                <a:lnTo>
                  <a:pt x="628171" y="122454"/>
                </a:lnTo>
                <a:lnTo>
                  <a:pt x="640991" y="131519"/>
                </a:lnTo>
                <a:lnTo>
                  <a:pt x="653810" y="140958"/>
                </a:lnTo>
                <a:lnTo>
                  <a:pt x="666630" y="150764"/>
                </a:lnTo>
                <a:lnTo>
                  <a:pt x="679450" y="160929"/>
                </a:lnTo>
                <a:lnTo>
                  <a:pt x="692270" y="171447"/>
                </a:lnTo>
                <a:lnTo>
                  <a:pt x="705090" y="182308"/>
                </a:lnTo>
                <a:lnTo>
                  <a:pt x="717909" y="193502"/>
                </a:lnTo>
                <a:lnTo>
                  <a:pt x="730729" y="205021"/>
                </a:lnTo>
                <a:lnTo>
                  <a:pt x="743549" y="216853"/>
                </a:lnTo>
                <a:lnTo>
                  <a:pt x="756369" y="228988"/>
                </a:lnTo>
                <a:lnTo>
                  <a:pt x="769189" y="241413"/>
                </a:lnTo>
                <a:lnTo>
                  <a:pt x="782008" y="254116"/>
                </a:lnTo>
                <a:lnTo>
                  <a:pt x="794828" y="267084"/>
                </a:lnTo>
                <a:lnTo>
                  <a:pt x="807648" y="280304"/>
                </a:lnTo>
                <a:lnTo>
                  <a:pt x="820468" y="293760"/>
                </a:lnTo>
                <a:lnTo>
                  <a:pt x="833288" y="307438"/>
                </a:lnTo>
                <a:lnTo>
                  <a:pt x="846108" y="321321"/>
                </a:lnTo>
                <a:lnTo>
                  <a:pt x="858927" y="335392"/>
                </a:lnTo>
                <a:lnTo>
                  <a:pt x="871747" y="349631"/>
                </a:lnTo>
                <a:lnTo>
                  <a:pt x="884567" y="364018"/>
                </a:lnTo>
                <a:lnTo>
                  <a:pt x="897387" y="378529"/>
                </a:lnTo>
                <a:lnTo>
                  <a:pt x="910207" y="393135"/>
                </a:lnTo>
                <a:lnTo>
                  <a:pt x="923026" y="407801"/>
                </a:lnTo>
                <a:lnTo>
                  <a:pt x="935846" y="422482"/>
                </a:lnTo>
                <a:lnTo>
                  <a:pt x="948666" y="437111"/>
                </a:lnTo>
                <a:lnTo>
                  <a:pt x="961486" y="451583"/>
                </a:lnTo>
                <a:lnTo>
                  <a:pt x="974306" y="465715"/>
                </a:lnTo>
                <a:lnTo>
                  <a:pt x="987125" y="479132"/>
                </a:lnTo>
                <a:lnTo>
                  <a:pt x="999945" y="490986"/>
                </a:lnTo>
                <a:lnTo>
                  <a:pt x="1012765" y="499246"/>
                </a:lnTo>
                <a:lnTo>
                  <a:pt x="1025585" y="500503"/>
                </a:lnTo>
                <a:lnTo>
                  <a:pt x="1038405" y="493989"/>
                </a:lnTo>
                <a:lnTo>
                  <a:pt x="1051225" y="482937"/>
                </a:lnTo>
                <a:lnTo>
                  <a:pt x="1064044" y="469891"/>
                </a:lnTo>
                <a:lnTo>
                  <a:pt x="1076864" y="455957"/>
                </a:lnTo>
                <a:lnTo>
                  <a:pt x="1089684" y="441607"/>
                </a:lnTo>
                <a:lnTo>
                  <a:pt x="1102504" y="427065"/>
                </a:lnTo>
                <a:lnTo>
                  <a:pt x="1115324" y="412453"/>
                </a:lnTo>
                <a:lnTo>
                  <a:pt x="1128143" y="397846"/>
                </a:lnTo>
                <a:lnTo>
                  <a:pt x="1140963" y="383293"/>
                </a:lnTo>
                <a:lnTo>
                  <a:pt x="1153783" y="368831"/>
                </a:lnTo>
                <a:lnTo>
                  <a:pt x="1166603" y="354490"/>
                </a:lnTo>
                <a:lnTo>
                  <a:pt x="1179423" y="340293"/>
                </a:lnTo>
                <a:lnTo>
                  <a:pt x="1192242" y="326262"/>
                </a:lnTo>
                <a:lnTo>
                  <a:pt x="1205062" y="312414"/>
                </a:lnTo>
                <a:lnTo>
                  <a:pt x="1217882" y="298766"/>
                </a:lnTo>
                <a:lnTo>
                  <a:pt x="1230702" y="285334"/>
                </a:lnTo>
                <a:lnTo>
                  <a:pt x="1243522" y="272132"/>
                </a:lnTo>
                <a:lnTo>
                  <a:pt x="1256342" y="259172"/>
                </a:lnTo>
                <a:lnTo>
                  <a:pt x="1269161" y="246468"/>
                </a:lnTo>
                <a:lnTo>
                  <a:pt x="1281981" y="234031"/>
                </a:lnTo>
                <a:lnTo>
                  <a:pt x="1294801" y="221871"/>
                </a:lnTo>
                <a:lnTo>
                  <a:pt x="1307621" y="209999"/>
                </a:lnTo>
                <a:lnTo>
                  <a:pt x="1320441" y="198424"/>
                </a:lnTo>
                <a:lnTo>
                  <a:pt x="1333260" y="187155"/>
                </a:lnTo>
                <a:lnTo>
                  <a:pt x="1346080" y="176201"/>
                </a:lnTo>
                <a:lnTo>
                  <a:pt x="1358900" y="165567"/>
                </a:lnTo>
                <a:lnTo>
                  <a:pt x="1371720" y="155261"/>
                </a:lnTo>
                <a:lnTo>
                  <a:pt x="1384540" y="145290"/>
                </a:lnTo>
                <a:lnTo>
                  <a:pt x="1397359" y="135657"/>
                </a:lnTo>
                <a:lnTo>
                  <a:pt x="1410179" y="126368"/>
                </a:lnTo>
                <a:lnTo>
                  <a:pt x="1422999" y="117426"/>
                </a:lnTo>
                <a:lnTo>
                  <a:pt x="1435819" y="108834"/>
                </a:lnTo>
                <a:lnTo>
                  <a:pt x="1448639" y="100596"/>
                </a:lnTo>
                <a:lnTo>
                  <a:pt x="1461458" y="92712"/>
                </a:lnTo>
                <a:lnTo>
                  <a:pt x="1474278" y="85183"/>
                </a:lnTo>
                <a:lnTo>
                  <a:pt x="1487098" y="78010"/>
                </a:lnTo>
                <a:lnTo>
                  <a:pt x="1499918" y="71191"/>
                </a:lnTo>
                <a:lnTo>
                  <a:pt x="1512738" y="64726"/>
                </a:lnTo>
                <a:lnTo>
                  <a:pt x="1525558" y="58613"/>
                </a:lnTo>
                <a:lnTo>
                  <a:pt x="1538377" y="52848"/>
                </a:lnTo>
                <a:lnTo>
                  <a:pt x="1551197" y="47428"/>
                </a:lnTo>
                <a:lnTo>
                  <a:pt x="1564017" y="42349"/>
                </a:lnTo>
                <a:lnTo>
                  <a:pt x="1576837" y="37606"/>
                </a:lnTo>
                <a:lnTo>
                  <a:pt x="1589657" y="33193"/>
                </a:lnTo>
                <a:lnTo>
                  <a:pt x="1602476" y="29103"/>
                </a:lnTo>
                <a:lnTo>
                  <a:pt x="1615296" y="25330"/>
                </a:lnTo>
                <a:lnTo>
                  <a:pt x="1628116" y="21867"/>
                </a:lnTo>
                <a:lnTo>
                  <a:pt x="1640936" y="18703"/>
                </a:lnTo>
                <a:lnTo>
                  <a:pt x="1653756" y="15832"/>
                </a:lnTo>
                <a:lnTo>
                  <a:pt x="1666575" y="13242"/>
                </a:lnTo>
                <a:lnTo>
                  <a:pt x="1679395" y="10924"/>
                </a:lnTo>
                <a:lnTo>
                  <a:pt x="1692215" y="8867"/>
                </a:lnTo>
                <a:lnTo>
                  <a:pt x="1705035" y="7060"/>
                </a:lnTo>
                <a:lnTo>
                  <a:pt x="1717855" y="5492"/>
                </a:lnTo>
                <a:lnTo>
                  <a:pt x="1730675" y="4149"/>
                </a:lnTo>
                <a:lnTo>
                  <a:pt x="1743494" y="3020"/>
                </a:lnTo>
                <a:lnTo>
                  <a:pt x="1756314" y="2092"/>
                </a:lnTo>
                <a:lnTo>
                  <a:pt x="1769134" y="1352"/>
                </a:lnTo>
                <a:lnTo>
                  <a:pt x="1781954" y="787"/>
                </a:lnTo>
                <a:lnTo>
                  <a:pt x="1794774" y="383"/>
                </a:lnTo>
                <a:lnTo>
                  <a:pt x="1807593" y="126"/>
                </a:lnTo>
                <a:lnTo>
                  <a:pt x="1820413" y="3"/>
                </a:lnTo>
                <a:lnTo>
                  <a:pt x="1833233" y="0"/>
                </a:lnTo>
                <a:lnTo>
                  <a:pt x="1846053" y="104"/>
                </a:lnTo>
                <a:lnTo>
                  <a:pt x="1858873" y="302"/>
                </a:lnTo>
                <a:lnTo>
                  <a:pt x="1871692" y="580"/>
                </a:lnTo>
                <a:lnTo>
                  <a:pt x="1884512" y="925"/>
                </a:lnTo>
                <a:lnTo>
                  <a:pt x="1897332" y="1326"/>
                </a:lnTo>
                <a:lnTo>
                  <a:pt x="1910152" y="1771"/>
                </a:lnTo>
                <a:lnTo>
                  <a:pt x="1922972" y="2247"/>
                </a:lnTo>
                <a:lnTo>
                  <a:pt x="1935792" y="2745"/>
                </a:lnTo>
                <a:lnTo>
                  <a:pt x="1948611" y="3255"/>
                </a:lnTo>
                <a:lnTo>
                  <a:pt x="1961431" y="3766"/>
                </a:lnTo>
                <a:lnTo>
                  <a:pt x="1974251" y="4271"/>
                </a:lnTo>
                <a:lnTo>
                  <a:pt x="1987071" y="4762"/>
                </a:lnTo>
                <a:lnTo>
                  <a:pt x="1999891" y="5233"/>
                </a:lnTo>
                <a:lnTo>
                  <a:pt x="2012710" y="5678"/>
                </a:lnTo>
                <a:lnTo>
                  <a:pt x="2025530" y="6092"/>
                </a:lnTo>
                <a:lnTo>
                  <a:pt x="2038350" y="647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3" name="path-43">
            <a:extLst>
              <a:ext uri="{FF2B5EF4-FFF2-40B4-BE49-F238E27FC236}">
                <a16:creationId xmlns:a16="http://schemas.microsoft.com/office/drawing/2014/main" id="{58B796E4-21D7-45E0-B454-CF7483C186C4}"/>
              </a:ext>
            </a:extLst>
          </p:cNvPr>
          <p:cNvSpPr>
            <a:spLocks noGrp="1"/>
          </p:cNvSpPr>
          <p:nvPr/>
        </p:nvSpPr>
        <p:spPr>
          <a:xfrm>
            <a:off x="5704506" y="2068419"/>
            <a:ext cx="1900157" cy="466571"/>
          </a:xfrm>
          <a:custGeom>
            <a:avLst/>
            <a:gdLst/>
            <a:ahLst/>
            <a:cxnLst/>
            <a:rect l="0" t="0" r="0" b="0"/>
            <a:pathLst>
              <a:path w="2038350" h="500503">
                <a:moveTo>
                  <a:pt x="0" y="422362"/>
                </a:moveTo>
                <a:lnTo>
                  <a:pt x="12820" y="424815"/>
                </a:lnTo>
                <a:lnTo>
                  <a:pt x="25640" y="427395"/>
                </a:lnTo>
                <a:lnTo>
                  <a:pt x="38459" y="430086"/>
                </a:lnTo>
                <a:lnTo>
                  <a:pt x="51279" y="432870"/>
                </a:lnTo>
                <a:lnTo>
                  <a:pt x="64099" y="435729"/>
                </a:lnTo>
                <a:lnTo>
                  <a:pt x="76919" y="438644"/>
                </a:lnTo>
                <a:lnTo>
                  <a:pt x="89739" y="441595"/>
                </a:lnTo>
                <a:lnTo>
                  <a:pt x="102558" y="444562"/>
                </a:lnTo>
                <a:lnTo>
                  <a:pt x="115378" y="447526"/>
                </a:lnTo>
                <a:lnTo>
                  <a:pt x="128198" y="450466"/>
                </a:lnTo>
                <a:lnTo>
                  <a:pt x="141018" y="453362"/>
                </a:lnTo>
                <a:lnTo>
                  <a:pt x="153838" y="456195"/>
                </a:lnTo>
                <a:lnTo>
                  <a:pt x="166658" y="458943"/>
                </a:lnTo>
                <a:lnTo>
                  <a:pt x="179477" y="461588"/>
                </a:lnTo>
                <a:lnTo>
                  <a:pt x="192297" y="464109"/>
                </a:lnTo>
                <a:lnTo>
                  <a:pt x="205117" y="466489"/>
                </a:lnTo>
                <a:lnTo>
                  <a:pt x="217937" y="468708"/>
                </a:lnTo>
                <a:lnTo>
                  <a:pt x="230757" y="470748"/>
                </a:lnTo>
                <a:lnTo>
                  <a:pt x="243576" y="472592"/>
                </a:lnTo>
                <a:lnTo>
                  <a:pt x="256396" y="474222"/>
                </a:lnTo>
                <a:lnTo>
                  <a:pt x="269216" y="475623"/>
                </a:lnTo>
                <a:lnTo>
                  <a:pt x="282036" y="476779"/>
                </a:lnTo>
                <a:lnTo>
                  <a:pt x="294856" y="477674"/>
                </a:lnTo>
                <a:lnTo>
                  <a:pt x="307675" y="478294"/>
                </a:lnTo>
                <a:lnTo>
                  <a:pt x="320495" y="478627"/>
                </a:lnTo>
                <a:lnTo>
                  <a:pt x="333315" y="478657"/>
                </a:lnTo>
                <a:lnTo>
                  <a:pt x="346135" y="478375"/>
                </a:lnTo>
                <a:lnTo>
                  <a:pt x="358955" y="477767"/>
                </a:lnTo>
                <a:lnTo>
                  <a:pt x="371775" y="476824"/>
                </a:lnTo>
                <a:lnTo>
                  <a:pt x="384594" y="475536"/>
                </a:lnTo>
                <a:lnTo>
                  <a:pt x="397414" y="473893"/>
                </a:lnTo>
                <a:lnTo>
                  <a:pt x="410234" y="471888"/>
                </a:lnTo>
                <a:lnTo>
                  <a:pt x="423054" y="469512"/>
                </a:lnTo>
                <a:lnTo>
                  <a:pt x="435874" y="466759"/>
                </a:lnTo>
                <a:lnTo>
                  <a:pt x="448693" y="463623"/>
                </a:lnTo>
                <a:lnTo>
                  <a:pt x="461513" y="460100"/>
                </a:lnTo>
                <a:lnTo>
                  <a:pt x="474333" y="456184"/>
                </a:lnTo>
                <a:lnTo>
                  <a:pt x="487153" y="451872"/>
                </a:lnTo>
                <a:lnTo>
                  <a:pt x="499973" y="447161"/>
                </a:lnTo>
                <a:lnTo>
                  <a:pt x="512792" y="442049"/>
                </a:lnTo>
                <a:lnTo>
                  <a:pt x="525612" y="436535"/>
                </a:lnTo>
                <a:lnTo>
                  <a:pt x="538432" y="430619"/>
                </a:lnTo>
                <a:lnTo>
                  <a:pt x="551252" y="424300"/>
                </a:lnTo>
                <a:lnTo>
                  <a:pt x="564072" y="417580"/>
                </a:lnTo>
                <a:lnTo>
                  <a:pt x="576892" y="410461"/>
                </a:lnTo>
                <a:lnTo>
                  <a:pt x="589711" y="402945"/>
                </a:lnTo>
                <a:lnTo>
                  <a:pt x="602531" y="395035"/>
                </a:lnTo>
                <a:lnTo>
                  <a:pt x="615351" y="386735"/>
                </a:lnTo>
                <a:lnTo>
                  <a:pt x="628171" y="378050"/>
                </a:lnTo>
                <a:lnTo>
                  <a:pt x="640991" y="368985"/>
                </a:lnTo>
                <a:lnTo>
                  <a:pt x="653810" y="359546"/>
                </a:lnTo>
                <a:lnTo>
                  <a:pt x="666630" y="349740"/>
                </a:lnTo>
                <a:lnTo>
                  <a:pt x="679450" y="339574"/>
                </a:lnTo>
                <a:lnTo>
                  <a:pt x="692270" y="329057"/>
                </a:lnTo>
                <a:lnTo>
                  <a:pt x="705090" y="318196"/>
                </a:lnTo>
                <a:lnTo>
                  <a:pt x="717909" y="307001"/>
                </a:lnTo>
                <a:lnTo>
                  <a:pt x="730729" y="295482"/>
                </a:lnTo>
                <a:lnTo>
                  <a:pt x="743549" y="283650"/>
                </a:lnTo>
                <a:lnTo>
                  <a:pt x="756369" y="271516"/>
                </a:lnTo>
                <a:lnTo>
                  <a:pt x="769189" y="259091"/>
                </a:lnTo>
                <a:lnTo>
                  <a:pt x="782008" y="246388"/>
                </a:lnTo>
                <a:lnTo>
                  <a:pt x="794828" y="233419"/>
                </a:lnTo>
                <a:lnTo>
                  <a:pt x="807648" y="220200"/>
                </a:lnTo>
                <a:lnTo>
                  <a:pt x="820468" y="206743"/>
                </a:lnTo>
                <a:lnTo>
                  <a:pt x="833288" y="193065"/>
                </a:lnTo>
                <a:lnTo>
                  <a:pt x="846108" y="179182"/>
                </a:lnTo>
                <a:lnTo>
                  <a:pt x="858927" y="165112"/>
                </a:lnTo>
                <a:lnTo>
                  <a:pt x="871747" y="150872"/>
                </a:lnTo>
                <a:lnTo>
                  <a:pt x="884567" y="136485"/>
                </a:lnTo>
                <a:lnTo>
                  <a:pt x="897387" y="121975"/>
                </a:lnTo>
                <a:lnTo>
                  <a:pt x="910207" y="107369"/>
                </a:lnTo>
                <a:lnTo>
                  <a:pt x="923026" y="92702"/>
                </a:lnTo>
                <a:lnTo>
                  <a:pt x="935846" y="78022"/>
                </a:lnTo>
                <a:lnTo>
                  <a:pt x="948666" y="63393"/>
                </a:lnTo>
                <a:lnTo>
                  <a:pt x="961486" y="48920"/>
                </a:lnTo>
                <a:lnTo>
                  <a:pt x="974306" y="34789"/>
                </a:lnTo>
                <a:lnTo>
                  <a:pt x="987125" y="21371"/>
                </a:lnTo>
                <a:lnTo>
                  <a:pt x="999945" y="9517"/>
                </a:lnTo>
                <a:lnTo>
                  <a:pt x="1012765" y="1257"/>
                </a:lnTo>
                <a:lnTo>
                  <a:pt x="1025585" y="0"/>
                </a:lnTo>
                <a:lnTo>
                  <a:pt x="1038405" y="6515"/>
                </a:lnTo>
                <a:lnTo>
                  <a:pt x="1051225" y="17566"/>
                </a:lnTo>
                <a:lnTo>
                  <a:pt x="1064044" y="30613"/>
                </a:lnTo>
                <a:lnTo>
                  <a:pt x="1076864" y="44546"/>
                </a:lnTo>
                <a:lnTo>
                  <a:pt x="1089684" y="58896"/>
                </a:lnTo>
                <a:lnTo>
                  <a:pt x="1102504" y="73438"/>
                </a:lnTo>
                <a:lnTo>
                  <a:pt x="1115324" y="88050"/>
                </a:lnTo>
                <a:lnTo>
                  <a:pt x="1128143" y="102658"/>
                </a:lnTo>
                <a:lnTo>
                  <a:pt x="1140963" y="117211"/>
                </a:lnTo>
                <a:lnTo>
                  <a:pt x="1153783" y="131672"/>
                </a:lnTo>
                <a:lnTo>
                  <a:pt x="1166603" y="146013"/>
                </a:lnTo>
                <a:lnTo>
                  <a:pt x="1179423" y="160210"/>
                </a:lnTo>
                <a:lnTo>
                  <a:pt x="1192242" y="174242"/>
                </a:lnTo>
                <a:lnTo>
                  <a:pt x="1205062" y="188089"/>
                </a:lnTo>
                <a:lnTo>
                  <a:pt x="1217882" y="201737"/>
                </a:lnTo>
                <a:lnTo>
                  <a:pt x="1230702" y="215169"/>
                </a:lnTo>
                <a:lnTo>
                  <a:pt x="1243522" y="228372"/>
                </a:lnTo>
                <a:lnTo>
                  <a:pt x="1256342" y="241331"/>
                </a:lnTo>
                <a:lnTo>
                  <a:pt x="1269161" y="254036"/>
                </a:lnTo>
                <a:lnTo>
                  <a:pt x="1281981" y="266473"/>
                </a:lnTo>
                <a:lnTo>
                  <a:pt x="1294801" y="278633"/>
                </a:lnTo>
                <a:lnTo>
                  <a:pt x="1307621" y="290505"/>
                </a:lnTo>
                <a:lnTo>
                  <a:pt x="1320441" y="302079"/>
                </a:lnTo>
                <a:lnTo>
                  <a:pt x="1333260" y="313348"/>
                </a:lnTo>
                <a:lnTo>
                  <a:pt x="1346080" y="324303"/>
                </a:lnTo>
                <a:lnTo>
                  <a:pt x="1358900" y="334936"/>
                </a:lnTo>
                <a:lnTo>
                  <a:pt x="1371720" y="345242"/>
                </a:lnTo>
                <a:lnTo>
                  <a:pt x="1384540" y="355214"/>
                </a:lnTo>
                <a:lnTo>
                  <a:pt x="1397359" y="364847"/>
                </a:lnTo>
                <a:lnTo>
                  <a:pt x="1410179" y="374136"/>
                </a:lnTo>
                <a:lnTo>
                  <a:pt x="1422999" y="383078"/>
                </a:lnTo>
                <a:lnTo>
                  <a:pt x="1435819" y="391669"/>
                </a:lnTo>
                <a:lnTo>
                  <a:pt x="1448639" y="399908"/>
                </a:lnTo>
                <a:lnTo>
                  <a:pt x="1461458" y="407792"/>
                </a:lnTo>
                <a:lnTo>
                  <a:pt x="1474278" y="415320"/>
                </a:lnTo>
                <a:lnTo>
                  <a:pt x="1487098" y="422494"/>
                </a:lnTo>
                <a:lnTo>
                  <a:pt x="1499918" y="429312"/>
                </a:lnTo>
                <a:lnTo>
                  <a:pt x="1512738" y="435777"/>
                </a:lnTo>
                <a:lnTo>
                  <a:pt x="1525558" y="441891"/>
                </a:lnTo>
                <a:lnTo>
                  <a:pt x="1538377" y="447656"/>
                </a:lnTo>
                <a:lnTo>
                  <a:pt x="1551197" y="453076"/>
                </a:lnTo>
                <a:lnTo>
                  <a:pt x="1564017" y="458155"/>
                </a:lnTo>
                <a:lnTo>
                  <a:pt x="1576837" y="462898"/>
                </a:lnTo>
                <a:lnTo>
                  <a:pt x="1589657" y="467311"/>
                </a:lnTo>
                <a:lnTo>
                  <a:pt x="1602476" y="471400"/>
                </a:lnTo>
                <a:lnTo>
                  <a:pt x="1615296" y="475173"/>
                </a:lnTo>
                <a:lnTo>
                  <a:pt x="1628116" y="478637"/>
                </a:lnTo>
                <a:lnTo>
                  <a:pt x="1640936" y="481800"/>
                </a:lnTo>
                <a:lnTo>
                  <a:pt x="1653756" y="484672"/>
                </a:lnTo>
                <a:lnTo>
                  <a:pt x="1666575" y="487262"/>
                </a:lnTo>
                <a:lnTo>
                  <a:pt x="1679395" y="489580"/>
                </a:lnTo>
                <a:lnTo>
                  <a:pt x="1692215" y="491636"/>
                </a:lnTo>
                <a:lnTo>
                  <a:pt x="1705035" y="493443"/>
                </a:lnTo>
                <a:lnTo>
                  <a:pt x="1717855" y="495012"/>
                </a:lnTo>
                <a:lnTo>
                  <a:pt x="1730675" y="496354"/>
                </a:lnTo>
                <a:lnTo>
                  <a:pt x="1743494" y="497483"/>
                </a:lnTo>
                <a:lnTo>
                  <a:pt x="1756314" y="498411"/>
                </a:lnTo>
                <a:lnTo>
                  <a:pt x="1769134" y="499151"/>
                </a:lnTo>
                <a:lnTo>
                  <a:pt x="1781954" y="499716"/>
                </a:lnTo>
                <a:lnTo>
                  <a:pt x="1794774" y="500121"/>
                </a:lnTo>
                <a:lnTo>
                  <a:pt x="1807593" y="500378"/>
                </a:lnTo>
                <a:lnTo>
                  <a:pt x="1820413" y="500501"/>
                </a:lnTo>
                <a:lnTo>
                  <a:pt x="1833233" y="500503"/>
                </a:lnTo>
                <a:lnTo>
                  <a:pt x="1846053" y="500399"/>
                </a:lnTo>
                <a:lnTo>
                  <a:pt x="1858873" y="500202"/>
                </a:lnTo>
                <a:lnTo>
                  <a:pt x="1871692" y="499924"/>
                </a:lnTo>
                <a:lnTo>
                  <a:pt x="1884512" y="499578"/>
                </a:lnTo>
                <a:lnTo>
                  <a:pt x="1897332" y="499177"/>
                </a:lnTo>
                <a:lnTo>
                  <a:pt x="1910152" y="498733"/>
                </a:lnTo>
                <a:lnTo>
                  <a:pt x="1922972" y="498256"/>
                </a:lnTo>
                <a:lnTo>
                  <a:pt x="1935792" y="497758"/>
                </a:lnTo>
                <a:lnTo>
                  <a:pt x="1948611" y="497249"/>
                </a:lnTo>
                <a:lnTo>
                  <a:pt x="1961431" y="496737"/>
                </a:lnTo>
                <a:lnTo>
                  <a:pt x="1974251" y="496232"/>
                </a:lnTo>
                <a:lnTo>
                  <a:pt x="1987071" y="495741"/>
                </a:lnTo>
                <a:lnTo>
                  <a:pt x="1999891" y="495271"/>
                </a:lnTo>
                <a:lnTo>
                  <a:pt x="2012710" y="494826"/>
                </a:lnTo>
                <a:lnTo>
                  <a:pt x="2025530" y="494412"/>
                </a:lnTo>
                <a:lnTo>
                  <a:pt x="2038350" y="494032"/>
                </a:lnTo>
              </a:path>
            </a:pathLst>
          </a:custGeom>
          <a:noFill/>
          <a:ln w="10478">
            <a:solidFill>
              <a:srgbClr val="ADC5D5"/>
            </a:solidFill>
            <a:prstDash val="solid"/>
          </a:ln>
        </p:spPr>
      </p:sp>
      <p:sp>
        <p:nvSpPr>
          <p:cNvPr id="44" name="visual-44">
            <a:extLst>
              <a:ext uri="{FF2B5EF4-FFF2-40B4-BE49-F238E27FC236}">
                <a16:creationId xmlns:a16="http://schemas.microsoft.com/office/drawing/2014/main" id="{7F8DD18D-A0B8-458E-9D95-A3DBBC64AE01}"/>
              </a:ext>
            </a:extLst>
          </p:cNvPr>
          <p:cNvSpPr>
            <a:spLocks noGrp="1"/>
          </p:cNvSpPr>
          <p:nvPr/>
        </p:nvSpPr>
        <p:spPr>
          <a:xfrm>
            <a:off x="5597955" y="3214284"/>
            <a:ext cx="2166534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I/Q carried by RF</a:t>
            </a:r>
          </a:p>
        </p:txBody>
      </p:sp>
      <p:sp>
        <p:nvSpPr>
          <p:cNvPr id="45" name="path-45">
            <a:extLst>
              <a:ext uri="{FF2B5EF4-FFF2-40B4-BE49-F238E27FC236}">
                <a16:creationId xmlns:a16="http://schemas.microsoft.com/office/drawing/2014/main" id="{2392F808-2F55-4F86-AD6B-EC5C1BD390B8}"/>
              </a:ext>
            </a:extLst>
          </p:cNvPr>
          <p:cNvSpPr>
            <a:spLocks noGrp="1"/>
          </p:cNvSpPr>
          <p:nvPr/>
        </p:nvSpPr>
        <p:spPr>
          <a:xfrm>
            <a:off x="7711214" y="2042225"/>
            <a:ext cx="500789" cy="888"/>
          </a:xfrm>
          <a:custGeom>
            <a:avLst/>
            <a:gdLst/>
            <a:ahLst/>
            <a:cxnLst/>
            <a:rect l="0" t="0" r="0" b="0"/>
            <a:pathLst>
              <a:path w="537210" h="953">
                <a:moveTo>
                  <a:pt x="0" y="0"/>
                </a:moveTo>
                <a:lnTo>
                  <a:pt x="5372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46" name="path-46">
            <a:extLst>
              <a:ext uri="{FF2B5EF4-FFF2-40B4-BE49-F238E27FC236}">
                <a16:creationId xmlns:a16="http://schemas.microsoft.com/office/drawing/2014/main" id="{9A5B8509-2756-4EAB-8A5E-E0BD86B10995}"/>
              </a:ext>
            </a:extLst>
          </p:cNvPr>
          <p:cNvSpPr>
            <a:spLocks noGrp="1"/>
          </p:cNvSpPr>
          <p:nvPr/>
        </p:nvSpPr>
        <p:spPr>
          <a:xfrm>
            <a:off x="8190693" y="1999604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7" name="path-47">
            <a:extLst>
              <a:ext uri="{FF2B5EF4-FFF2-40B4-BE49-F238E27FC236}">
                <a16:creationId xmlns:a16="http://schemas.microsoft.com/office/drawing/2014/main" id="{A33B47E3-B08E-4F3B-BCDD-A67C08EEAB92}"/>
              </a:ext>
            </a:extLst>
          </p:cNvPr>
          <p:cNvSpPr>
            <a:spLocks noGrp="1"/>
          </p:cNvSpPr>
          <p:nvPr/>
        </p:nvSpPr>
        <p:spPr>
          <a:xfrm>
            <a:off x="8386036" y="1740331"/>
            <a:ext cx="2410762" cy="360327"/>
          </a:xfrm>
          <a:custGeom>
            <a:avLst/>
            <a:gdLst/>
            <a:ahLst/>
            <a:cxnLst/>
            <a:rect l="0" t="0" r="0" b="0"/>
            <a:pathLst>
              <a:path w="2586090" h="386533">
                <a:moveTo>
                  <a:pt x="0" y="0"/>
                </a:moveTo>
                <a:lnTo>
                  <a:pt x="2586090" y="386533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48" name="path-48">
            <a:extLst>
              <a:ext uri="{FF2B5EF4-FFF2-40B4-BE49-F238E27FC236}">
                <a16:creationId xmlns:a16="http://schemas.microsoft.com/office/drawing/2014/main" id="{1C4F3924-6DA0-4D16-8C9B-9F390C2E3F19}"/>
              </a:ext>
            </a:extLst>
          </p:cNvPr>
          <p:cNvSpPr>
            <a:spLocks noGrp="1"/>
          </p:cNvSpPr>
          <p:nvPr/>
        </p:nvSpPr>
        <p:spPr>
          <a:xfrm>
            <a:off x="10769421" y="2055356"/>
            <a:ext cx="111681" cy="84304"/>
          </a:xfrm>
          <a:custGeom>
            <a:avLst/>
            <a:gdLst/>
            <a:ahLst/>
            <a:cxnLst/>
            <a:rect l="0" t="0" r="0" b="0"/>
            <a:pathLst>
              <a:path w="119803" h="90435">
                <a:moveTo>
                  <a:pt x="119803" y="62114"/>
                </a:moveTo>
                <a:lnTo>
                  <a:pt x="0" y="90435"/>
                </a:lnTo>
                <a:lnTo>
                  <a:pt x="13517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9" name="path-49">
            <a:extLst>
              <a:ext uri="{FF2B5EF4-FFF2-40B4-BE49-F238E27FC236}">
                <a16:creationId xmlns:a16="http://schemas.microsoft.com/office/drawing/2014/main" id="{B1AA8405-C3FF-42B5-B2DB-F596FAE032B1}"/>
              </a:ext>
            </a:extLst>
          </p:cNvPr>
          <p:cNvSpPr>
            <a:spLocks noGrp="1"/>
          </p:cNvSpPr>
          <p:nvPr/>
        </p:nvSpPr>
        <p:spPr>
          <a:xfrm>
            <a:off x="9106992" y="1667794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0" name="path-50">
            <a:extLst>
              <a:ext uri="{FF2B5EF4-FFF2-40B4-BE49-F238E27FC236}">
                <a16:creationId xmlns:a16="http://schemas.microsoft.com/office/drawing/2014/main" id="{C0213933-33D3-4295-BCE4-AD26C0D50F25}"/>
              </a:ext>
            </a:extLst>
          </p:cNvPr>
          <p:cNvSpPr>
            <a:spLocks noGrp="1"/>
          </p:cNvSpPr>
          <p:nvPr/>
        </p:nvSpPr>
        <p:spPr>
          <a:xfrm>
            <a:off x="9556104" y="1734921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1" name="path-51">
            <a:extLst>
              <a:ext uri="{FF2B5EF4-FFF2-40B4-BE49-F238E27FC236}">
                <a16:creationId xmlns:a16="http://schemas.microsoft.com/office/drawing/2014/main" id="{48DC7AD6-7F0F-402E-B062-852388E1F84A}"/>
              </a:ext>
            </a:extLst>
          </p:cNvPr>
          <p:cNvSpPr>
            <a:spLocks noGrp="1"/>
          </p:cNvSpPr>
          <p:nvPr/>
        </p:nvSpPr>
        <p:spPr>
          <a:xfrm>
            <a:off x="10005216" y="1802048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2" name="path-52">
            <a:extLst>
              <a:ext uri="{FF2B5EF4-FFF2-40B4-BE49-F238E27FC236}">
                <a16:creationId xmlns:a16="http://schemas.microsoft.com/office/drawing/2014/main" id="{E560147F-D5D9-49E4-8A7B-A97CFB997800}"/>
              </a:ext>
            </a:extLst>
          </p:cNvPr>
          <p:cNvSpPr>
            <a:spLocks noGrp="1"/>
          </p:cNvSpPr>
          <p:nvPr/>
        </p:nvSpPr>
        <p:spPr>
          <a:xfrm>
            <a:off x="10454327" y="1869175"/>
            <a:ext cx="55128" cy="368831"/>
          </a:xfrm>
          <a:custGeom>
            <a:avLst/>
            <a:gdLst/>
            <a:ahLst/>
            <a:cxnLst/>
            <a:rect l="0" t="0" r="0" b="0"/>
            <a:pathLst>
              <a:path w="59137" h="395655">
                <a:moveTo>
                  <a:pt x="59137" y="0"/>
                </a:moveTo>
                <a:lnTo>
                  <a:pt x="0" y="395655"/>
                </a:lnTo>
              </a:path>
            </a:pathLst>
          </a:custGeom>
          <a:noFill/>
          <a:ln w="12383">
            <a:solidFill>
              <a:srgbClr val="246A96"/>
            </a:solidFill>
            <a:prstDash val="solid"/>
          </a:ln>
        </p:spPr>
      </p:sp>
      <p:sp>
        <p:nvSpPr>
          <p:cNvPr id="53" name="path-53">
            <a:extLst>
              <a:ext uri="{FF2B5EF4-FFF2-40B4-BE49-F238E27FC236}">
                <a16:creationId xmlns:a16="http://schemas.microsoft.com/office/drawing/2014/main" id="{BEFDA9EC-903E-40B5-85EF-323C1217EC01}"/>
              </a:ext>
            </a:extLst>
          </p:cNvPr>
          <p:cNvSpPr>
            <a:spLocks noGrp="1"/>
          </p:cNvSpPr>
          <p:nvPr/>
        </p:nvSpPr>
        <p:spPr>
          <a:xfrm>
            <a:off x="8483708" y="2301334"/>
            <a:ext cx="2314383" cy="540023"/>
          </a:xfrm>
          <a:custGeom>
            <a:avLst/>
            <a:gdLst/>
            <a:ahLst/>
            <a:cxnLst/>
            <a:rect l="0" t="0" r="0" b="0"/>
            <a:pathLst>
              <a:path w="2482702" h="579297">
                <a:moveTo>
                  <a:pt x="0" y="579297"/>
                </a:moveTo>
                <a:lnTo>
                  <a:pt x="2482702" y="0"/>
                </a:lnTo>
              </a:path>
            </a:pathLst>
          </a:custGeom>
          <a:noFill/>
          <a:ln w="24765">
            <a:solidFill>
              <a:srgbClr val="2C7A86"/>
            </a:solidFill>
            <a:prstDash val="solid"/>
          </a:ln>
        </p:spPr>
      </p:sp>
      <p:sp>
        <p:nvSpPr>
          <p:cNvPr id="54" name="path-54">
            <a:extLst>
              <a:ext uri="{FF2B5EF4-FFF2-40B4-BE49-F238E27FC236}">
                <a16:creationId xmlns:a16="http://schemas.microsoft.com/office/drawing/2014/main" id="{6398C054-AFBB-4583-975A-6197ECEAB759}"/>
              </a:ext>
            </a:extLst>
          </p:cNvPr>
          <p:cNvSpPr>
            <a:spLocks noGrp="1"/>
          </p:cNvSpPr>
          <p:nvPr/>
        </p:nvSpPr>
        <p:spPr>
          <a:xfrm>
            <a:off x="10767654" y="2264670"/>
            <a:ext cx="113448" cy="83011"/>
          </a:xfrm>
          <a:custGeom>
            <a:avLst/>
            <a:gdLst/>
            <a:ahLst/>
            <a:cxnLst/>
            <a:rect l="0" t="0" r="0" b="0"/>
            <a:pathLst>
              <a:path w="121699" h="89048">
                <a:moveTo>
                  <a:pt x="121699" y="18552"/>
                </a:moveTo>
                <a:lnTo>
                  <a:pt x="20778" y="89048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55" name="path-55">
            <a:extLst>
              <a:ext uri="{FF2B5EF4-FFF2-40B4-BE49-F238E27FC236}">
                <a16:creationId xmlns:a16="http://schemas.microsoft.com/office/drawing/2014/main" id="{F0A9501E-D195-4156-B3A8-8D80B90FD68B}"/>
              </a:ext>
            </a:extLst>
          </p:cNvPr>
          <p:cNvSpPr>
            <a:spLocks noGrp="1"/>
          </p:cNvSpPr>
          <p:nvPr/>
        </p:nvSpPr>
        <p:spPr>
          <a:xfrm>
            <a:off x="9160556" y="2491953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6" name="path-56">
            <a:extLst>
              <a:ext uri="{FF2B5EF4-FFF2-40B4-BE49-F238E27FC236}">
                <a16:creationId xmlns:a16="http://schemas.microsoft.com/office/drawing/2014/main" id="{21931168-52FE-40CD-8429-9E9891001ACA}"/>
              </a:ext>
            </a:extLst>
          </p:cNvPr>
          <p:cNvSpPr>
            <a:spLocks noGrp="1"/>
          </p:cNvSpPr>
          <p:nvPr/>
        </p:nvSpPr>
        <p:spPr>
          <a:xfrm>
            <a:off x="9592087" y="239126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7" name="path-57">
            <a:extLst>
              <a:ext uri="{FF2B5EF4-FFF2-40B4-BE49-F238E27FC236}">
                <a16:creationId xmlns:a16="http://schemas.microsoft.com/office/drawing/2014/main" id="{3F7222A9-A9D2-484A-871D-89DD4A9DC79B}"/>
              </a:ext>
            </a:extLst>
          </p:cNvPr>
          <p:cNvSpPr>
            <a:spLocks noGrp="1"/>
          </p:cNvSpPr>
          <p:nvPr/>
        </p:nvSpPr>
        <p:spPr>
          <a:xfrm>
            <a:off x="10023618" y="2290572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8" name="path-58">
            <a:extLst>
              <a:ext uri="{FF2B5EF4-FFF2-40B4-BE49-F238E27FC236}">
                <a16:creationId xmlns:a16="http://schemas.microsoft.com/office/drawing/2014/main" id="{94A0A3B4-99FD-47C1-A711-101F086DF605}"/>
              </a:ext>
            </a:extLst>
          </p:cNvPr>
          <p:cNvSpPr>
            <a:spLocks noGrp="1"/>
          </p:cNvSpPr>
          <p:nvPr/>
        </p:nvSpPr>
        <p:spPr>
          <a:xfrm>
            <a:off x="10455149" y="2189881"/>
            <a:ext cx="84740" cy="363172"/>
          </a:xfrm>
          <a:custGeom>
            <a:avLst/>
            <a:gdLst/>
            <a:ahLst/>
            <a:cxnLst/>
            <a:rect l="0" t="0" r="0" b="0"/>
            <a:pathLst>
              <a:path w="90903" h="389585">
                <a:moveTo>
                  <a:pt x="0" y="0"/>
                </a:moveTo>
                <a:lnTo>
                  <a:pt x="90903" y="389585"/>
                </a:lnTo>
              </a:path>
            </a:pathLst>
          </a:custGeom>
          <a:noFill/>
          <a:ln w="12383">
            <a:solidFill>
              <a:srgbClr val="2C7A86"/>
            </a:solidFill>
            <a:prstDash val="solid"/>
          </a:ln>
        </p:spPr>
      </p:sp>
      <p:sp>
        <p:nvSpPr>
          <p:cNvPr id="59" name="visual-59">
            <a:extLst>
              <a:ext uri="{FF2B5EF4-FFF2-40B4-BE49-F238E27FC236}">
                <a16:creationId xmlns:a16="http://schemas.microsoft.com/office/drawing/2014/main" id="{208FD410-88C5-465A-8362-3525A3A5209D}"/>
              </a:ext>
            </a:extLst>
          </p:cNvPr>
          <p:cNvSpPr>
            <a:spLocks noGrp="1"/>
          </p:cNvSpPr>
          <p:nvPr/>
        </p:nvSpPr>
        <p:spPr>
          <a:xfrm>
            <a:off x="8235089" y="2992304"/>
            <a:ext cx="1544987" cy="2752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1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Other users</a:t>
            </a:r>
          </a:p>
        </p:txBody>
      </p:sp>
      <p:sp>
        <p:nvSpPr>
          <p:cNvPr id="60" name="visual-60">
            <a:extLst>
              <a:ext uri="{FF2B5EF4-FFF2-40B4-BE49-F238E27FC236}">
                <a16:creationId xmlns:a16="http://schemas.microsoft.com/office/drawing/2014/main" id="{5D7184FE-1BB2-4F25-B39B-35B05F717AF6}"/>
              </a:ext>
            </a:extLst>
          </p:cNvPr>
          <p:cNvSpPr>
            <a:spLocks noGrp="1"/>
          </p:cNvSpPr>
          <p:nvPr/>
        </p:nvSpPr>
        <p:spPr>
          <a:xfrm>
            <a:off x="8181814" y="852407"/>
            <a:ext cx="3418506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Different arrival directions</a:t>
            </a:r>
          </a:p>
        </p:txBody>
      </p:sp>
      <p:sp>
        <p:nvSpPr>
          <p:cNvPr id="61" name="visual-61">
            <a:extLst>
              <a:ext uri="{FF2B5EF4-FFF2-40B4-BE49-F238E27FC236}">
                <a16:creationId xmlns:a16="http://schemas.microsoft.com/office/drawing/2014/main" id="{F61009FB-A1BE-4E4B-8A80-490D3D1972BC}"/>
              </a:ext>
            </a:extLst>
          </p:cNvPr>
          <p:cNvSpPr>
            <a:spLocks noGrp="1"/>
          </p:cNvSpPr>
          <p:nvPr/>
        </p:nvSpPr>
        <p:spPr>
          <a:xfrm>
            <a:off x="8483708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2" name="path-62">
            <a:extLst>
              <a:ext uri="{FF2B5EF4-FFF2-40B4-BE49-F238E27FC236}">
                <a16:creationId xmlns:a16="http://schemas.microsoft.com/office/drawing/2014/main" id="{AD1A0E46-B7BA-4F43-B2E2-F9F98CFF64CE}"/>
              </a:ext>
            </a:extLst>
          </p:cNvPr>
          <p:cNvSpPr>
            <a:spLocks noGrp="1"/>
          </p:cNvSpPr>
          <p:nvPr/>
        </p:nvSpPr>
        <p:spPr>
          <a:xfrm>
            <a:off x="8670172" y="3712530"/>
            <a:ext cx="81620" cy="34508"/>
          </a:xfrm>
          <a:custGeom>
            <a:avLst/>
            <a:gdLst/>
            <a:ahLst/>
            <a:cxnLst/>
            <a:rect l="0" t="0" r="0" b="0"/>
            <a:pathLst>
              <a:path w="87556" h="37018">
                <a:moveTo>
                  <a:pt x="0" y="37018"/>
                </a:moveTo>
                <a:lnTo>
                  <a:pt x="87556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3" name="path-63">
            <a:extLst>
              <a:ext uri="{FF2B5EF4-FFF2-40B4-BE49-F238E27FC236}">
                <a16:creationId xmlns:a16="http://schemas.microsoft.com/office/drawing/2014/main" id="{FACF1B63-42C7-4056-9855-CDD2C2465A6A}"/>
              </a:ext>
            </a:extLst>
          </p:cNvPr>
          <p:cNvSpPr>
            <a:spLocks noGrp="1"/>
          </p:cNvSpPr>
          <p:nvPr/>
        </p:nvSpPr>
        <p:spPr>
          <a:xfrm>
            <a:off x="8727641" y="3690400"/>
            <a:ext cx="76491" cy="53833"/>
          </a:xfrm>
          <a:custGeom>
            <a:avLst/>
            <a:gdLst/>
            <a:ahLst/>
            <a:cxnLst/>
            <a:rect l="0" t="0" r="0" b="0"/>
            <a:pathLst>
              <a:path w="82054" h="57748">
                <a:moveTo>
                  <a:pt x="82054" y="0"/>
                </a:moveTo>
                <a:lnTo>
                  <a:pt x="23739" y="57748"/>
                </a:lnTo>
                <a:lnTo>
                  <a:pt x="0" y="160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64" name="visual-64">
            <a:extLst>
              <a:ext uri="{FF2B5EF4-FFF2-40B4-BE49-F238E27FC236}">
                <a16:creationId xmlns:a16="http://schemas.microsoft.com/office/drawing/2014/main" id="{04D66F4E-964F-4D7C-A92D-CFB71F1EB512}"/>
              </a:ext>
            </a:extLst>
          </p:cNvPr>
          <p:cNvSpPr>
            <a:spLocks noGrp="1"/>
          </p:cNvSpPr>
          <p:nvPr/>
        </p:nvSpPr>
        <p:spPr>
          <a:xfrm>
            <a:off x="9078617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5" name="path-65">
            <a:extLst>
              <a:ext uri="{FF2B5EF4-FFF2-40B4-BE49-F238E27FC236}">
                <a16:creationId xmlns:a16="http://schemas.microsoft.com/office/drawing/2014/main" id="{7CA60E80-C8D2-458D-B710-DCBE6035F57D}"/>
              </a:ext>
            </a:extLst>
          </p:cNvPr>
          <p:cNvSpPr>
            <a:spLocks noGrp="1"/>
          </p:cNvSpPr>
          <p:nvPr/>
        </p:nvSpPr>
        <p:spPr>
          <a:xfrm>
            <a:off x="9265081" y="3669734"/>
            <a:ext cx="43321" cy="77304"/>
          </a:xfrm>
          <a:custGeom>
            <a:avLst/>
            <a:gdLst/>
            <a:ahLst/>
            <a:cxnLst/>
            <a:rect l="0" t="0" r="0" b="0"/>
            <a:pathLst>
              <a:path w="46472" h="82926">
                <a:moveTo>
                  <a:pt x="0" y="82926"/>
                </a:moveTo>
                <a:lnTo>
                  <a:pt x="46472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66" name="path-66">
            <a:extLst>
              <a:ext uri="{FF2B5EF4-FFF2-40B4-BE49-F238E27FC236}">
                <a16:creationId xmlns:a16="http://schemas.microsoft.com/office/drawing/2014/main" id="{FC882C76-4F0D-4907-B67B-D0946FCFC713}"/>
              </a:ext>
            </a:extLst>
          </p:cNvPr>
          <p:cNvSpPr>
            <a:spLocks noGrp="1"/>
          </p:cNvSpPr>
          <p:nvPr/>
        </p:nvSpPr>
        <p:spPr>
          <a:xfrm>
            <a:off x="9276670" y="3620162"/>
            <a:ext cx="59513" cy="75857"/>
          </a:xfrm>
          <a:custGeom>
            <a:avLst/>
            <a:gdLst/>
            <a:ahLst/>
            <a:cxnLst/>
            <a:rect l="0" t="0" r="0" b="0"/>
            <a:pathLst>
              <a:path w="63841" h="81374">
                <a:moveTo>
                  <a:pt x="63841" y="0"/>
                </a:moveTo>
                <a:lnTo>
                  <a:pt x="53179" y="81374"/>
                </a:lnTo>
                <a:lnTo>
                  <a:pt x="0" y="5157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67" name="visual-67">
            <a:extLst>
              <a:ext uri="{FF2B5EF4-FFF2-40B4-BE49-F238E27FC236}">
                <a16:creationId xmlns:a16="http://schemas.microsoft.com/office/drawing/2014/main" id="{EE7D47DB-64B1-4EB1-9AE9-C089B9BE5789}"/>
              </a:ext>
            </a:extLst>
          </p:cNvPr>
          <p:cNvSpPr>
            <a:spLocks noGrp="1"/>
          </p:cNvSpPr>
          <p:nvPr/>
        </p:nvSpPr>
        <p:spPr>
          <a:xfrm>
            <a:off x="9673525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68" name="path-68">
            <a:extLst>
              <a:ext uri="{FF2B5EF4-FFF2-40B4-BE49-F238E27FC236}">
                <a16:creationId xmlns:a16="http://schemas.microsoft.com/office/drawing/2014/main" id="{8958645B-B059-41A6-9412-45C22953AD9C}"/>
              </a:ext>
            </a:extLst>
          </p:cNvPr>
          <p:cNvSpPr>
            <a:spLocks noGrp="1"/>
          </p:cNvSpPr>
          <p:nvPr/>
        </p:nvSpPr>
        <p:spPr>
          <a:xfrm>
            <a:off x="9846817" y="3659409"/>
            <a:ext cx="13173" cy="87630"/>
          </a:xfrm>
          <a:custGeom>
            <a:avLst/>
            <a:gdLst/>
            <a:ahLst/>
            <a:cxnLst/>
            <a:rect l="0" t="0" r="0" b="0"/>
            <a:pathLst>
              <a:path w="14131" h="94003">
                <a:moveTo>
                  <a:pt x="14131" y="94003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46A96"/>
            </a:solidFill>
            <a:prstDash val="solid"/>
          </a:ln>
        </p:spPr>
      </p:sp>
      <p:sp>
        <p:nvSpPr>
          <p:cNvPr id="69" name="path-69">
            <a:extLst>
              <a:ext uri="{FF2B5EF4-FFF2-40B4-BE49-F238E27FC236}">
                <a16:creationId xmlns:a16="http://schemas.microsoft.com/office/drawing/2014/main" id="{08533115-33D5-4E6E-A890-502CEB0BE5D4}"/>
              </a:ext>
            </a:extLst>
          </p:cNvPr>
          <p:cNvSpPr>
            <a:spLocks noGrp="1"/>
          </p:cNvSpPr>
          <p:nvPr/>
        </p:nvSpPr>
        <p:spPr>
          <a:xfrm>
            <a:off x="9820831" y="3603212"/>
            <a:ext cx="56196" cy="74468"/>
          </a:xfrm>
          <a:custGeom>
            <a:avLst/>
            <a:gdLst/>
            <a:ahLst/>
            <a:cxnLst/>
            <a:rect l="0" t="0" r="0" b="0"/>
            <a:pathLst>
              <a:path w="60283" h="79884">
                <a:moveTo>
                  <a:pt x="18814" y="0"/>
                </a:moveTo>
                <a:lnTo>
                  <a:pt x="60283" y="70823"/>
                </a:lnTo>
                <a:lnTo>
                  <a:pt x="0" y="79884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0" name="visual-70">
            <a:extLst>
              <a:ext uri="{FF2B5EF4-FFF2-40B4-BE49-F238E27FC236}">
                <a16:creationId xmlns:a16="http://schemas.microsoft.com/office/drawing/2014/main" id="{6544CA20-3BD0-40AE-B04D-4F955DF60E05}"/>
              </a:ext>
            </a:extLst>
          </p:cNvPr>
          <p:cNvSpPr>
            <a:spLocks noGrp="1"/>
          </p:cNvSpPr>
          <p:nvPr/>
        </p:nvSpPr>
        <p:spPr>
          <a:xfrm>
            <a:off x="10268434" y="3560574"/>
            <a:ext cx="372928" cy="372928"/>
          </a:xfrm>
          <a:prstGeom prst="ellipse">
            <a:avLst/>
          </a:pr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71" name="path-71">
            <a:extLst>
              <a:ext uri="{FF2B5EF4-FFF2-40B4-BE49-F238E27FC236}">
                <a16:creationId xmlns:a16="http://schemas.microsoft.com/office/drawing/2014/main" id="{450B1B87-2F00-4848-99BD-262FFEC0B560}"/>
              </a:ext>
            </a:extLst>
          </p:cNvPr>
          <p:cNvSpPr>
            <a:spLocks noGrp="1"/>
          </p:cNvSpPr>
          <p:nvPr/>
        </p:nvSpPr>
        <p:spPr>
          <a:xfrm>
            <a:off x="10390764" y="3685887"/>
            <a:ext cx="64134" cy="61151"/>
          </a:xfrm>
          <a:custGeom>
            <a:avLst/>
            <a:gdLst/>
            <a:ahLst/>
            <a:cxnLst/>
            <a:rect l="0" t="0" r="0" b="0"/>
            <a:pathLst>
              <a:path w="68798" h="65598">
                <a:moveTo>
                  <a:pt x="68798" y="65598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2C7A86"/>
            </a:solidFill>
            <a:prstDash val="solid"/>
          </a:ln>
        </p:spPr>
      </p:sp>
      <p:sp>
        <p:nvSpPr>
          <p:cNvPr id="72" name="path-72">
            <a:extLst>
              <a:ext uri="{FF2B5EF4-FFF2-40B4-BE49-F238E27FC236}">
                <a16:creationId xmlns:a16="http://schemas.microsoft.com/office/drawing/2014/main" id="{1430B517-0A26-4F3F-9D00-CC4B20A4F1AD}"/>
              </a:ext>
            </a:extLst>
          </p:cNvPr>
          <p:cNvSpPr>
            <a:spLocks noGrp="1"/>
          </p:cNvSpPr>
          <p:nvPr/>
        </p:nvSpPr>
        <p:spPr>
          <a:xfrm>
            <a:off x="10349637" y="3646673"/>
            <a:ext cx="71017" cy="69582"/>
          </a:xfrm>
          <a:custGeom>
            <a:avLst/>
            <a:gdLst/>
            <a:ahLst/>
            <a:cxnLst/>
            <a:rect l="0" t="0" r="0" b="0"/>
            <a:pathLst>
              <a:path w="76182" h="74643">
                <a:moveTo>
                  <a:pt x="0" y="0"/>
                </a:moveTo>
                <a:lnTo>
                  <a:pt x="76182" y="30524"/>
                </a:lnTo>
                <a:lnTo>
                  <a:pt x="34115" y="74643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73" name="visual-73">
            <a:extLst>
              <a:ext uri="{FF2B5EF4-FFF2-40B4-BE49-F238E27FC236}">
                <a16:creationId xmlns:a16="http://schemas.microsoft.com/office/drawing/2014/main" id="{57BE7D28-3270-4D9F-883E-975AB69B92B0}"/>
              </a:ext>
            </a:extLst>
          </p:cNvPr>
          <p:cNvSpPr>
            <a:spLocks noGrp="1"/>
          </p:cNvSpPr>
          <p:nvPr/>
        </p:nvSpPr>
        <p:spPr>
          <a:xfrm>
            <a:off x="8119659" y="4066690"/>
            <a:ext cx="3533936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Phase across the aperture</a:t>
            </a:r>
          </a:p>
        </p:txBody>
      </p:sp>
      <p:sp>
        <p:nvSpPr>
          <p:cNvPr id="74" name="path-74">
            <a:extLst>
              <a:ext uri="{FF2B5EF4-FFF2-40B4-BE49-F238E27FC236}">
                <a16:creationId xmlns:a16="http://schemas.microsoft.com/office/drawing/2014/main" id="{52A1F9D4-D183-45FA-9904-91F24DA32A01}"/>
              </a:ext>
            </a:extLst>
          </p:cNvPr>
          <p:cNvSpPr>
            <a:spLocks noGrp="1"/>
          </p:cNvSpPr>
          <p:nvPr/>
        </p:nvSpPr>
        <p:spPr>
          <a:xfrm>
            <a:off x="10881102" y="2184293"/>
            <a:ext cx="669494" cy="888"/>
          </a:xfrm>
          <a:custGeom>
            <a:avLst/>
            <a:gdLst/>
            <a:ahLst/>
            <a:cxnLst/>
            <a:rect l="0" t="0" r="0" b="0"/>
            <a:pathLst>
              <a:path w="718185" h="953">
                <a:moveTo>
                  <a:pt x="0" y="0"/>
                </a:moveTo>
                <a:lnTo>
                  <a:pt x="718185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75" name="path-75">
            <a:extLst>
              <a:ext uri="{FF2B5EF4-FFF2-40B4-BE49-F238E27FC236}">
                <a16:creationId xmlns:a16="http://schemas.microsoft.com/office/drawing/2014/main" id="{6161D488-D9A2-4CEC-B354-93843E5C48C9}"/>
              </a:ext>
            </a:extLst>
          </p:cNvPr>
          <p:cNvSpPr>
            <a:spLocks noGrp="1"/>
          </p:cNvSpPr>
          <p:nvPr/>
        </p:nvSpPr>
        <p:spPr>
          <a:xfrm>
            <a:off x="11529286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76" name="visual-76">
            <a:extLst>
              <a:ext uri="{FF2B5EF4-FFF2-40B4-BE49-F238E27FC236}">
                <a16:creationId xmlns:a16="http://schemas.microsoft.com/office/drawing/2014/main" id="{5451EBEC-6341-47D6-8CC8-BD8F79EAD4AC}"/>
              </a:ext>
            </a:extLst>
          </p:cNvPr>
          <p:cNvSpPr>
            <a:spLocks noGrp="1"/>
          </p:cNvSpPr>
          <p:nvPr/>
        </p:nvSpPr>
        <p:spPr>
          <a:xfrm>
            <a:off x="11644716" y="1971191"/>
            <a:ext cx="426203" cy="426203"/>
          </a:xfrm>
          <a:prstGeom prst="ellipse">
            <a:avLst/>
          </a:prstGeom>
          <a:solidFill>
            <a:srgbClr val="FFFFFF"/>
          </a:solidFill>
          <a:ln w="17145">
            <a:solidFill>
              <a:srgbClr val="56788E"/>
            </a:solidFill>
            <a:prstDash val="solid"/>
          </a:ln>
        </p:spPr>
      </p:sp>
      <p:sp>
        <p:nvSpPr>
          <p:cNvPr id="77" name="visual-77">
            <a:extLst>
              <a:ext uri="{FF2B5EF4-FFF2-40B4-BE49-F238E27FC236}">
                <a16:creationId xmlns:a16="http://schemas.microsoft.com/office/drawing/2014/main" id="{4A37437F-CBBC-410F-B536-964133AF3C6A}"/>
              </a:ext>
            </a:extLst>
          </p:cNvPr>
          <p:cNvSpPr>
            <a:spLocks noGrp="1"/>
          </p:cNvSpPr>
          <p:nvPr/>
        </p:nvSpPr>
        <p:spPr>
          <a:xfrm>
            <a:off x="11715750" y="1988949"/>
            <a:ext cx="284136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5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7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8" name="path-78">
            <a:extLst>
              <a:ext uri="{FF2B5EF4-FFF2-40B4-BE49-F238E27FC236}">
                <a16:creationId xmlns:a16="http://schemas.microsoft.com/office/drawing/2014/main" id="{5BFE7C34-3A06-456C-AB04-A8A6718DAA74}"/>
              </a:ext>
            </a:extLst>
          </p:cNvPr>
          <p:cNvSpPr>
            <a:spLocks noGrp="1"/>
          </p:cNvSpPr>
          <p:nvPr/>
        </p:nvSpPr>
        <p:spPr>
          <a:xfrm>
            <a:off x="12070919" y="2184293"/>
            <a:ext cx="131413" cy="888"/>
          </a:xfrm>
          <a:custGeom>
            <a:avLst/>
            <a:gdLst/>
            <a:ahLst/>
            <a:cxnLst/>
            <a:rect l="0" t="0" r="0" b="0"/>
            <a:pathLst>
              <a:path w="140970" h="953">
                <a:moveTo>
                  <a:pt x="0" y="0"/>
                </a:moveTo>
                <a:lnTo>
                  <a:pt x="140970" y="0"/>
                </a:lnTo>
              </a:path>
            </a:pathLst>
          </a:custGeom>
          <a:noFill/>
          <a:ln w="23813">
            <a:solidFill>
              <a:srgbClr val="246A96"/>
            </a:solidFill>
            <a:prstDash val="solid"/>
          </a:ln>
        </p:spPr>
      </p:sp>
      <p:sp>
        <p:nvSpPr>
          <p:cNvPr id="79" name="path-79">
            <a:extLst>
              <a:ext uri="{FF2B5EF4-FFF2-40B4-BE49-F238E27FC236}">
                <a16:creationId xmlns:a16="http://schemas.microsoft.com/office/drawing/2014/main" id="{53F54ADC-3D8C-4741-A7B4-21CE64F2BC8C}"/>
              </a:ext>
            </a:extLst>
          </p:cNvPr>
          <p:cNvSpPr>
            <a:spLocks noGrp="1"/>
          </p:cNvSpPr>
          <p:nvPr/>
        </p:nvSpPr>
        <p:spPr>
          <a:xfrm>
            <a:off x="12186350" y="2152327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80" name="path-80">
            <a:extLst>
              <a:ext uri="{FF2B5EF4-FFF2-40B4-BE49-F238E27FC236}">
                <a16:creationId xmlns:a16="http://schemas.microsoft.com/office/drawing/2014/main" id="{6FC79FDF-453D-4F0F-98B3-741631308A08}"/>
              </a:ext>
            </a:extLst>
          </p:cNvPr>
          <p:cNvSpPr>
            <a:spLocks noGrp="1"/>
          </p:cNvSpPr>
          <p:nvPr/>
        </p:nvSpPr>
        <p:spPr>
          <a:xfrm>
            <a:off x="12310659" y="1225335"/>
            <a:ext cx="1145422" cy="1900157"/>
          </a:xfrm>
          <a:custGeom>
            <a:avLst/>
            <a:gdLst/>
            <a:ahLst/>
            <a:cxnLst/>
            <a:rect l="0" t="0" r="0" b="0"/>
            <a:pathLst>
              <a:path w="1228725" h="2038350">
                <a:moveTo>
                  <a:pt x="0" y="219075"/>
                </a:moveTo>
                <a:lnTo>
                  <a:pt x="1228725" y="0"/>
                </a:lnTo>
                <a:lnTo>
                  <a:pt x="1228725" y="1819275"/>
                </a:lnTo>
                <a:lnTo>
                  <a:pt x="0" y="2038350"/>
                </a:lnTo>
                <a:close/>
              </a:path>
            </a:pathLst>
          </a:custGeom>
          <a:solidFill>
            <a:srgbClr val="EDF4F8"/>
          </a:solidFill>
          <a:ln w="15240">
            <a:solidFill>
              <a:srgbClr val="56788E"/>
            </a:solidFill>
            <a:prstDash val="solid"/>
          </a:ln>
        </p:spPr>
      </p:sp>
      <p:sp>
        <p:nvSpPr>
          <p:cNvPr id="81" name="path-81">
            <a:extLst>
              <a:ext uri="{FF2B5EF4-FFF2-40B4-BE49-F238E27FC236}">
                <a16:creationId xmlns:a16="http://schemas.microsoft.com/office/drawing/2014/main" id="{746EB931-0D01-4D0A-8DAF-33197C991231}"/>
              </a:ext>
            </a:extLst>
          </p:cNvPr>
          <p:cNvSpPr>
            <a:spLocks noGrp="1"/>
          </p:cNvSpPr>
          <p:nvPr/>
        </p:nvSpPr>
        <p:spPr>
          <a:xfrm>
            <a:off x="12399451" y="151515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7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2" name="path-82">
            <a:extLst>
              <a:ext uri="{FF2B5EF4-FFF2-40B4-BE49-F238E27FC236}">
                <a16:creationId xmlns:a16="http://schemas.microsoft.com/office/drawing/2014/main" id="{9502D6B1-B7BF-4945-A89A-E74A8CE4EC62}"/>
              </a:ext>
            </a:extLst>
          </p:cNvPr>
          <p:cNvSpPr>
            <a:spLocks noGrp="1"/>
          </p:cNvSpPr>
          <p:nvPr/>
        </p:nvSpPr>
        <p:spPr>
          <a:xfrm>
            <a:off x="12603674" y="147786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CB9C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3" name="path-83">
            <a:extLst>
              <a:ext uri="{FF2B5EF4-FFF2-40B4-BE49-F238E27FC236}">
                <a16:creationId xmlns:a16="http://schemas.microsoft.com/office/drawing/2014/main" id="{3EEA4275-C30A-4A65-BE47-6CD3B523E85B}"/>
              </a:ext>
            </a:extLst>
          </p:cNvPr>
          <p:cNvSpPr>
            <a:spLocks noGrp="1"/>
          </p:cNvSpPr>
          <p:nvPr/>
        </p:nvSpPr>
        <p:spPr>
          <a:xfrm>
            <a:off x="12807896" y="144056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4" name="path-84">
            <a:extLst>
              <a:ext uri="{FF2B5EF4-FFF2-40B4-BE49-F238E27FC236}">
                <a16:creationId xmlns:a16="http://schemas.microsoft.com/office/drawing/2014/main" id="{DA9AE50B-6AFB-442C-A14F-76A154BE1D90}"/>
              </a:ext>
            </a:extLst>
          </p:cNvPr>
          <p:cNvSpPr>
            <a:spLocks noGrp="1"/>
          </p:cNvSpPr>
          <p:nvPr/>
        </p:nvSpPr>
        <p:spPr>
          <a:xfrm>
            <a:off x="13012119" y="140327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5" name="path-85">
            <a:extLst>
              <a:ext uri="{FF2B5EF4-FFF2-40B4-BE49-F238E27FC236}">
                <a16:creationId xmlns:a16="http://schemas.microsoft.com/office/drawing/2014/main" id="{D9ECCD78-0AE6-4170-84A4-74241C63CF0D}"/>
              </a:ext>
            </a:extLst>
          </p:cNvPr>
          <p:cNvSpPr>
            <a:spLocks noGrp="1"/>
          </p:cNvSpPr>
          <p:nvPr/>
        </p:nvSpPr>
        <p:spPr>
          <a:xfrm>
            <a:off x="13216341" y="13659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6" name="path-86">
            <a:extLst>
              <a:ext uri="{FF2B5EF4-FFF2-40B4-BE49-F238E27FC236}">
                <a16:creationId xmlns:a16="http://schemas.microsoft.com/office/drawing/2014/main" id="{3A02A714-E2FB-4144-A56A-E6DA8FA859AC}"/>
              </a:ext>
            </a:extLst>
          </p:cNvPr>
          <p:cNvSpPr>
            <a:spLocks noGrp="1"/>
          </p:cNvSpPr>
          <p:nvPr/>
        </p:nvSpPr>
        <p:spPr>
          <a:xfrm>
            <a:off x="12399451" y="171937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7" name="path-87">
            <a:extLst>
              <a:ext uri="{FF2B5EF4-FFF2-40B4-BE49-F238E27FC236}">
                <a16:creationId xmlns:a16="http://schemas.microsoft.com/office/drawing/2014/main" id="{5B450D8C-EB82-420A-BD91-69BC2017C349}"/>
              </a:ext>
            </a:extLst>
          </p:cNvPr>
          <p:cNvSpPr>
            <a:spLocks noGrp="1"/>
          </p:cNvSpPr>
          <p:nvPr/>
        </p:nvSpPr>
        <p:spPr>
          <a:xfrm>
            <a:off x="12603674" y="168208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8" name="path-88">
            <a:extLst>
              <a:ext uri="{FF2B5EF4-FFF2-40B4-BE49-F238E27FC236}">
                <a16:creationId xmlns:a16="http://schemas.microsoft.com/office/drawing/2014/main" id="{CD073AD3-88C3-4E66-BCA6-AABB718B19B8}"/>
              </a:ext>
            </a:extLst>
          </p:cNvPr>
          <p:cNvSpPr>
            <a:spLocks noGrp="1"/>
          </p:cNvSpPr>
          <p:nvPr/>
        </p:nvSpPr>
        <p:spPr>
          <a:xfrm>
            <a:off x="12807896" y="164479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89" name="path-89">
            <a:extLst>
              <a:ext uri="{FF2B5EF4-FFF2-40B4-BE49-F238E27FC236}">
                <a16:creationId xmlns:a16="http://schemas.microsoft.com/office/drawing/2014/main" id="{738DE1D0-A274-45E3-87E4-4B0A97B0D140}"/>
              </a:ext>
            </a:extLst>
          </p:cNvPr>
          <p:cNvSpPr>
            <a:spLocks noGrp="1"/>
          </p:cNvSpPr>
          <p:nvPr/>
        </p:nvSpPr>
        <p:spPr>
          <a:xfrm>
            <a:off x="13012119" y="160749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0" name="path-90">
            <a:extLst>
              <a:ext uri="{FF2B5EF4-FFF2-40B4-BE49-F238E27FC236}">
                <a16:creationId xmlns:a16="http://schemas.microsoft.com/office/drawing/2014/main" id="{5D961FF2-23E4-470C-A18A-7BE2D12CF3F6}"/>
              </a:ext>
            </a:extLst>
          </p:cNvPr>
          <p:cNvSpPr>
            <a:spLocks noGrp="1"/>
          </p:cNvSpPr>
          <p:nvPr/>
        </p:nvSpPr>
        <p:spPr>
          <a:xfrm>
            <a:off x="13216341" y="157020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AC3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1" name="path-91">
            <a:extLst>
              <a:ext uri="{FF2B5EF4-FFF2-40B4-BE49-F238E27FC236}">
                <a16:creationId xmlns:a16="http://schemas.microsoft.com/office/drawing/2014/main" id="{FC627C1D-8266-4AE7-8B38-13048BC97452}"/>
              </a:ext>
            </a:extLst>
          </p:cNvPr>
          <p:cNvSpPr>
            <a:spLocks noGrp="1"/>
          </p:cNvSpPr>
          <p:nvPr/>
        </p:nvSpPr>
        <p:spPr>
          <a:xfrm>
            <a:off x="12399451" y="192359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FC7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2" name="path-92">
            <a:extLst>
              <a:ext uri="{FF2B5EF4-FFF2-40B4-BE49-F238E27FC236}">
                <a16:creationId xmlns:a16="http://schemas.microsoft.com/office/drawing/2014/main" id="{345885DA-64B1-46F7-9BE1-7AFAADD64BCE}"/>
              </a:ext>
            </a:extLst>
          </p:cNvPr>
          <p:cNvSpPr>
            <a:spLocks noGrp="1"/>
          </p:cNvSpPr>
          <p:nvPr/>
        </p:nvSpPr>
        <p:spPr>
          <a:xfrm>
            <a:off x="12603674" y="188630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3" name="path-93">
            <a:extLst>
              <a:ext uri="{FF2B5EF4-FFF2-40B4-BE49-F238E27FC236}">
                <a16:creationId xmlns:a16="http://schemas.microsoft.com/office/drawing/2014/main" id="{5E9ACD0A-6DBB-4C48-A57E-9025A6F03897}"/>
              </a:ext>
            </a:extLst>
          </p:cNvPr>
          <p:cNvSpPr>
            <a:spLocks noGrp="1"/>
          </p:cNvSpPr>
          <p:nvPr/>
        </p:nvSpPr>
        <p:spPr>
          <a:xfrm>
            <a:off x="12807896" y="184901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4" name="path-94">
            <a:extLst>
              <a:ext uri="{FF2B5EF4-FFF2-40B4-BE49-F238E27FC236}">
                <a16:creationId xmlns:a16="http://schemas.microsoft.com/office/drawing/2014/main" id="{419DB81A-42E8-42A5-B5AE-DED5CF9E0E47}"/>
              </a:ext>
            </a:extLst>
          </p:cNvPr>
          <p:cNvSpPr>
            <a:spLocks noGrp="1"/>
          </p:cNvSpPr>
          <p:nvPr/>
        </p:nvSpPr>
        <p:spPr>
          <a:xfrm>
            <a:off x="13012119" y="181171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5" name="path-95">
            <a:extLst>
              <a:ext uri="{FF2B5EF4-FFF2-40B4-BE49-F238E27FC236}">
                <a16:creationId xmlns:a16="http://schemas.microsoft.com/office/drawing/2014/main" id="{948D61E1-435C-4475-8B89-59ED918C1D13}"/>
              </a:ext>
            </a:extLst>
          </p:cNvPr>
          <p:cNvSpPr>
            <a:spLocks noGrp="1"/>
          </p:cNvSpPr>
          <p:nvPr/>
        </p:nvSpPr>
        <p:spPr>
          <a:xfrm>
            <a:off x="13216341" y="17744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749B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6" name="path-96">
            <a:extLst>
              <a:ext uri="{FF2B5EF4-FFF2-40B4-BE49-F238E27FC236}">
                <a16:creationId xmlns:a16="http://schemas.microsoft.com/office/drawing/2014/main" id="{800048C7-774C-4FDC-B6F9-549CFF0581BE}"/>
              </a:ext>
            </a:extLst>
          </p:cNvPr>
          <p:cNvSpPr>
            <a:spLocks noGrp="1"/>
          </p:cNvSpPr>
          <p:nvPr/>
        </p:nvSpPr>
        <p:spPr>
          <a:xfrm>
            <a:off x="12399451" y="212782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7" name="path-97">
            <a:extLst>
              <a:ext uri="{FF2B5EF4-FFF2-40B4-BE49-F238E27FC236}">
                <a16:creationId xmlns:a16="http://schemas.microsoft.com/office/drawing/2014/main" id="{02401FCB-2AC3-4C1A-BE9B-8E1038029CC4}"/>
              </a:ext>
            </a:extLst>
          </p:cNvPr>
          <p:cNvSpPr>
            <a:spLocks noGrp="1"/>
          </p:cNvSpPr>
          <p:nvPr/>
        </p:nvSpPr>
        <p:spPr>
          <a:xfrm>
            <a:off x="12603674" y="209052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8" name="path-98">
            <a:extLst>
              <a:ext uri="{FF2B5EF4-FFF2-40B4-BE49-F238E27FC236}">
                <a16:creationId xmlns:a16="http://schemas.microsoft.com/office/drawing/2014/main" id="{94CFBED2-3098-48D4-AC6B-075FC6A26B90}"/>
              </a:ext>
            </a:extLst>
          </p:cNvPr>
          <p:cNvSpPr>
            <a:spLocks noGrp="1"/>
          </p:cNvSpPr>
          <p:nvPr/>
        </p:nvSpPr>
        <p:spPr>
          <a:xfrm>
            <a:off x="12807896" y="205323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CDC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99" name="path-99">
            <a:extLst>
              <a:ext uri="{FF2B5EF4-FFF2-40B4-BE49-F238E27FC236}">
                <a16:creationId xmlns:a16="http://schemas.microsoft.com/office/drawing/2014/main" id="{ED54EEE5-0B3B-48A7-AE4E-24E3F5CC2225}"/>
              </a:ext>
            </a:extLst>
          </p:cNvPr>
          <p:cNvSpPr>
            <a:spLocks noGrp="1"/>
          </p:cNvSpPr>
          <p:nvPr/>
        </p:nvSpPr>
        <p:spPr>
          <a:xfrm>
            <a:off x="13012119" y="201594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6B4C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0" name="path-100">
            <a:extLst>
              <a:ext uri="{FF2B5EF4-FFF2-40B4-BE49-F238E27FC236}">
                <a16:creationId xmlns:a16="http://schemas.microsoft.com/office/drawing/2014/main" id="{69E256FA-7C54-420F-BC12-9162C0E11471}"/>
              </a:ext>
            </a:extLst>
          </p:cNvPr>
          <p:cNvSpPr>
            <a:spLocks noGrp="1"/>
          </p:cNvSpPr>
          <p:nvPr/>
        </p:nvSpPr>
        <p:spPr>
          <a:xfrm>
            <a:off x="13216341" y="197864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2769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1" name="path-101">
            <a:extLst>
              <a:ext uri="{FF2B5EF4-FFF2-40B4-BE49-F238E27FC236}">
                <a16:creationId xmlns:a16="http://schemas.microsoft.com/office/drawing/2014/main" id="{F27F3B64-11E0-4D25-89D9-C88D2C6BA607}"/>
              </a:ext>
            </a:extLst>
          </p:cNvPr>
          <p:cNvSpPr>
            <a:spLocks noGrp="1"/>
          </p:cNvSpPr>
          <p:nvPr/>
        </p:nvSpPr>
        <p:spPr>
          <a:xfrm>
            <a:off x="12399451" y="2332043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2" name="path-102">
            <a:extLst>
              <a:ext uri="{FF2B5EF4-FFF2-40B4-BE49-F238E27FC236}">
                <a16:creationId xmlns:a16="http://schemas.microsoft.com/office/drawing/2014/main" id="{BBE4F9BA-7320-4D70-966F-3839D1EADC5A}"/>
              </a:ext>
            </a:extLst>
          </p:cNvPr>
          <p:cNvSpPr>
            <a:spLocks noGrp="1"/>
          </p:cNvSpPr>
          <p:nvPr/>
        </p:nvSpPr>
        <p:spPr>
          <a:xfrm>
            <a:off x="12603674" y="229475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3" name="path-103">
            <a:extLst>
              <a:ext uri="{FF2B5EF4-FFF2-40B4-BE49-F238E27FC236}">
                <a16:creationId xmlns:a16="http://schemas.microsoft.com/office/drawing/2014/main" id="{8216287A-2CD4-408F-8F11-BBE12CFE8BD2}"/>
              </a:ext>
            </a:extLst>
          </p:cNvPr>
          <p:cNvSpPr>
            <a:spLocks noGrp="1"/>
          </p:cNvSpPr>
          <p:nvPr/>
        </p:nvSpPr>
        <p:spPr>
          <a:xfrm>
            <a:off x="12807896" y="225745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B2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4" name="path-104">
            <a:extLst>
              <a:ext uri="{FF2B5EF4-FFF2-40B4-BE49-F238E27FC236}">
                <a16:creationId xmlns:a16="http://schemas.microsoft.com/office/drawing/2014/main" id="{21140A01-858C-474E-A987-91957CF6BA24}"/>
              </a:ext>
            </a:extLst>
          </p:cNvPr>
          <p:cNvSpPr>
            <a:spLocks noGrp="1"/>
          </p:cNvSpPr>
          <p:nvPr/>
        </p:nvSpPr>
        <p:spPr>
          <a:xfrm>
            <a:off x="13012119" y="222016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E8BA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5" name="path-105">
            <a:extLst>
              <a:ext uri="{FF2B5EF4-FFF2-40B4-BE49-F238E27FC236}">
                <a16:creationId xmlns:a16="http://schemas.microsoft.com/office/drawing/2014/main" id="{0A3A9887-17D0-4177-9DC1-E1BBA9E9F386}"/>
              </a:ext>
            </a:extLst>
          </p:cNvPr>
          <p:cNvSpPr>
            <a:spLocks noGrp="1"/>
          </p:cNvSpPr>
          <p:nvPr/>
        </p:nvSpPr>
        <p:spPr>
          <a:xfrm>
            <a:off x="13216341" y="2182871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5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6" name="path-106">
            <a:extLst>
              <a:ext uri="{FF2B5EF4-FFF2-40B4-BE49-F238E27FC236}">
                <a16:creationId xmlns:a16="http://schemas.microsoft.com/office/drawing/2014/main" id="{1D5CF127-8378-429C-8A07-EC20F84A3071}"/>
              </a:ext>
            </a:extLst>
          </p:cNvPr>
          <p:cNvSpPr>
            <a:spLocks noGrp="1"/>
          </p:cNvSpPr>
          <p:nvPr/>
        </p:nvSpPr>
        <p:spPr>
          <a:xfrm>
            <a:off x="12399451" y="253626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7" name="path-107">
            <a:extLst>
              <a:ext uri="{FF2B5EF4-FFF2-40B4-BE49-F238E27FC236}">
                <a16:creationId xmlns:a16="http://schemas.microsoft.com/office/drawing/2014/main" id="{490AA433-FE78-4A62-89FC-D5D273763739}"/>
              </a:ext>
            </a:extLst>
          </p:cNvPr>
          <p:cNvSpPr>
            <a:spLocks noGrp="1"/>
          </p:cNvSpPr>
          <p:nvPr/>
        </p:nvSpPr>
        <p:spPr>
          <a:xfrm>
            <a:off x="12603674" y="249897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5D6E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8" name="path-108">
            <a:extLst>
              <a:ext uri="{FF2B5EF4-FFF2-40B4-BE49-F238E27FC236}">
                <a16:creationId xmlns:a16="http://schemas.microsoft.com/office/drawing/2014/main" id="{DA7559BC-505B-4838-B601-8343EA81F552}"/>
              </a:ext>
            </a:extLst>
          </p:cNvPr>
          <p:cNvSpPr>
            <a:spLocks noGrp="1"/>
          </p:cNvSpPr>
          <p:nvPr/>
        </p:nvSpPr>
        <p:spPr>
          <a:xfrm>
            <a:off x="12807896" y="2461680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80A4B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09" name="path-109">
            <a:extLst>
              <a:ext uri="{FF2B5EF4-FFF2-40B4-BE49-F238E27FC236}">
                <a16:creationId xmlns:a16="http://schemas.microsoft.com/office/drawing/2014/main" id="{6BCD152B-8CA0-4DCF-87BF-B74A3EC18F81}"/>
              </a:ext>
            </a:extLst>
          </p:cNvPr>
          <p:cNvSpPr>
            <a:spLocks noGrp="1"/>
          </p:cNvSpPr>
          <p:nvPr/>
        </p:nvSpPr>
        <p:spPr>
          <a:xfrm>
            <a:off x="13012119" y="2424387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76E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0" name="path-110">
            <a:extLst>
              <a:ext uri="{FF2B5EF4-FFF2-40B4-BE49-F238E27FC236}">
                <a16:creationId xmlns:a16="http://schemas.microsoft.com/office/drawing/2014/main" id="{D3856943-BBA5-4EE0-A52E-2E1868DF182A}"/>
              </a:ext>
            </a:extLst>
          </p:cNvPr>
          <p:cNvSpPr>
            <a:spLocks noGrp="1"/>
          </p:cNvSpPr>
          <p:nvPr/>
        </p:nvSpPr>
        <p:spPr>
          <a:xfrm>
            <a:off x="13216341" y="2387094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5786A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1" name="path-111">
            <a:extLst>
              <a:ext uri="{FF2B5EF4-FFF2-40B4-BE49-F238E27FC236}">
                <a16:creationId xmlns:a16="http://schemas.microsoft.com/office/drawing/2014/main" id="{33B7298C-E161-4A51-BEB1-E6EDE56C9B86}"/>
              </a:ext>
            </a:extLst>
          </p:cNvPr>
          <p:cNvSpPr>
            <a:spLocks noGrp="1"/>
          </p:cNvSpPr>
          <p:nvPr/>
        </p:nvSpPr>
        <p:spPr>
          <a:xfrm>
            <a:off x="12399451" y="2740488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2" name="path-112">
            <a:extLst>
              <a:ext uri="{FF2B5EF4-FFF2-40B4-BE49-F238E27FC236}">
                <a16:creationId xmlns:a16="http://schemas.microsoft.com/office/drawing/2014/main" id="{4629126C-9795-460E-AA2C-23E83BAE138F}"/>
              </a:ext>
            </a:extLst>
          </p:cNvPr>
          <p:cNvSpPr>
            <a:spLocks noGrp="1"/>
          </p:cNvSpPr>
          <p:nvPr/>
        </p:nvSpPr>
        <p:spPr>
          <a:xfrm>
            <a:off x="12603674" y="2703195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A0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3" name="path-113">
            <a:extLst>
              <a:ext uri="{FF2B5EF4-FFF2-40B4-BE49-F238E27FC236}">
                <a16:creationId xmlns:a16="http://schemas.microsoft.com/office/drawing/2014/main" id="{CBB7D7E4-FCFB-45CE-853E-C80BCF975F69}"/>
              </a:ext>
            </a:extLst>
          </p:cNvPr>
          <p:cNvSpPr>
            <a:spLocks noGrp="1"/>
          </p:cNvSpPr>
          <p:nvPr/>
        </p:nvSpPr>
        <p:spPr>
          <a:xfrm>
            <a:off x="12807896" y="2665902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4A7C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4" name="path-114">
            <a:extLst>
              <a:ext uri="{FF2B5EF4-FFF2-40B4-BE49-F238E27FC236}">
                <a16:creationId xmlns:a16="http://schemas.microsoft.com/office/drawing/2014/main" id="{7EA40380-6ECB-4764-B2C0-A86522F6D564}"/>
              </a:ext>
            </a:extLst>
          </p:cNvPr>
          <p:cNvSpPr>
            <a:spLocks noGrp="1"/>
          </p:cNvSpPr>
          <p:nvPr/>
        </p:nvSpPr>
        <p:spPr>
          <a:xfrm>
            <a:off x="13012119" y="2628609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3E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5" name="path-115">
            <a:extLst>
              <a:ext uri="{FF2B5EF4-FFF2-40B4-BE49-F238E27FC236}">
                <a16:creationId xmlns:a16="http://schemas.microsoft.com/office/drawing/2014/main" id="{3FAE74FD-7D9D-4E67-BEB4-F0F2F6332DCD}"/>
              </a:ext>
            </a:extLst>
          </p:cNvPr>
          <p:cNvSpPr>
            <a:spLocks noGrp="1"/>
          </p:cNvSpPr>
          <p:nvPr/>
        </p:nvSpPr>
        <p:spPr>
          <a:xfrm>
            <a:off x="13216341" y="2591316"/>
            <a:ext cx="159826" cy="189661"/>
          </a:xfrm>
          <a:custGeom>
            <a:avLst/>
            <a:gdLst/>
            <a:ahLst/>
            <a:cxnLst/>
            <a:rect l="0" t="0" r="0" b="0"/>
            <a:pathLst>
              <a:path w="171450" h="203454">
                <a:moveTo>
                  <a:pt x="0" y="32004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203454"/>
                </a:lnTo>
                <a:close/>
              </a:path>
            </a:pathLst>
          </a:custGeom>
          <a:solidFill>
            <a:srgbClr val="90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116" name="selected-element-i">
            <a:extLst>
              <a:ext uri="{FF2B5EF4-FFF2-40B4-BE49-F238E27FC236}">
                <a16:creationId xmlns:a16="http://schemas.microsoft.com/office/drawing/2014/main" id="{3678631A-930A-45E6-A55B-69DBB0B04F5B}"/>
              </a:ext>
            </a:extLst>
          </p:cNvPr>
          <p:cNvSpPr>
            <a:spLocks noGrp="1"/>
          </p:cNvSpPr>
          <p:nvPr/>
        </p:nvSpPr>
        <p:spPr>
          <a:xfrm>
            <a:off x="12790138" y="2455381"/>
            <a:ext cx="195343" cy="195343"/>
          </a:xfrm>
          <a:prstGeom prst="rect">
            <a:avLst/>
          </a:prstGeom>
          <a:noFill/>
          <a:ln w="29528">
            <a:solidFill>
              <a:srgbClr val="2C7A86"/>
            </a:solidFill>
            <a:prstDash val="solid"/>
          </a:ln>
        </p:spPr>
      </p:sp>
      <p:sp>
        <p:nvSpPr>
          <p:cNvPr id="117" name="visual-116">
            <a:extLst>
              <a:ext uri="{FF2B5EF4-FFF2-40B4-BE49-F238E27FC236}">
                <a16:creationId xmlns:a16="http://schemas.microsoft.com/office/drawing/2014/main" id="{62E82FB0-EFEF-4F60-970F-163900C5C889}"/>
              </a:ext>
            </a:extLst>
          </p:cNvPr>
          <p:cNvSpPr>
            <a:spLocks noGrp="1"/>
          </p:cNvSpPr>
          <p:nvPr/>
        </p:nvSpPr>
        <p:spPr>
          <a:xfrm>
            <a:off x="12017644" y="852407"/>
            <a:ext cx="2006708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RIS interference</a:t>
            </a:r>
          </a:p>
        </p:txBody>
      </p:sp>
      <p:sp>
        <p:nvSpPr>
          <p:cNvPr id="118" name="path-117">
            <a:extLst>
              <a:ext uri="{FF2B5EF4-FFF2-40B4-BE49-F238E27FC236}">
                <a16:creationId xmlns:a16="http://schemas.microsoft.com/office/drawing/2014/main" id="{C1E042D3-6762-43C8-844D-1C99E81709F3}"/>
              </a:ext>
            </a:extLst>
          </p:cNvPr>
          <p:cNvSpPr>
            <a:spLocks noGrp="1"/>
          </p:cNvSpPr>
          <p:nvPr/>
        </p:nvSpPr>
        <p:spPr>
          <a:xfrm>
            <a:off x="13589269" y="2184293"/>
            <a:ext cx="358721" cy="888"/>
          </a:xfrm>
          <a:custGeom>
            <a:avLst/>
            <a:gdLst/>
            <a:ahLst/>
            <a:cxnLst/>
            <a:rect l="0" t="0" r="0" b="0"/>
            <a:pathLst>
              <a:path w="384810" h="953">
                <a:moveTo>
                  <a:pt x="0" y="0"/>
                </a:moveTo>
                <a:lnTo>
                  <a:pt x="384810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119" name="path-118">
            <a:extLst>
              <a:ext uri="{FF2B5EF4-FFF2-40B4-BE49-F238E27FC236}">
                <a16:creationId xmlns:a16="http://schemas.microsoft.com/office/drawing/2014/main" id="{FBAF04C4-A91F-4F87-ABCC-3F4B501328BE}"/>
              </a:ext>
            </a:extLst>
          </p:cNvPr>
          <p:cNvSpPr>
            <a:spLocks noGrp="1"/>
          </p:cNvSpPr>
          <p:nvPr/>
        </p:nvSpPr>
        <p:spPr>
          <a:xfrm>
            <a:off x="13926680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20" name="visual-119">
            <a:extLst>
              <a:ext uri="{FF2B5EF4-FFF2-40B4-BE49-F238E27FC236}">
                <a16:creationId xmlns:a16="http://schemas.microsoft.com/office/drawing/2014/main" id="{860A6FE2-1BFC-43DA-B4D1-AA9473EC4CF6}"/>
              </a:ext>
            </a:extLst>
          </p:cNvPr>
          <p:cNvSpPr>
            <a:spLocks noGrp="1"/>
          </p:cNvSpPr>
          <p:nvPr/>
        </p:nvSpPr>
        <p:spPr>
          <a:xfrm>
            <a:off x="14255212" y="1589384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1" name="visual-120">
            <a:extLst>
              <a:ext uri="{FF2B5EF4-FFF2-40B4-BE49-F238E27FC236}">
                <a16:creationId xmlns:a16="http://schemas.microsoft.com/office/drawing/2014/main" id="{3F3DEE2D-E282-4CC3-8822-DDC1FA4990AC}"/>
              </a:ext>
            </a:extLst>
          </p:cNvPr>
          <p:cNvSpPr>
            <a:spLocks noGrp="1"/>
          </p:cNvSpPr>
          <p:nvPr/>
        </p:nvSpPr>
        <p:spPr>
          <a:xfrm>
            <a:off x="14184178" y="1660418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CCD9E2"/>
            </a:solidFill>
            <a:prstDash val="solid"/>
          </a:ln>
        </p:spPr>
      </p:sp>
      <p:sp>
        <p:nvSpPr>
          <p:cNvPr id="122" name="visual-121">
            <a:extLst>
              <a:ext uri="{FF2B5EF4-FFF2-40B4-BE49-F238E27FC236}">
                <a16:creationId xmlns:a16="http://schemas.microsoft.com/office/drawing/2014/main" id="{123CC692-3FDB-4F38-A8BC-B796C2F940F4}"/>
              </a:ext>
            </a:extLst>
          </p:cNvPr>
          <p:cNvSpPr>
            <a:spLocks noGrp="1"/>
          </p:cNvSpPr>
          <p:nvPr/>
        </p:nvSpPr>
        <p:spPr>
          <a:xfrm>
            <a:off x="14113145" y="1731451"/>
            <a:ext cx="1269731" cy="870165"/>
          </a:xfrm>
          <a:prstGeom prst="rect">
            <a:avLst/>
          </a:prstGeom>
          <a:solidFill>
            <a:srgbClr val="F8FBFC"/>
          </a:solidFill>
          <a:ln w="14288">
            <a:solidFill>
              <a:srgbClr val="56788E"/>
            </a:solidFill>
            <a:prstDash val="solid"/>
          </a:ln>
        </p:spPr>
      </p:sp>
      <p:sp>
        <p:nvSpPr>
          <p:cNvPr id="123" name="path-122">
            <a:extLst>
              <a:ext uri="{FF2B5EF4-FFF2-40B4-BE49-F238E27FC236}">
                <a16:creationId xmlns:a16="http://schemas.microsoft.com/office/drawing/2014/main" id="{A300D678-B1CB-4E8B-8A8B-02A6479B297C}"/>
              </a:ext>
            </a:extLst>
          </p:cNvPr>
          <p:cNvSpPr>
            <a:spLocks noGrp="1"/>
          </p:cNvSpPr>
          <p:nvPr/>
        </p:nvSpPr>
        <p:spPr>
          <a:xfrm>
            <a:off x="14272971" y="2148776"/>
            <a:ext cx="239739" cy="888"/>
          </a:xfrm>
          <a:custGeom>
            <a:avLst/>
            <a:gdLst/>
            <a:ahLst/>
            <a:cxnLst/>
            <a:rect l="0" t="0" r="0" b="0"/>
            <a:pathLst>
              <a:path w="257175" h="953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4" name="path-123">
            <a:extLst>
              <a:ext uri="{FF2B5EF4-FFF2-40B4-BE49-F238E27FC236}">
                <a16:creationId xmlns:a16="http://schemas.microsoft.com/office/drawing/2014/main" id="{58260B7F-2AB3-419C-B3EF-F1C068AB58C8}"/>
              </a:ext>
            </a:extLst>
          </p:cNvPr>
          <p:cNvSpPr>
            <a:spLocks noGrp="1"/>
          </p:cNvSpPr>
          <p:nvPr/>
        </p:nvSpPr>
        <p:spPr>
          <a:xfrm>
            <a:off x="14512710" y="1988949"/>
            <a:ext cx="248619" cy="319653"/>
          </a:xfrm>
          <a:custGeom>
            <a:avLst/>
            <a:gdLst/>
            <a:ahLst/>
            <a:cxnLst/>
            <a:rect l="0" t="0" r="0" b="0"/>
            <a:pathLst>
              <a:path w="266700" h="342900">
                <a:moveTo>
                  <a:pt x="0" y="0"/>
                </a:moveTo>
                <a:lnTo>
                  <a:pt x="0" y="342900"/>
                </a:lnTo>
                <a:lnTo>
                  <a:pt x="266700" y="17145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5" name="path-124">
            <a:extLst>
              <a:ext uri="{FF2B5EF4-FFF2-40B4-BE49-F238E27FC236}">
                <a16:creationId xmlns:a16="http://schemas.microsoft.com/office/drawing/2014/main" id="{8A8059A5-9653-4EEE-BDE4-7E3465E2AFBD}"/>
              </a:ext>
            </a:extLst>
          </p:cNvPr>
          <p:cNvSpPr>
            <a:spLocks noGrp="1"/>
          </p:cNvSpPr>
          <p:nvPr/>
        </p:nvSpPr>
        <p:spPr>
          <a:xfrm>
            <a:off x="14761329" y="1953432"/>
            <a:ext cx="888" cy="390686"/>
          </a:xfrm>
          <a:custGeom>
            <a:avLst/>
            <a:gdLst/>
            <a:ahLst/>
            <a:cxnLst/>
            <a:rect l="0" t="0" r="0" b="0"/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6" name="path-125">
            <a:extLst>
              <a:ext uri="{FF2B5EF4-FFF2-40B4-BE49-F238E27FC236}">
                <a16:creationId xmlns:a16="http://schemas.microsoft.com/office/drawing/2014/main" id="{4EF4DEC2-2DEF-4232-9E2B-51DA8DD49B00}"/>
              </a:ext>
            </a:extLst>
          </p:cNvPr>
          <p:cNvSpPr>
            <a:spLocks noGrp="1"/>
          </p:cNvSpPr>
          <p:nvPr/>
        </p:nvSpPr>
        <p:spPr>
          <a:xfrm>
            <a:off x="14761328" y="2148776"/>
            <a:ext cx="266377" cy="888"/>
          </a:xfrm>
          <a:custGeom>
            <a:avLst/>
            <a:gdLst/>
            <a:ahLst/>
            <a:cxnLst/>
            <a:rect l="0" t="0" r="0" b="0"/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246A96"/>
            </a:solidFill>
            <a:prstDash val="solid"/>
          </a:ln>
        </p:spPr>
      </p:sp>
      <p:sp>
        <p:nvSpPr>
          <p:cNvPr id="127" name="visual-126">
            <a:extLst>
              <a:ext uri="{FF2B5EF4-FFF2-40B4-BE49-F238E27FC236}">
                <a16:creationId xmlns:a16="http://schemas.microsoft.com/office/drawing/2014/main" id="{72E060E8-76F3-451C-B606-42AD27814E27}"/>
              </a:ext>
            </a:extLst>
          </p:cNvPr>
          <p:cNvSpPr>
            <a:spLocks noGrp="1"/>
          </p:cNvSpPr>
          <p:nvPr/>
        </p:nvSpPr>
        <p:spPr>
          <a:xfrm>
            <a:off x="13997714" y="2761443"/>
            <a:ext cx="1616021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Square-law</a:t>
            </a:r>
          </a:p>
        </p:txBody>
      </p:sp>
      <p:sp>
        <p:nvSpPr>
          <p:cNvPr id="128" name="visual-127">
            <a:extLst>
              <a:ext uri="{FF2B5EF4-FFF2-40B4-BE49-F238E27FC236}">
                <a16:creationId xmlns:a16="http://schemas.microsoft.com/office/drawing/2014/main" id="{73838BD6-30C6-44FD-8905-48B26E17D7BD}"/>
              </a:ext>
            </a:extLst>
          </p:cNvPr>
          <p:cNvSpPr>
            <a:spLocks noGrp="1"/>
          </p:cNvSpPr>
          <p:nvPr/>
        </p:nvSpPr>
        <p:spPr>
          <a:xfrm>
            <a:off x="13891164" y="852407"/>
            <a:ext cx="2139896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Power detectors</a:t>
            </a:r>
          </a:p>
        </p:txBody>
      </p:sp>
      <p:sp>
        <p:nvSpPr>
          <p:cNvPr id="129" name="path-128">
            <a:extLst>
              <a:ext uri="{FF2B5EF4-FFF2-40B4-BE49-F238E27FC236}">
                <a16:creationId xmlns:a16="http://schemas.microsoft.com/office/drawing/2014/main" id="{1A7CDA50-5AC9-4B67-8340-BE9795A9B8CA}"/>
              </a:ext>
            </a:extLst>
          </p:cNvPr>
          <p:cNvSpPr>
            <a:spLocks noGrp="1"/>
          </p:cNvSpPr>
          <p:nvPr/>
        </p:nvSpPr>
        <p:spPr>
          <a:xfrm>
            <a:off x="15578219" y="2184293"/>
            <a:ext cx="385359" cy="888"/>
          </a:xfrm>
          <a:custGeom>
            <a:avLst/>
            <a:gdLst/>
            <a:ahLst/>
            <a:cxnLst/>
            <a:rect l="0" t="0" r="0" b="0"/>
            <a:pathLst>
              <a:path w="413385" h="953">
                <a:moveTo>
                  <a:pt x="0" y="0"/>
                </a:moveTo>
                <a:lnTo>
                  <a:pt x="413385" y="0"/>
                </a:lnTo>
              </a:path>
            </a:pathLst>
          </a:custGeom>
          <a:noFill/>
          <a:ln w="24765">
            <a:solidFill>
              <a:srgbClr val="246A96"/>
            </a:solidFill>
            <a:prstDash val="solid"/>
          </a:ln>
        </p:spPr>
      </p:sp>
      <p:sp>
        <p:nvSpPr>
          <p:cNvPr id="130" name="path-129">
            <a:extLst>
              <a:ext uri="{FF2B5EF4-FFF2-40B4-BE49-F238E27FC236}">
                <a16:creationId xmlns:a16="http://schemas.microsoft.com/office/drawing/2014/main" id="{1D91A49A-6F62-4502-882D-F0470AC18778}"/>
              </a:ext>
            </a:extLst>
          </p:cNvPr>
          <p:cNvSpPr>
            <a:spLocks noGrp="1"/>
          </p:cNvSpPr>
          <p:nvPr/>
        </p:nvSpPr>
        <p:spPr>
          <a:xfrm>
            <a:off x="15942267" y="2141672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31" name="path-130">
            <a:extLst>
              <a:ext uri="{FF2B5EF4-FFF2-40B4-BE49-F238E27FC236}">
                <a16:creationId xmlns:a16="http://schemas.microsoft.com/office/drawing/2014/main" id="{17CA584B-3C04-4035-834E-8E07E27676FB}"/>
              </a:ext>
            </a:extLst>
          </p:cNvPr>
          <p:cNvSpPr>
            <a:spLocks noGrp="1"/>
          </p:cNvSpPr>
          <p:nvPr/>
        </p:nvSpPr>
        <p:spPr>
          <a:xfrm>
            <a:off x="11351701" y="3480665"/>
            <a:ext cx="1882398" cy="426196"/>
          </a:xfrm>
          <a:custGeom>
            <a:avLst/>
            <a:gdLst/>
            <a:ahLst/>
            <a:cxnLst/>
            <a:rect l="0" t="0" r="0" b="0"/>
            <a:pathLst>
              <a:path w="2019300" h="457192">
                <a:moveTo>
                  <a:pt x="0" y="228596"/>
                </a:moveTo>
                <a:lnTo>
                  <a:pt x="7797" y="179080"/>
                </a:lnTo>
                <a:lnTo>
                  <a:pt x="15593" y="131915"/>
                </a:lnTo>
                <a:lnTo>
                  <a:pt x="23390" y="89341"/>
                </a:lnTo>
                <a:lnTo>
                  <a:pt x="31186" y="53379"/>
                </a:lnTo>
                <a:lnTo>
                  <a:pt x="38983" y="25736"/>
                </a:lnTo>
                <a:lnTo>
                  <a:pt x="46779" y="7725"/>
                </a:lnTo>
                <a:lnTo>
                  <a:pt x="54576" y="202"/>
                </a:lnTo>
                <a:lnTo>
                  <a:pt x="62372" y="3522"/>
                </a:lnTo>
                <a:lnTo>
                  <a:pt x="70169" y="17530"/>
                </a:lnTo>
                <a:lnTo>
                  <a:pt x="77965" y="41559"/>
                </a:lnTo>
                <a:lnTo>
                  <a:pt x="85762" y="74468"/>
                </a:lnTo>
                <a:lnTo>
                  <a:pt x="93558" y="114696"/>
                </a:lnTo>
                <a:lnTo>
                  <a:pt x="101355" y="160332"/>
                </a:lnTo>
                <a:lnTo>
                  <a:pt x="109151" y="209209"/>
                </a:lnTo>
                <a:lnTo>
                  <a:pt x="116948" y="259007"/>
                </a:lnTo>
                <a:lnTo>
                  <a:pt x="124744" y="307360"/>
                </a:lnTo>
                <a:lnTo>
                  <a:pt x="132541" y="351974"/>
                </a:lnTo>
                <a:lnTo>
                  <a:pt x="140337" y="390730"/>
                </a:lnTo>
                <a:lnTo>
                  <a:pt x="148134" y="421787"/>
                </a:lnTo>
                <a:lnTo>
                  <a:pt x="155931" y="443672"/>
                </a:lnTo>
                <a:lnTo>
                  <a:pt x="163727" y="455344"/>
                </a:lnTo>
                <a:lnTo>
                  <a:pt x="171524" y="456250"/>
                </a:lnTo>
                <a:lnTo>
                  <a:pt x="179320" y="446347"/>
                </a:lnTo>
                <a:lnTo>
                  <a:pt x="187117" y="426105"/>
                </a:lnTo>
                <a:lnTo>
                  <a:pt x="194913" y="396485"/>
                </a:lnTo>
                <a:lnTo>
                  <a:pt x="202710" y="358894"/>
                </a:lnTo>
                <a:lnTo>
                  <a:pt x="210506" y="315116"/>
                </a:lnTo>
                <a:lnTo>
                  <a:pt x="218303" y="267229"/>
                </a:lnTo>
                <a:lnTo>
                  <a:pt x="226099" y="217509"/>
                </a:lnTo>
                <a:lnTo>
                  <a:pt x="233896" y="168315"/>
                </a:lnTo>
                <a:lnTo>
                  <a:pt x="241692" y="121983"/>
                </a:lnTo>
                <a:lnTo>
                  <a:pt x="249489" y="80713"/>
                </a:lnTo>
                <a:lnTo>
                  <a:pt x="257285" y="46464"/>
                </a:lnTo>
                <a:lnTo>
                  <a:pt x="265082" y="20864"/>
                </a:lnTo>
                <a:lnTo>
                  <a:pt x="272878" y="5127"/>
                </a:lnTo>
                <a:lnTo>
                  <a:pt x="280675" y="0"/>
                </a:lnTo>
                <a:lnTo>
                  <a:pt x="288471" y="5727"/>
                </a:lnTo>
                <a:lnTo>
                  <a:pt x="296268" y="22037"/>
                </a:lnTo>
                <a:lnTo>
                  <a:pt x="304064" y="48153"/>
                </a:lnTo>
                <a:lnTo>
                  <a:pt x="311861" y="82838"/>
                </a:lnTo>
                <a:lnTo>
                  <a:pt x="319658" y="124443"/>
                </a:lnTo>
                <a:lnTo>
                  <a:pt x="327454" y="170994"/>
                </a:lnTo>
                <a:lnTo>
                  <a:pt x="335251" y="220279"/>
                </a:lnTo>
                <a:lnTo>
                  <a:pt x="343047" y="269959"/>
                </a:lnTo>
                <a:lnTo>
                  <a:pt x="350844" y="317676"/>
                </a:lnTo>
                <a:lnTo>
                  <a:pt x="358640" y="361163"/>
                </a:lnTo>
                <a:lnTo>
                  <a:pt x="366437" y="398355"/>
                </a:lnTo>
                <a:lnTo>
                  <a:pt x="374233" y="427487"/>
                </a:lnTo>
                <a:lnTo>
                  <a:pt x="382030" y="447176"/>
                </a:lnTo>
                <a:lnTo>
                  <a:pt x="389826" y="456486"/>
                </a:lnTo>
                <a:lnTo>
                  <a:pt x="397623" y="454975"/>
                </a:lnTo>
                <a:lnTo>
                  <a:pt x="405419" y="442716"/>
                </a:lnTo>
                <a:lnTo>
                  <a:pt x="413216" y="420291"/>
                </a:lnTo>
                <a:lnTo>
                  <a:pt x="421012" y="388763"/>
                </a:lnTo>
                <a:lnTo>
                  <a:pt x="428809" y="349631"/>
                </a:lnTo>
                <a:lnTo>
                  <a:pt x="436605" y="304752"/>
                </a:lnTo>
                <a:lnTo>
                  <a:pt x="444402" y="256256"/>
                </a:lnTo>
                <a:lnTo>
                  <a:pt x="452198" y="206448"/>
                </a:lnTo>
                <a:lnTo>
                  <a:pt x="459995" y="157691"/>
                </a:lnTo>
                <a:lnTo>
                  <a:pt x="467792" y="112301"/>
                </a:lnTo>
                <a:lnTo>
                  <a:pt x="475588" y="72432"/>
                </a:lnTo>
                <a:lnTo>
                  <a:pt x="483385" y="39978"/>
                </a:lnTo>
                <a:lnTo>
                  <a:pt x="491181" y="16480"/>
                </a:lnTo>
                <a:lnTo>
                  <a:pt x="498978" y="3054"/>
                </a:lnTo>
                <a:lnTo>
                  <a:pt x="506774" y="336"/>
                </a:lnTo>
                <a:lnTo>
                  <a:pt x="514571" y="8457"/>
                </a:lnTo>
                <a:lnTo>
                  <a:pt x="522367" y="27029"/>
                </a:lnTo>
                <a:lnTo>
                  <a:pt x="530164" y="55173"/>
                </a:lnTo>
                <a:lnTo>
                  <a:pt x="537960" y="91550"/>
                </a:lnTo>
                <a:lnTo>
                  <a:pt x="545757" y="134435"/>
                </a:lnTo>
                <a:lnTo>
                  <a:pt x="553553" y="181791"/>
                </a:lnTo>
                <a:lnTo>
                  <a:pt x="561350" y="231369"/>
                </a:lnTo>
                <a:lnTo>
                  <a:pt x="569146" y="280815"/>
                </a:lnTo>
                <a:lnTo>
                  <a:pt x="576943" y="327782"/>
                </a:lnTo>
                <a:lnTo>
                  <a:pt x="584739" y="370039"/>
                </a:lnTo>
                <a:lnTo>
                  <a:pt x="592536" y="405581"/>
                </a:lnTo>
                <a:lnTo>
                  <a:pt x="600332" y="432719"/>
                </a:lnTo>
                <a:lnTo>
                  <a:pt x="608129" y="450165"/>
                </a:lnTo>
                <a:lnTo>
                  <a:pt x="615925" y="457091"/>
                </a:lnTo>
                <a:lnTo>
                  <a:pt x="623722" y="453167"/>
                </a:lnTo>
                <a:lnTo>
                  <a:pt x="631519" y="438581"/>
                </a:lnTo>
                <a:lnTo>
                  <a:pt x="639315" y="414025"/>
                </a:lnTo>
                <a:lnTo>
                  <a:pt x="647112" y="380664"/>
                </a:lnTo>
                <a:lnTo>
                  <a:pt x="654908" y="340083"/>
                </a:lnTo>
                <a:lnTo>
                  <a:pt x="662705" y="294208"/>
                </a:lnTo>
                <a:lnTo>
                  <a:pt x="670501" y="245218"/>
                </a:lnTo>
                <a:lnTo>
                  <a:pt x="678298" y="195439"/>
                </a:lnTo>
                <a:lnTo>
                  <a:pt x="686094" y="147234"/>
                </a:lnTo>
                <a:lnTo>
                  <a:pt x="693891" y="102892"/>
                </a:lnTo>
                <a:lnTo>
                  <a:pt x="701687" y="64519"/>
                </a:lnTo>
                <a:lnTo>
                  <a:pt x="709484" y="33936"/>
                </a:lnTo>
                <a:lnTo>
                  <a:pt x="717280" y="12596"/>
                </a:lnTo>
                <a:lnTo>
                  <a:pt x="725077" y="1512"/>
                </a:lnTo>
                <a:lnTo>
                  <a:pt x="732873" y="1210"/>
                </a:lnTo>
                <a:lnTo>
                  <a:pt x="740670" y="11704"/>
                </a:lnTo>
                <a:lnTo>
                  <a:pt x="748466" y="32497"/>
                </a:lnTo>
                <a:lnTo>
                  <a:pt x="756263" y="62600"/>
                </a:lnTo>
                <a:lnTo>
                  <a:pt x="764059" y="100586"/>
                </a:lnTo>
                <a:lnTo>
                  <a:pt x="771856" y="144649"/>
                </a:lnTo>
                <a:lnTo>
                  <a:pt x="779653" y="192698"/>
                </a:lnTo>
                <a:lnTo>
                  <a:pt x="787449" y="242452"/>
                </a:lnTo>
                <a:lnTo>
                  <a:pt x="795246" y="291547"/>
                </a:lnTo>
                <a:lnTo>
                  <a:pt x="803042" y="337654"/>
                </a:lnTo>
                <a:lnTo>
                  <a:pt x="810839" y="378583"/>
                </a:lnTo>
                <a:lnTo>
                  <a:pt x="818635" y="412390"/>
                </a:lnTo>
                <a:lnTo>
                  <a:pt x="826432" y="437470"/>
                </a:lnTo>
                <a:lnTo>
                  <a:pt x="834228" y="452633"/>
                </a:lnTo>
                <a:lnTo>
                  <a:pt x="842025" y="457158"/>
                </a:lnTo>
                <a:lnTo>
                  <a:pt x="849821" y="450831"/>
                </a:lnTo>
                <a:lnTo>
                  <a:pt x="857618" y="433952"/>
                </a:lnTo>
                <a:lnTo>
                  <a:pt x="865414" y="407322"/>
                </a:lnTo>
                <a:lnTo>
                  <a:pt x="873211" y="372207"/>
                </a:lnTo>
                <a:lnTo>
                  <a:pt x="881007" y="330273"/>
                </a:lnTo>
                <a:lnTo>
                  <a:pt x="888804" y="283510"/>
                </a:lnTo>
                <a:lnTo>
                  <a:pt x="896600" y="234141"/>
                </a:lnTo>
                <a:lnTo>
                  <a:pt x="904397" y="184508"/>
                </a:lnTo>
                <a:lnTo>
                  <a:pt x="912193" y="136969"/>
                </a:lnTo>
                <a:lnTo>
                  <a:pt x="919990" y="93780"/>
                </a:lnTo>
                <a:lnTo>
                  <a:pt x="927786" y="56992"/>
                </a:lnTo>
                <a:lnTo>
                  <a:pt x="935583" y="28352"/>
                </a:lnTo>
                <a:lnTo>
                  <a:pt x="943380" y="9220"/>
                </a:lnTo>
                <a:lnTo>
                  <a:pt x="951176" y="504"/>
                </a:lnTo>
                <a:lnTo>
                  <a:pt x="958973" y="2618"/>
                </a:lnTo>
                <a:lnTo>
                  <a:pt x="966769" y="15462"/>
                </a:lnTo>
                <a:lnTo>
                  <a:pt x="974566" y="38426"/>
                </a:lnTo>
                <a:lnTo>
                  <a:pt x="982362" y="70419"/>
                </a:lnTo>
                <a:lnTo>
                  <a:pt x="990159" y="109922"/>
                </a:lnTo>
                <a:lnTo>
                  <a:pt x="997955" y="155060"/>
                </a:lnTo>
                <a:lnTo>
                  <a:pt x="1005752" y="203690"/>
                </a:lnTo>
                <a:lnTo>
                  <a:pt x="1013548" y="253502"/>
                </a:lnTo>
                <a:lnTo>
                  <a:pt x="1021345" y="302132"/>
                </a:lnTo>
                <a:lnTo>
                  <a:pt x="1029141" y="347270"/>
                </a:lnTo>
                <a:lnTo>
                  <a:pt x="1036938" y="386773"/>
                </a:lnTo>
                <a:lnTo>
                  <a:pt x="1044734" y="418766"/>
                </a:lnTo>
                <a:lnTo>
                  <a:pt x="1052531" y="441729"/>
                </a:lnTo>
                <a:lnTo>
                  <a:pt x="1060327" y="454573"/>
                </a:lnTo>
                <a:lnTo>
                  <a:pt x="1068124" y="456687"/>
                </a:lnTo>
                <a:lnTo>
                  <a:pt x="1075920" y="447971"/>
                </a:lnTo>
                <a:lnTo>
                  <a:pt x="1083717" y="428839"/>
                </a:lnTo>
                <a:lnTo>
                  <a:pt x="1091514" y="400199"/>
                </a:lnTo>
                <a:lnTo>
                  <a:pt x="1099310" y="363412"/>
                </a:lnTo>
                <a:lnTo>
                  <a:pt x="1107107" y="320223"/>
                </a:lnTo>
                <a:lnTo>
                  <a:pt x="1114903" y="272683"/>
                </a:lnTo>
                <a:lnTo>
                  <a:pt x="1122700" y="223051"/>
                </a:lnTo>
                <a:lnTo>
                  <a:pt x="1130496" y="173681"/>
                </a:lnTo>
                <a:lnTo>
                  <a:pt x="1138293" y="126919"/>
                </a:lnTo>
                <a:lnTo>
                  <a:pt x="1146089" y="84985"/>
                </a:lnTo>
                <a:lnTo>
                  <a:pt x="1153886" y="49869"/>
                </a:lnTo>
                <a:lnTo>
                  <a:pt x="1161682" y="23240"/>
                </a:lnTo>
                <a:lnTo>
                  <a:pt x="1169479" y="6361"/>
                </a:lnTo>
                <a:lnTo>
                  <a:pt x="1177275" y="34"/>
                </a:lnTo>
                <a:lnTo>
                  <a:pt x="1185072" y="4559"/>
                </a:lnTo>
                <a:lnTo>
                  <a:pt x="1192868" y="19722"/>
                </a:lnTo>
                <a:lnTo>
                  <a:pt x="1200665" y="44802"/>
                </a:lnTo>
                <a:lnTo>
                  <a:pt x="1208461" y="78609"/>
                </a:lnTo>
                <a:lnTo>
                  <a:pt x="1216258" y="119538"/>
                </a:lnTo>
                <a:lnTo>
                  <a:pt x="1224054" y="165644"/>
                </a:lnTo>
                <a:lnTo>
                  <a:pt x="1231851" y="214740"/>
                </a:lnTo>
                <a:lnTo>
                  <a:pt x="1239647" y="264494"/>
                </a:lnTo>
                <a:lnTo>
                  <a:pt x="1247444" y="312543"/>
                </a:lnTo>
                <a:lnTo>
                  <a:pt x="1255241" y="356606"/>
                </a:lnTo>
                <a:lnTo>
                  <a:pt x="1263037" y="394591"/>
                </a:lnTo>
                <a:lnTo>
                  <a:pt x="1270834" y="424695"/>
                </a:lnTo>
                <a:lnTo>
                  <a:pt x="1278630" y="445487"/>
                </a:lnTo>
                <a:lnTo>
                  <a:pt x="1286427" y="455982"/>
                </a:lnTo>
                <a:lnTo>
                  <a:pt x="1294223" y="455680"/>
                </a:lnTo>
                <a:lnTo>
                  <a:pt x="1302020" y="444595"/>
                </a:lnTo>
                <a:lnTo>
                  <a:pt x="1309816" y="423255"/>
                </a:lnTo>
                <a:lnTo>
                  <a:pt x="1317613" y="392673"/>
                </a:lnTo>
                <a:lnTo>
                  <a:pt x="1325409" y="354299"/>
                </a:lnTo>
                <a:lnTo>
                  <a:pt x="1333206" y="309958"/>
                </a:lnTo>
                <a:lnTo>
                  <a:pt x="1341002" y="261753"/>
                </a:lnTo>
                <a:lnTo>
                  <a:pt x="1348799" y="211973"/>
                </a:lnTo>
                <a:lnTo>
                  <a:pt x="1356595" y="162983"/>
                </a:lnTo>
                <a:lnTo>
                  <a:pt x="1364392" y="117109"/>
                </a:lnTo>
                <a:lnTo>
                  <a:pt x="1372188" y="76528"/>
                </a:lnTo>
                <a:lnTo>
                  <a:pt x="1379985" y="43167"/>
                </a:lnTo>
                <a:lnTo>
                  <a:pt x="1387781" y="18610"/>
                </a:lnTo>
                <a:lnTo>
                  <a:pt x="1395578" y="4024"/>
                </a:lnTo>
                <a:lnTo>
                  <a:pt x="1403375" y="101"/>
                </a:lnTo>
                <a:lnTo>
                  <a:pt x="1411171" y="7027"/>
                </a:lnTo>
                <a:lnTo>
                  <a:pt x="1418968" y="24473"/>
                </a:lnTo>
                <a:lnTo>
                  <a:pt x="1426764" y="51611"/>
                </a:lnTo>
                <a:lnTo>
                  <a:pt x="1434561" y="87153"/>
                </a:lnTo>
                <a:lnTo>
                  <a:pt x="1442357" y="129410"/>
                </a:lnTo>
                <a:lnTo>
                  <a:pt x="1450154" y="176377"/>
                </a:lnTo>
                <a:lnTo>
                  <a:pt x="1457950" y="225823"/>
                </a:lnTo>
                <a:lnTo>
                  <a:pt x="1465747" y="275401"/>
                </a:lnTo>
                <a:lnTo>
                  <a:pt x="1473543" y="322756"/>
                </a:lnTo>
                <a:lnTo>
                  <a:pt x="1481340" y="365641"/>
                </a:lnTo>
                <a:lnTo>
                  <a:pt x="1489136" y="402019"/>
                </a:lnTo>
                <a:lnTo>
                  <a:pt x="1496933" y="430162"/>
                </a:lnTo>
                <a:lnTo>
                  <a:pt x="1504729" y="448735"/>
                </a:lnTo>
                <a:lnTo>
                  <a:pt x="1512526" y="456855"/>
                </a:lnTo>
                <a:lnTo>
                  <a:pt x="1520322" y="454138"/>
                </a:lnTo>
                <a:lnTo>
                  <a:pt x="1528119" y="440711"/>
                </a:lnTo>
                <a:lnTo>
                  <a:pt x="1535915" y="417213"/>
                </a:lnTo>
                <a:lnTo>
                  <a:pt x="1543712" y="384760"/>
                </a:lnTo>
                <a:lnTo>
                  <a:pt x="1551508" y="344891"/>
                </a:lnTo>
                <a:lnTo>
                  <a:pt x="1559305" y="299501"/>
                </a:lnTo>
                <a:lnTo>
                  <a:pt x="1567102" y="250744"/>
                </a:lnTo>
                <a:lnTo>
                  <a:pt x="1574898" y="200935"/>
                </a:lnTo>
                <a:lnTo>
                  <a:pt x="1582695" y="152440"/>
                </a:lnTo>
                <a:lnTo>
                  <a:pt x="1590491" y="107561"/>
                </a:lnTo>
                <a:lnTo>
                  <a:pt x="1598288" y="68428"/>
                </a:lnTo>
                <a:lnTo>
                  <a:pt x="1606084" y="36901"/>
                </a:lnTo>
                <a:lnTo>
                  <a:pt x="1613881" y="14475"/>
                </a:lnTo>
                <a:lnTo>
                  <a:pt x="1621677" y="2216"/>
                </a:lnTo>
                <a:lnTo>
                  <a:pt x="1629474" y="706"/>
                </a:lnTo>
                <a:lnTo>
                  <a:pt x="1637270" y="10016"/>
                </a:lnTo>
                <a:lnTo>
                  <a:pt x="1645067" y="29705"/>
                </a:lnTo>
                <a:lnTo>
                  <a:pt x="1652863" y="58837"/>
                </a:lnTo>
                <a:lnTo>
                  <a:pt x="1660660" y="96029"/>
                </a:lnTo>
                <a:lnTo>
                  <a:pt x="1668456" y="139516"/>
                </a:lnTo>
                <a:lnTo>
                  <a:pt x="1676253" y="187232"/>
                </a:lnTo>
                <a:lnTo>
                  <a:pt x="1684049" y="236913"/>
                </a:lnTo>
                <a:lnTo>
                  <a:pt x="1691846" y="286198"/>
                </a:lnTo>
                <a:lnTo>
                  <a:pt x="1699642" y="332748"/>
                </a:lnTo>
                <a:lnTo>
                  <a:pt x="1707439" y="374354"/>
                </a:lnTo>
                <a:lnTo>
                  <a:pt x="1715236" y="409038"/>
                </a:lnTo>
                <a:lnTo>
                  <a:pt x="1723032" y="435155"/>
                </a:lnTo>
                <a:lnTo>
                  <a:pt x="1730829" y="451464"/>
                </a:lnTo>
                <a:lnTo>
                  <a:pt x="1738625" y="457192"/>
                </a:lnTo>
                <a:lnTo>
                  <a:pt x="1746422" y="452065"/>
                </a:lnTo>
                <a:lnTo>
                  <a:pt x="1754218" y="436328"/>
                </a:lnTo>
                <a:lnTo>
                  <a:pt x="1762015" y="410727"/>
                </a:lnTo>
                <a:lnTo>
                  <a:pt x="1769811" y="376479"/>
                </a:lnTo>
                <a:lnTo>
                  <a:pt x="1777608" y="335209"/>
                </a:lnTo>
                <a:lnTo>
                  <a:pt x="1785404" y="288877"/>
                </a:lnTo>
                <a:lnTo>
                  <a:pt x="1793201" y="239683"/>
                </a:lnTo>
                <a:lnTo>
                  <a:pt x="1800997" y="189962"/>
                </a:lnTo>
                <a:lnTo>
                  <a:pt x="1808794" y="142076"/>
                </a:lnTo>
                <a:lnTo>
                  <a:pt x="1816590" y="98298"/>
                </a:lnTo>
                <a:lnTo>
                  <a:pt x="1824387" y="60706"/>
                </a:lnTo>
                <a:lnTo>
                  <a:pt x="1832183" y="31086"/>
                </a:lnTo>
                <a:lnTo>
                  <a:pt x="1839980" y="10844"/>
                </a:lnTo>
                <a:lnTo>
                  <a:pt x="1847776" y="941"/>
                </a:lnTo>
                <a:lnTo>
                  <a:pt x="1855573" y="1847"/>
                </a:lnTo>
                <a:lnTo>
                  <a:pt x="1863369" y="13520"/>
                </a:lnTo>
                <a:lnTo>
                  <a:pt x="1871166" y="35404"/>
                </a:lnTo>
                <a:lnTo>
                  <a:pt x="1878963" y="66462"/>
                </a:lnTo>
                <a:lnTo>
                  <a:pt x="1886759" y="105217"/>
                </a:lnTo>
                <a:lnTo>
                  <a:pt x="1894556" y="149831"/>
                </a:lnTo>
                <a:lnTo>
                  <a:pt x="1902352" y="198185"/>
                </a:lnTo>
                <a:lnTo>
                  <a:pt x="1910149" y="247982"/>
                </a:lnTo>
                <a:lnTo>
                  <a:pt x="1917945" y="296859"/>
                </a:lnTo>
                <a:lnTo>
                  <a:pt x="1925742" y="342495"/>
                </a:lnTo>
                <a:lnTo>
                  <a:pt x="1933538" y="382723"/>
                </a:lnTo>
                <a:lnTo>
                  <a:pt x="1941335" y="415633"/>
                </a:lnTo>
                <a:lnTo>
                  <a:pt x="1949131" y="439662"/>
                </a:lnTo>
                <a:lnTo>
                  <a:pt x="1956928" y="453669"/>
                </a:lnTo>
                <a:lnTo>
                  <a:pt x="1964724" y="456990"/>
                </a:lnTo>
                <a:lnTo>
                  <a:pt x="1972521" y="449466"/>
                </a:lnTo>
                <a:lnTo>
                  <a:pt x="1980317" y="431455"/>
                </a:lnTo>
                <a:lnTo>
                  <a:pt x="1988114" y="403813"/>
                </a:lnTo>
                <a:lnTo>
                  <a:pt x="1995910" y="367850"/>
                </a:lnTo>
                <a:lnTo>
                  <a:pt x="2003707" y="325276"/>
                </a:lnTo>
                <a:lnTo>
                  <a:pt x="2011503" y="278111"/>
                </a:lnTo>
                <a:lnTo>
                  <a:pt x="2019300" y="228596"/>
                </a:lnTo>
              </a:path>
            </a:pathLst>
          </a:custGeom>
          <a:noFill/>
          <a:ln w="25718">
            <a:solidFill>
              <a:srgbClr val="B56D18"/>
            </a:solidFill>
            <a:prstDash val="solid"/>
          </a:ln>
        </p:spPr>
      </p:sp>
      <p:sp>
        <p:nvSpPr>
          <p:cNvPr id="132" name="path-131">
            <a:extLst>
              <a:ext uri="{FF2B5EF4-FFF2-40B4-BE49-F238E27FC236}">
                <a16:creationId xmlns:a16="http://schemas.microsoft.com/office/drawing/2014/main" id="{5A52C962-55CD-4028-A0F8-D2F1B94F13E2}"/>
              </a:ext>
            </a:extLst>
          </p:cNvPr>
          <p:cNvSpPr>
            <a:spLocks noGrp="1"/>
          </p:cNvSpPr>
          <p:nvPr/>
        </p:nvSpPr>
        <p:spPr>
          <a:xfrm>
            <a:off x="11103083" y="3693763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238125" y="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3" name="path-132">
            <a:extLst>
              <a:ext uri="{FF2B5EF4-FFF2-40B4-BE49-F238E27FC236}">
                <a16:creationId xmlns:a16="http://schemas.microsoft.com/office/drawing/2014/main" id="{07B6F8F8-CC10-4970-9E3D-E0129D0D978A}"/>
              </a:ext>
            </a:extLst>
          </p:cNvPr>
          <p:cNvSpPr>
            <a:spLocks noGrp="1"/>
          </p:cNvSpPr>
          <p:nvPr/>
        </p:nvSpPr>
        <p:spPr>
          <a:xfrm>
            <a:off x="11103083" y="2699288"/>
            <a:ext cx="888" cy="994475"/>
          </a:xfrm>
          <a:custGeom>
            <a:avLst/>
            <a:gdLst/>
            <a:ahLst/>
            <a:cxnLst/>
            <a:rect l="0" t="0" r="0" b="0"/>
            <a:pathLst>
              <a:path w="953" h="1066800">
                <a:moveTo>
                  <a:pt x="0" y="10668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4" name="path-133">
            <a:extLst>
              <a:ext uri="{FF2B5EF4-FFF2-40B4-BE49-F238E27FC236}">
                <a16:creationId xmlns:a16="http://schemas.microsoft.com/office/drawing/2014/main" id="{3E24C2E4-3D7F-4662-9FE6-22F7FDF0215E}"/>
              </a:ext>
            </a:extLst>
          </p:cNvPr>
          <p:cNvSpPr>
            <a:spLocks noGrp="1"/>
          </p:cNvSpPr>
          <p:nvPr/>
        </p:nvSpPr>
        <p:spPr>
          <a:xfrm>
            <a:off x="11103083" y="2699289"/>
            <a:ext cx="754735" cy="888"/>
          </a:xfrm>
          <a:custGeom>
            <a:avLst/>
            <a:gdLst/>
            <a:ahLst/>
            <a:cxnLst/>
            <a:rect l="0" t="0" r="0" b="0"/>
            <a:pathLst>
              <a:path w="809625" h="953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5" name="path-134">
            <a:extLst>
              <a:ext uri="{FF2B5EF4-FFF2-40B4-BE49-F238E27FC236}">
                <a16:creationId xmlns:a16="http://schemas.microsoft.com/office/drawing/2014/main" id="{340C145A-9B9D-403D-B292-7BBB73877264}"/>
              </a:ext>
            </a:extLst>
          </p:cNvPr>
          <p:cNvSpPr>
            <a:spLocks noGrp="1"/>
          </p:cNvSpPr>
          <p:nvPr/>
        </p:nvSpPr>
        <p:spPr>
          <a:xfrm>
            <a:off x="11857818" y="2491515"/>
            <a:ext cx="888" cy="207774"/>
          </a:xfrm>
          <a:custGeom>
            <a:avLst/>
            <a:gdLst/>
            <a:ahLst/>
            <a:cxnLst/>
            <a:rect l="0" t="0" r="0" b="0"/>
            <a:pathLst>
              <a:path w="953" h="222885">
                <a:moveTo>
                  <a:pt x="0" y="222885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B56D18"/>
            </a:solidFill>
            <a:prstDash val="solid"/>
          </a:ln>
        </p:spPr>
      </p:sp>
      <p:sp>
        <p:nvSpPr>
          <p:cNvPr id="136" name="path-135">
            <a:extLst>
              <a:ext uri="{FF2B5EF4-FFF2-40B4-BE49-F238E27FC236}">
                <a16:creationId xmlns:a16="http://schemas.microsoft.com/office/drawing/2014/main" id="{4B46B7DC-0382-47C5-BD1D-2E30C95E1F8D}"/>
              </a:ext>
            </a:extLst>
          </p:cNvPr>
          <p:cNvSpPr>
            <a:spLocks noGrp="1"/>
          </p:cNvSpPr>
          <p:nvPr/>
        </p:nvSpPr>
        <p:spPr>
          <a:xfrm>
            <a:off x="11815197" y="2406273"/>
            <a:ext cx="85241" cy="106551"/>
          </a:xfrm>
          <a:custGeom>
            <a:avLst/>
            <a:gdLst/>
            <a:ahLst/>
            <a:cxnLst/>
            <a:rect l="0" t="0" r="0" b="0"/>
            <a:pathLst>
              <a:path w="91440" h="114300">
                <a:moveTo>
                  <a:pt x="45720" y="0"/>
                </a:moveTo>
                <a:lnTo>
                  <a:pt x="9144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6D18"/>
          </a:solidFill>
          <a:ln w="0">
            <a:noFill/>
            <a:prstDash val="solid"/>
          </a:ln>
        </p:spPr>
      </p:sp>
      <p:sp>
        <p:nvSpPr>
          <p:cNvPr id="137" name="visual-136">
            <a:extLst>
              <a:ext uri="{FF2B5EF4-FFF2-40B4-BE49-F238E27FC236}">
                <a16:creationId xmlns:a16="http://schemas.microsoft.com/office/drawing/2014/main" id="{40E024B5-2645-4A78-9D8A-17544A7567C3}"/>
              </a:ext>
            </a:extLst>
          </p:cNvPr>
          <p:cNvSpPr>
            <a:spLocks noGrp="1"/>
          </p:cNvSpPr>
          <p:nvPr/>
        </p:nvSpPr>
        <p:spPr>
          <a:xfrm>
            <a:off x="11325064" y="4057811"/>
            <a:ext cx="276144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Known reference wave</a:t>
            </a:r>
          </a:p>
        </p:txBody>
      </p:sp>
      <p:sp>
        <p:nvSpPr>
          <p:cNvPr id="138" name="visual-137">
            <a:extLst>
              <a:ext uri="{FF2B5EF4-FFF2-40B4-BE49-F238E27FC236}">
                <a16:creationId xmlns:a16="http://schemas.microsoft.com/office/drawing/2014/main" id="{F9EA5369-5154-4548-BB22-233A99634C11}"/>
              </a:ext>
            </a:extLst>
          </p:cNvPr>
          <p:cNvSpPr>
            <a:spLocks noGrp="1"/>
          </p:cNvSpPr>
          <p:nvPr/>
        </p:nvSpPr>
        <p:spPr>
          <a:xfrm>
            <a:off x="13811250" y="3578332"/>
            <a:ext cx="2184292" cy="657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Added before</a:t>
            </a:r>
          </a:p>
          <a:p>
            <a:pPr algn="ctr">
              <a:defRPr sz="2025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>
                <a:solidFill>
                  <a:srgbClr val="B56D18"/>
                </a:solidFill>
                <a:latin typeface="Times New Roman"/>
                <a:ea typeface="Times New Roman"/>
                <a:cs typeface="Times New Roman"/>
              </a:rPr>
              <a:t>power detection</a:t>
            </a:r>
          </a:p>
        </p:txBody>
      </p:sp>
      <p:sp>
        <p:nvSpPr>
          <p:cNvPr id="139" name="path-138">
            <a:extLst>
              <a:ext uri="{FF2B5EF4-FFF2-40B4-BE49-F238E27FC236}">
                <a16:creationId xmlns:a16="http://schemas.microsoft.com/office/drawing/2014/main" id="{54E6EFDB-DE44-498B-8366-9921B9A5400B}"/>
              </a:ext>
            </a:extLst>
          </p:cNvPr>
          <p:cNvSpPr>
            <a:spLocks noGrp="1"/>
          </p:cNvSpPr>
          <p:nvPr/>
        </p:nvSpPr>
        <p:spPr>
          <a:xfrm>
            <a:off x="16048818" y="2184293"/>
            <a:ext cx="168706" cy="888"/>
          </a:xfrm>
          <a:custGeom>
            <a:avLst/>
            <a:gdLst/>
            <a:ahLst/>
            <a:cxnLst/>
            <a:rect l="0" t="0" r="0" b="0"/>
            <a:pathLst>
              <a:path w="180975" h="953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0" name="path-139">
            <a:extLst>
              <a:ext uri="{FF2B5EF4-FFF2-40B4-BE49-F238E27FC236}">
                <a16:creationId xmlns:a16="http://schemas.microsoft.com/office/drawing/2014/main" id="{D2E743AE-CE2D-41A5-AD38-13BCE77F0FB7}"/>
              </a:ext>
            </a:extLst>
          </p:cNvPr>
          <p:cNvSpPr>
            <a:spLocks noGrp="1"/>
          </p:cNvSpPr>
          <p:nvPr/>
        </p:nvSpPr>
        <p:spPr>
          <a:xfrm>
            <a:off x="16217524" y="2184292"/>
            <a:ext cx="888" cy="2610496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1" name="path-140">
            <a:extLst>
              <a:ext uri="{FF2B5EF4-FFF2-40B4-BE49-F238E27FC236}">
                <a16:creationId xmlns:a16="http://schemas.microsoft.com/office/drawing/2014/main" id="{97368564-F26A-4ED3-B7BA-3FDBFF67FBB0}"/>
              </a:ext>
            </a:extLst>
          </p:cNvPr>
          <p:cNvSpPr>
            <a:spLocks noGrp="1"/>
          </p:cNvSpPr>
          <p:nvPr/>
        </p:nvSpPr>
        <p:spPr>
          <a:xfrm flipV="1">
            <a:off x="8057505" y="4726419"/>
            <a:ext cx="8160019" cy="67095"/>
          </a:xfrm>
          <a:custGeom>
            <a:avLst/>
            <a:gdLst/>
            <a:ahLst/>
            <a:cxnLst/>
            <a:rect l="0" t="0" r="0" b="0"/>
            <a:pathLst>
              <a:path w="3533775" h="953">
                <a:moveTo>
                  <a:pt x="3533775" y="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44" name="path-143">
            <a:extLst>
              <a:ext uri="{FF2B5EF4-FFF2-40B4-BE49-F238E27FC236}">
                <a16:creationId xmlns:a16="http://schemas.microsoft.com/office/drawing/2014/main" id="{95CBFF33-D3AA-48C1-A21F-B02B25DA4648}"/>
              </a:ext>
            </a:extLst>
          </p:cNvPr>
          <p:cNvSpPr>
            <a:spLocks noGrp="1"/>
          </p:cNvSpPr>
          <p:nvPr/>
        </p:nvSpPr>
        <p:spPr>
          <a:xfrm rot="16200000">
            <a:off x="8004229" y="4999571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0" y="45720"/>
                </a:moveTo>
                <a:lnTo>
                  <a:pt x="114300" y="0"/>
                </a:lnTo>
                <a:lnTo>
                  <a:pt x="114300" y="9144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145" name="path-144">
            <a:extLst>
              <a:ext uri="{FF2B5EF4-FFF2-40B4-BE49-F238E27FC236}">
                <a16:creationId xmlns:a16="http://schemas.microsoft.com/office/drawing/2014/main" id="{2BF5E578-8E25-4F3B-B322-EC26652CB3CA}"/>
              </a:ext>
            </a:extLst>
          </p:cNvPr>
          <p:cNvSpPr>
            <a:spLocks noGrp="1"/>
          </p:cNvSpPr>
          <p:nvPr/>
        </p:nvSpPr>
        <p:spPr>
          <a:xfrm>
            <a:off x="1016269" y="4661600"/>
            <a:ext cx="14721775" cy="888"/>
          </a:xfrm>
          <a:custGeom>
            <a:avLst/>
            <a:gdLst/>
            <a:ahLst/>
            <a:cxnLst/>
            <a:rect l="0" t="0" r="0" b="0"/>
            <a:pathLst>
              <a:path w="15792450" h="953">
                <a:moveTo>
                  <a:pt x="0" y="0"/>
                </a:moveTo>
                <a:lnTo>
                  <a:pt x="15792450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46" name="visual-145">
            <a:extLst>
              <a:ext uri="{FF2B5EF4-FFF2-40B4-BE49-F238E27FC236}">
                <a16:creationId xmlns:a16="http://schemas.microsoft.com/office/drawing/2014/main" id="{8CB93103-6144-4C56-A4B9-B6688490336B}"/>
              </a:ext>
            </a:extLst>
          </p:cNvPr>
          <p:cNvSpPr>
            <a:spLocks noGrp="1"/>
          </p:cNvSpPr>
          <p:nvPr/>
        </p:nvSpPr>
        <p:spPr>
          <a:xfrm>
            <a:off x="1087303" y="4883581"/>
            <a:ext cx="9163373" cy="4262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1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Zoom: one receiving element, one symbol</a:t>
            </a:r>
          </a:p>
        </p:txBody>
      </p:sp>
      <p:sp>
        <p:nvSpPr>
          <p:cNvPr id="147" name="visual-146">
            <a:extLst>
              <a:ext uri="{FF2B5EF4-FFF2-40B4-BE49-F238E27FC236}">
                <a16:creationId xmlns:a16="http://schemas.microsoft.com/office/drawing/2014/main" id="{A8D5E66B-3545-4FC4-9BBD-D653DE8F9383}"/>
              </a:ext>
            </a:extLst>
          </p:cNvPr>
          <p:cNvSpPr>
            <a:spLocks noGrp="1"/>
          </p:cNvSpPr>
          <p:nvPr/>
        </p:nvSpPr>
        <p:spPr>
          <a:xfrm>
            <a:off x="9780076" y="4963494"/>
            <a:ext cx="2983424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M = </a:t>
            </a:r>
            <a:r>
              <a:rPr lang="en-US" altLang="zh-CN"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958" dirty="0" err="1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subslots</a:t>
            </a:r>
            <a:r>
              <a:rPr sz="1958" dirty="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 shown</a:t>
            </a:r>
          </a:p>
        </p:txBody>
      </p:sp>
      <p:sp>
        <p:nvSpPr>
          <p:cNvPr id="148" name="visual-147">
            <a:extLst>
              <a:ext uri="{FF2B5EF4-FFF2-40B4-BE49-F238E27FC236}">
                <a16:creationId xmlns:a16="http://schemas.microsoft.com/office/drawing/2014/main" id="{92697780-01F7-4D01-ABFF-F65E61344AB8}"/>
              </a:ext>
            </a:extLst>
          </p:cNvPr>
          <p:cNvSpPr>
            <a:spLocks noGrp="1"/>
          </p:cNvSpPr>
          <p:nvPr/>
        </p:nvSpPr>
        <p:spPr>
          <a:xfrm>
            <a:off x="4408138" y="5336422"/>
            <a:ext cx="4714875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symbol interval, T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49" name="path-148">
            <a:extLst>
              <a:ext uri="{FF2B5EF4-FFF2-40B4-BE49-F238E27FC236}">
                <a16:creationId xmlns:a16="http://schemas.microsoft.com/office/drawing/2014/main" id="{9DE8AD3C-BCA1-4C05-85DA-65EE131CDC8E}"/>
              </a:ext>
            </a:extLst>
          </p:cNvPr>
          <p:cNvSpPr>
            <a:spLocks noGrp="1"/>
          </p:cNvSpPr>
          <p:nvPr/>
        </p:nvSpPr>
        <p:spPr>
          <a:xfrm>
            <a:off x="2516861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0" name="path-149">
            <a:extLst>
              <a:ext uri="{FF2B5EF4-FFF2-40B4-BE49-F238E27FC236}">
                <a16:creationId xmlns:a16="http://schemas.microsoft.com/office/drawing/2014/main" id="{F49FEDAD-FE53-4A99-925A-C8E79F34E415}"/>
              </a:ext>
            </a:extLst>
          </p:cNvPr>
          <p:cNvSpPr>
            <a:spLocks noGrp="1"/>
          </p:cNvSpPr>
          <p:nvPr/>
        </p:nvSpPr>
        <p:spPr>
          <a:xfrm flipV="1">
            <a:off x="2516860" y="5631052"/>
            <a:ext cx="9198003" cy="45719"/>
          </a:xfrm>
          <a:custGeom>
            <a:avLst/>
            <a:gdLst/>
            <a:ahLst/>
            <a:cxnLst/>
            <a:rect l="0" t="0" r="0" b="0"/>
            <a:pathLst>
              <a:path w="9906000" h="953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1" name="path-150">
            <a:extLst>
              <a:ext uri="{FF2B5EF4-FFF2-40B4-BE49-F238E27FC236}">
                <a16:creationId xmlns:a16="http://schemas.microsoft.com/office/drawing/2014/main" id="{956273B2-B29B-4C65-8CE6-083AA53C27FB}"/>
              </a:ext>
            </a:extLst>
          </p:cNvPr>
          <p:cNvSpPr>
            <a:spLocks noGrp="1"/>
          </p:cNvSpPr>
          <p:nvPr/>
        </p:nvSpPr>
        <p:spPr>
          <a:xfrm>
            <a:off x="11722084" y="5673833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03344"/>
            </a:solidFill>
            <a:prstDash val="solid"/>
          </a:ln>
        </p:spPr>
      </p:sp>
      <p:sp>
        <p:nvSpPr>
          <p:cNvPr id="152" name="visual-151">
            <a:extLst>
              <a:ext uri="{FF2B5EF4-FFF2-40B4-BE49-F238E27FC236}">
                <a16:creationId xmlns:a16="http://schemas.microsoft.com/office/drawing/2014/main" id="{498AECC9-C90C-4B5A-AC6C-986F33A0E326}"/>
              </a:ext>
            </a:extLst>
          </p:cNvPr>
          <p:cNvSpPr>
            <a:spLocks noGrp="1"/>
          </p:cNvSpPr>
          <p:nvPr/>
        </p:nvSpPr>
        <p:spPr>
          <a:xfrm>
            <a:off x="6574671" y="5398577"/>
            <a:ext cx="887924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678"/>
          </a:p>
        </p:txBody>
      </p:sp>
      <p:sp>
        <p:nvSpPr>
          <p:cNvPr id="153" name="visual-152">
            <a:extLst>
              <a:ext uri="{FF2B5EF4-FFF2-40B4-BE49-F238E27FC236}">
                <a16:creationId xmlns:a16="http://schemas.microsoft.com/office/drawing/2014/main" id="{52277A80-3704-4E9A-A3AC-345516A480B5}"/>
              </a:ext>
            </a:extLst>
          </p:cNvPr>
          <p:cNvSpPr>
            <a:spLocks noGrp="1"/>
          </p:cNvSpPr>
          <p:nvPr/>
        </p:nvSpPr>
        <p:spPr>
          <a:xfrm>
            <a:off x="3534412" y="6131618"/>
            <a:ext cx="1004789" cy="1744628"/>
          </a:xfrm>
          <a:prstGeom prst="rect">
            <a:avLst/>
          </a:prstGeom>
          <a:solidFill>
            <a:srgbClr val="2C7A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58" name="visual-157">
            <a:extLst>
              <a:ext uri="{FF2B5EF4-FFF2-40B4-BE49-F238E27FC236}">
                <a16:creationId xmlns:a16="http://schemas.microsoft.com/office/drawing/2014/main" id="{405518CF-ABB7-4520-B697-B85AD000655E}"/>
              </a:ext>
            </a:extLst>
          </p:cNvPr>
          <p:cNvSpPr>
            <a:spLocks noGrp="1"/>
          </p:cNvSpPr>
          <p:nvPr/>
        </p:nvSpPr>
        <p:spPr>
          <a:xfrm>
            <a:off x="455791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2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165" name="path-162">
            <a:extLst>
              <a:ext uri="{FF2B5EF4-FFF2-40B4-BE49-F238E27FC236}">
                <a16:creationId xmlns:a16="http://schemas.microsoft.com/office/drawing/2014/main" id="{15A56FA2-26FD-4F9D-8A6A-F7C18B4CBCF2}"/>
              </a:ext>
            </a:extLst>
          </p:cNvPr>
          <p:cNvSpPr>
            <a:spLocks noGrp="1"/>
          </p:cNvSpPr>
          <p:nvPr/>
        </p:nvSpPr>
        <p:spPr>
          <a:xfrm>
            <a:off x="251686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69" name="path-166">
            <a:extLst>
              <a:ext uri="{FF2B5EF4-FFF2-40B4-BE49-F238E27FC236}">
                <a16:creationId xmlns:a16="http://schemas.microsoft.com/office/drawing/2014/main" id="{44605C84-9A67-4B90-A1B2-4982DB8A792A}"/>
              </a:ext>
            </a:extLst>
          </p:cNvPr>
          <p:cNvSpPr>
            <a:spLocks noGrp="1"/>
          </p:cNvSpPr>
          <p:nvPr/>
        </p:nvSpPr>
        <p:spPr>
          <a:xfrm>
            <a:off x="11673070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70" name="path-167">
            <a:extLst>
              <a:ext uri="{FF2B5EF4-FFF2-40B4-BE49-F238E27FC236}">
                <a16:creationId xmlns:a16="http://schemas.microsoft.com/office/drawing/2014/main" id="{9523C3A1-5A99-41A5-BB62-47F17F8EF473}"/>
              </a:ext>
            </a:extLst>
          </p:cNvPr>
          <p:cNvSpPr>
            <a:spLocks noGrp="1"/>
          </p:cNvSpPr>
          <p:nvPr/>
        </p:nvSpPr>
        <p:spPr>
          <a:xfrm>
            <a:off x="2516859" y="7644589"/>
            <a:ext cx="9633974" cy="45719"/>
          </a:xfrm>
          <a:custGeom>
            <a:avLst/>
            <a:gdLst/>
            <a:ahLst/>
            <a:cxnLst/>
            <a:rect l="0" t="0" r="0" b="0"/>
            <a:pathLst>
              <a:path w="10744200" h="953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14288">
            <a:solidFill>
              <a:srgbClr val="203344"/>
            </a:solidFill>
            <a:prstDash val="solid"/>
          </a:ln>
        </p:spPr>
      </p:sp>
      <p:sp>
        <p:nvSpPr>
          <p:cNvPr id="172" name="path-169">
            <a:extLst>
              <a:ext uri="{FF2B5EF4-FFF2-40B4-BE49-F238E27FC236}">
                <a16:creationId xmlns:a16="http://schemas.microsoft.com/office/drawing/2014/main" id="{A028EBC0-B6B9-44F3-A44D-9EE0EC9911D1}"/>
              </a:ext>
            </a:extLst>
          </p:cNvPr>
          <p:cNvSpPr>
            <a:spLocks noGrp="1"/>
          </p:cNvSpPr>
          <p:nvPr/>
        </p:nvSpPr>
        <p:spPr>
          <a:xfrm>
            <a:off x="12144892" y="7618542"/>
            <a:ext cx="79913" cy="63931"/>
          </a:xfrm>
          <a:custGeom>
            <a:avLst/>
            <a:gdLst/>
            <a:ahLst/>
            <a:cxnLst/>
            <a:rect l="0" t="0" r="0" b="0"/>
            <a:pathLst>
              <a:path w="85725" h="68580">
                <a:moveTo>
                  <a:pt x="8572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203344"/>
          </a:solidFill>
          <a:ln w="0">
            <a:noFill/>
            <a:prstDash val="solid"/>
          </a:ln>
        </p:spPr>
      </p:sp>
      <p:sp>
        <p:nvSpPr>
          <p:cNvPr id="173" name="visual-170">
            <a:extLst>
              <a:ext uri="{FF2B5EF4-FFF2-40B4-BE49-F238E27FC236}">
                <a16:creationId xmlns:a16="http://schemas.microsoft.com/office/drawing/2014/main" id="{34337B9A-E685-4063-83F6-E9AF65E25196}"/>
              </a:ext>
            </a:extLst>
          </p:cNvPr>
          <p:cNvSpPr>
            <a:spLocks noGrp="1"/>
          </p:cNvSpPr>
          <p:nvPr/>
        </p:nvSpPr>
        <p:spPr>
          <a:xfrm>
            <a:off x="12266263" y="7511835"/>
            <a:ext cx="266377" cy="3018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i="1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4" name="visual-171">
            <a:extLst>
              <a:ext uri="{FF2B5EF4-FFF2-40B4-BE49-F238E27FC236}">
                <a16:creationId xmlns:a16="http://schemas.microsoft.com/office/drawing/2014/main" id="{5E761236-2040-4E56-AEEF-45EE62A07F98}"/>
              </a:ext>
            </a:extLst>
          </p:cNvPr>
          <p:cNvSpPr>
            <a:spLocks noGrp="1"/>
          </p:cNvSpPr>
          <p:nvPr/>
        </p:nvSpPr>
        <p:spPr>
          <a:xfrm>
            <a:off x="1087303" y="6464085"/>
            <a:ext cx="1340765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Squared RF</a:t>
            </a:r>
          </a:p>
        </p:txBody>
      </p:sp>
      <p:sp>
        <p:nvSpPr>
          <p:cNvPr id="175" name="visual-172">
            <a:extLst>
              <a:ext uri="{FF2B5EF4-FFF2-40B4-BE49-F238E27FC236}">
                <a16:creationId xmlns:a16="http://schemas.microsoft.com/office/drawing/2014/main" id="{3BE26339-A3DD-4E0D-9715-78FB0B2F5301}"/>
              </a:ext>
            </a:extLst>
          </p:cNvPr>
          <p:cNvSpPr>
            <a:spLocks noGrp="1"/>
          </p:cNvSpPr>
          <p:nvPr/>
        </p:nvSpPr>
        <p:spPr>
          <a:xfrm>
            <a:off x="1087303" y="6774858"/>
            <a:ext cx="1376282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at element i</a:t>
            </a:r>
          </a:p>
        </p:txBody>
      </p:sp>
      <p:sp>
        <p:nvSpPr>
          <p:cNvPr id="176" name="path-173">
            <a:extLst>
              <a:ext uri="{FF2B5EF4-FFF2-40B4-BE49-F238E27FC236}">
                <a16:creationId xmlns:a16="http://schemas.microsoft.com/office/drawing/2014/main" id="{AF9496FC-1716-4272-9E15-303302C9F0B0}"/>
              </a:ext>
            </a:extLst>
          </p:cNvPr>
          <p:cNvSpPr>
            <a:spLocks noGrp="1"/>
          </p:cNvSpPr>
          <p:nvPr/>
        </p:nvSpPr>
        <p:spPr>
          <a:xfrm>
            <a:off x="1096183" y="7387526"/>
            <a:ext cx="221981" cy="888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5718">
            <a:solidFill>
              <a:srgbClr val="246A96"/>
            </a:solidFill>
            <a:prstDash val="solid"/>
          </a:ln>
        </p:spPr>
      </p:sp>
      <p:sp>
        <p:nvSpPr>
          <p:cNvPr id="177" name="visual-174">
            <a:extLst>
              <a:ext uri="{FF2B5EF4-FFF2-40B4-BE49-F238E27FC236}">
                <a16:creationId xmlns:a16="http://schemas.microsoft.com/office/drawing/2014/main" id="{7E436A23-FDF5-4C5D-A33B-B6EC45AD1137}"/>
              </a:ext>
            </a:extLst>
          </p:cNvPr>
          <p:cNvSpPr>
            <a:spLocks noGrp="1"/>
          </p:cNvSpPr>
          <p:nvPr/>
        </p:nvSpPr>
        <p:spPr>
          <a:xfrm>
            <a:off x="1380318" y="7236579"/>
            <a:ext cx="1074388" cy="2930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Mean power</a:t>
            </a:r>
          </a:p>
        </p:txBody>
      </p:sp>
      <p:sp>
        <p:nvSpPr>
          <p:cNvPr id="178" name="visual-175">
            <a:extLst>
              <a:ext uri="{FF2B5EF4-FFF2-40B4-BE49-F238E27FC236}">
                <a16:creationId xmlns:a16="http://schemas.microsoft.com/office/drawing/2014/main" id="{F34C7970-16CE-4877-AA34-A3FCBC1088E2}"/>
              </a:ext>
            </a:extLst>
          </p:cNvPr>
          <p:cNvSpPr>
            <a:spLocks noGrp="1"/>
          </p:cNvSpPr>
          <p:nvPr/>
        </p:nvSpPr>
        <p:spPr>
          <a:xfrm>
            <a:off x="2081777" y="7822609"/>
            <a:ext cx="1029992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kT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79" name="visual-176">
            <a:extLst>
              <a:ext uri="{FF2B5EF4-FFF2-40B4-BE49-F238E27FC236}">
                <a16:creationId xmlns:a16="http://schemas.microsoft.com/office/drawing/2014/main" id="{0E47B9B8-5395-41BA-A441-5A1ADEBF6F38}"/>
              </a:ext>
            </a:extLst>
          </p:cNvPr>
          <p:cNvSpPr>
            <a:spLocks noGrp="1"/>
          </p:cNvSpPr>
          <p:nvPr/>
        </p:nvSpPr>
        <p:spPr>
          <a:xfrm>
            <a:off x="11058687" y="7822609"/>
            <a:ext cx="173145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(k + 1)T</a:t>
            </a:r>
            <a:r>
              <a:rPr sz="1409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80" name="path-177">
            <a:extLst>
              <a:ext uri="{FF2B5EF4-FFF2-40B4-BE49-F238E27FC236}">
                <a16:creationId xmlns:a16="http://schemas.microsoft.com/office/drawing/2014/main" id="{98A2C414-DA2F-4A95-9251-DEC17C31F898}"/>
              </a:ext>
            </a:extLst>
          </p:cNvPr>
          <p:cNvSpPr>
            <a:spLocks noGrp="1"/>
          </p:cNvSpPr>
          <p:nvPr/>
        </p:nvSpPr>
        <p:spPr>
          <a:xfrm>
            <a:off x="3542639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1" name="path-178">
            <a:extLst>
              <a:ext uri="{FF2B5EF4-FFF2-40B4-BE49-F238E27FC236}">
                <a16:creationId xmlns:a16="http://schemas.microsoft.com/office/drawing/2014/main" id="{951FC7CA-91EC-4C8B-93FB-D028D438970F}"/>
              </a:ext>
            </a:extLst>
          </p:cNvPr>
          <p:cNvSpPr>
            <a:spLocks noGrp="1"/>
          </p:cNvSpPr>
          <p:nvPr/>
        </p:nvSpPr>
        <p:spPr>
          <a:xfrm>
            <a:off x="3542638" y="7999934"/>
            <a:ext cx="1004789" cy="45719"/>
          </a:xfrm>
          <a:custGeom>
            <a:avLst/>
            <a:gdLst/>
            <a:ahLst/>
            <a:cxnLst/>
            <a:rect l="0" t="0" r="0" b="0"/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2" name="path-179">
            <a:extLst>
              <a:ext uri="{FF2B5EF4-FFF2-40B4-BE49-F238E27FC236}">
                <a16:creationId xmlns:a16="http://schemas.microsoft.com/office/drawing/2014/main" id="{40DEC428-17D7-4F3C-9B26-7CDE27266F55}"/>
              </a:ext>
            </a:extLst>
          </p:cNvPr>
          <p:cNvSpPr>
            <a:spLocks noGrp="1"/>
          </p:cNvSpPr>
          <p:nvPr/>
        </p:nvSpPr>
        <p:spPr>
          <a:xfrm>
            <a:off x="4535694" y="7928900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183" name="visual-180">
            <a:extLst>
              <a:ext uri="{FF2B5EF4-FFF2-40B4-BE49-F238E27FC236}">
                <a16:creationId xmlns:a16="http://schemas.microsoft.com/office/drawing/2014/main" id="{D2E8A7AF-892A-4E94-A1F6-A307F86CB0C3}"/>
              </a:ext>
            </a:extLst>
          </p:cNvPr>
          <p:cNvSpPr>
            <a:spLocks noGrp="1"/>
          </p:cNvSpPr>
          <p:nvPr/>
        </p:nvSpPr>
        <p:spPr>
          <a:xfrm>
            <a:off x="3158203" y="8133382"/>
            <a:ext cx="1758089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 err="1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Δt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460" baseline="-23000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/M</a:t>
            </a:r>
          </a:p>
        </p:txBody>
      </p:sp>
      <p:sp>
        <p:nvSpPr>
          <p:cNvPr id="184" name="visual-181">
            <a:extLst>
              <a:ext uri="{FF2B5EF4-FFF2-40B4-BE49-F238E27FC236}">
                <a16:creationId xmlns:a16="http://schemas.microsoft.com/office/drawing/2014/main" id="{C0CC2DC6-A8C6-4C36-93BE-314DFC3BD5E9}"/>
              </a:ext>
            </a:extLst>
          </p:cNvPr>
          <p:cNvSpPr>
            <a:spLocks noGrp="1"/>
          </p:cNvSpPr>
          <p:nvPr/>
        </p:nvSpPr>
        <p:spPr>
          <a:xfrm>
            <a:off x="4479171" y="8115622"/>
            <a:ext cx="2876873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 dirty="0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Integrate this area</a:t>
            </a:r>
          </a:p>
        </p:txBody>
      </p:sp>
      <p:sp>
        <p:nvSpPr>
          <p:cNvPr id="185" name="path-182">
            <a:extLst>
              <a:ext uri="{FF2B5EF4-FFF2-40B4-BE49-F238E27FC236}">
                <a16:creationId xmlns:a16="http://schemas.microsoft.com/office/drawing/2014/main" id="{74557EDC-A2D3-4BEE-B201-5FBB26E86365}"/>
              </a:ext>
            </a:extLst>
          </p:cNvPr>
          <p:cNvSpPr>
            <a:spLocks noGrp="1"/>
          </p:cNvSpPr>
          <p:nvPr/>
        </p:nvSpPr>
        <p:spPr>
          <a:xfrm>
            <a:off x="2339276" y="9500785"/>
            <a:ext cx="9633972" cy="888"/>
          </a:xfrm>
          <a:custGeom>
            <a:avLst/>
            <a:gdLst/>
            <a:ahLst/>
            <a:cxnLst/>
            <a:rect l="0" t="0" r="0" b="0"/>
            <a:pathLst>
              <a:path w="10334625" h="953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/>
          <a:ln w="13335">
            <a:solidFill>
              <a:srgbClr val="CCD9E2"/>
            </a:solidFill>
            <a:prstDash val="solid"/>
          </a:ln>
        </p:spPr>
      </p:sp>
      <p:sp>
        <p:nvSpPr>
          <p:cNvPr id="189" name="visual-186">
            <a:extLst>
              <a:ext uri="{FF2B5EF4-FFF2-40B4-BE49-F238E27FC236}">
                <a16:creationId xmlns:a16="http://schemas.microsoft.com/office/drawing/2014/main" id="{3ADE666F-EE34-46A7-9627-920C553F415E}"/>
              </a:ext>
            </a:extLst>
          </p:cNvPr>
          <p:cNvSpPr>
            <a:spLocks noGrp="1"/>
          </p:cNvSpPr>
          <p:nvPr/>
        </p:nvSpPr>
        <p:spPr>
          <a:xfrm>
            <a:off x="2931285" y="9042324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194" name="path-191">
            <a:extLst>
              <a:ext uri="{FF2B5EF4-FFF2-40B4-BE49-F238E27FC236}">
                <a16:creationId xmlns:a16="http://schemas.microsoft.com/office/drawing/2014/main" id="{100C5FB1-C3AF-4526-A995-49DDC0B563E7}"/>
              </a:ext>
            </a:extLst>
          </p:cNvPr>
          <p:cNvSpPr>
            <a:spLocks noGrp="1"/>
          </p:cNvSpPr>
          <p:nvPr/>
        </p:nvSpPr>
        <p:spPr>
          <a:xfrm>
            <a:off x="4053551" y="8490793"/>
            <a:ext cx="888" cy="231244"/>
          </a:xfrm>
          <a:custGeom>
            <a:avLst/>
            <a:gdLst/>
            <a:ahLst/>
            <a:cxnLst/>
            <a:rect l="0" t="0" r="0" b="0"/>
            <a:pathLst>
              <a:path w="953" h="248062">
                <a:moveTo>
                  <a:pt x="0" y="0"/>
                </a:moveTo>
                <a:lnTo>
                  <a:pt x="0" y="248062"/>
                </a:lnTo>
              </a:path>
            </a:pathLst>
          </a:custGeom>
          <a:noFill/>
          <a:ln w="16193">
            <a:solidFill>
              <a:srgbClr val="246A96"/>
            </a:solidFill>
            <a:prstDash val="solid"/>
          </a:ln>
        </p:spPr>
      </p:sp>
      <p:sp>
        <p:nvSpPr>
          <p:cNvPr id="195" name="path-192">
            <a:extLst>
              <a:ext uri="{FF2B5EF4-FFF2-40B4-BE49-F238E27FC236}">
                <a16:creationId xmlns:a16="http://schemas.microsoft.com/office/drawing/2014/main" id="{D15009B5-BCFE-4AFF-9414-8B6262A85320}"/>
              </a:ext>
            </a:extLst>
          </p:cNvPr>
          <p:cNvSpPr>
            <a:spLocks noGrp="1"/>
          </p:cNvSpPr>
          <p:nvPr/>
        </p:nvSpPr>
        <p:spPr>
          <a:xfrm>
            <a:off x="4025137" y="8707830"/>
            <a:ext cx="56827" cy="71034"/>
          </a:xfrm>
          <a:custGeom>
            <a:avLst/>
            <a:gdLst/>
            <a:ahLst/>
            <a:cxnLst/>
            <a:rect l="0" t="0" r="0" b="0"/>
            <a:pathLst>
              <a:path w="60960" h="76200">
                <a:moveTo>
                  <a:pt x="30480" y="76200"/>
                </a:move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202" name="visual-199">
            <a:extLst>
              <a:ext uri="{FF2B5EF4-FFF2-40B4-BE49-F238E27FC236}">
                <a16:creationId xmlns:a16="http://schemas.microsoft.com/office/drawing/2014/main" id="{8019D39F-1432-48FE-9AD8-6F7D09EFFC74}"/>
              </a:ext>
            </a:extLst>
          </p:cNvPr>
          <p:cNvSpPr>
            <a:spLocks noGrp="1"/>
          </p:cNvSpPr>
          <p:nvPr/>
        </p:nvSpPr>
        <p:spPr>
          <a:xfrm>
            <a:off x="2898668" y="9589577"/>
            <a:ext cx="8763807" cy="346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One energy sample per subslot</a:t>
            </a:r>
          </a:p>
        </p:txBody>
      </p:sp>
      <p:sp>
        <p:nvSpPr>
          <p:cNvPr id="203" name="visual-200">
            <a:extLst>
              <a:ext uri="{FF2B5EF4-FFF2-40B4-BE49-F238E27FC236}">
                <a16:creationId xmlns:a16="http://schemas.microsoft.com/office/drawing/2014/main" id="{7F96B6C1-8F0C-477B-9681-EF16C1126DC7}"/>
              </a:ext>
            </a:extLst>
          </p:cNvPr>
          <p:cNvSpPr>
            <a:spLocks noGrp="1"/>
          </p:cNvSpPr>
          <p:nvPr/>
        </p:nvSpPr>
        <p:spPr>
          <a:xfrm>
            <a:off x="3662282" y="9962504"/>
            <a:ext cx="7254337" cy="3196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Sample indexed at its midpoint t</a:t>
            </a:r>
            <a:r>
              <a:rPr sz="1409" baseline="-230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k,m</a:t>
            </a:r>
          </a:p>
        </p:txBody>
      </p:sp>
      <p:sp>
        <p:nvSpPr>
          <p:cNvPr id="204" name="visual-201">
            <a:extLst>
              <a:ext uri="{FF2B5EF4-FFF2-40B4-BE49-F238E27FC236}">
                <a16:creationId xmlns:a16="http://schemas.microsoft.com/office/drawing/2014/main" id="{79BD3A46-E9C4-422D-B37B-79A2A19C737D}"/>
              </a:ext>
            </a:extLst>
          </p:cNvPr>
          <p:cNvSpPr>
            <a:spLocks noGrp="1"/>
          </p:cNvSpPr>
          <p:nvPr/>
        </p:nvSpPr>
        <p:spPr>
          <a:xfrm>
            <a:off x="13038757" y="5309784"/>
            <a:ext cx="3116612" cy="372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75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7" b="1">
                <a:solidFill>
                  <a:srgbClr val="246A96"/>
                </a:solidFill>
                <a:latin typeface="Times New Roman"/>
                <a:ea typeface="Times New Roman"/>
                <a:cs typeface="Times New Roman"/>
              </a:rPr>
              <a:t>Retain the full pattern</a:t>
            </a:r>
          </a:p>
        </p:txBody>
      </p:sp>
      <p:sp>
        <p:nvSpPr>
          <p:cNvPr id="205" name="path-202">
            <a:extLst>
              <a:ext uri="{FF2B5EF4-FFF2-40B4-BE49-F238E27FC236}">
                <a16:creationId xmlns:a16="http://schemas.microsoft.com/office/drawing/2014/main" id="{9FF96C7C-24EF-475E-A6CF-7BEB8387CA2C}"/>
              </a:ext>
            </a:extLst>
          </p:cNvPr>
          <p:cNvSpPr>
            <a:spLocks noGrp="1"/>
          </p:cNvSpPr>
          <p:nvPr/>
        </p:nvSpPr>
        <p:spPr>
          <a:xfrm>
            <a:off x="1339392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7" name="path-204">
            <a:extLst>
              <a:ext uri="{FF2B5EF4-FFF2-40B4-BE49-F238E27FC236}">
                <a16:creationId xmlns:a16="http://schemas.microsoft.com/office/drawing/2014/main" id="{0707ABB8-DB8F-487A-88C0-1E2ED9983FEA}"/>
              </a:ext>
            </a:extLst>
          </p:cNvPr>
          <p:cNvSpPr>
            <a:spLocks noGrp="1"/>
          </p:cNvSpPr>
          <p:nvPr/>
        </p:nvSpPr>
        <p:spPr>
          <a:xfrm>
            <a:off x="13820129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8" name="path-205">
            <a:extLst>
              <a:ext uri="{FF2B5EF4-FFF2-40B4-BE49-F238E27FC236}">
                <a16:creationId xmlns:a16="http://schemas.microsoft.com/office/drawing/2014/main" id="{FB3C05F5-A496-4DAD-A7C0-41732FDA33AA}"/>
              </a:ext>
            </a:extLst>
          </p:cNvPr>
          <p:cNvSpPr>
            <a:spLocks noGrp="1"/>
          </p:cNvSpPr>
          <p:nvPr/>
        </p:nvSpPr>
        <p:spPr>
          <a:xfrm>
            <a:off x="1403323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09" name="path-206">
            <a:extLst>
              <a:ext uri="{FF2B5EF4-FFF2-40B4-BE49-F238E27FC236}">
                <a16:creationId xmlns:a16="http://schemas.microsoft.com/office/drawing/2014/main" id="{4FF21ACA-5F35-4F6B-8986-6EAE7DA890C3}"/>
              </a:ext>
            </a:extLst>
          </p:cNvPr>
          <p:cNvSpPr>
            <a:spLocks noGrp="1"/>
          </p:cNvSpPr>
          <p:nvPr/>
        </p:nvSpPr>
        <p:spPr>
          <a:xfrm>
            <a:off x="1424633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0" name="path-207">
            <a:extLst>
              <a:ext uri="{FF2B5EF4-FFF2-40B4-BE49-F238E27FC236}">
                <a16:creationId xmlns:a16="http://schemas.microsoft.com/office/drawing/2014/main" id="{C4F1E675-60D7-4D50-8064-90587D0B9620}"/>
              </a:ext>
            </a:extLst>
          </p:cNvPr>
          <p:cNvSpPr>
            <a:spLocks noGrp="1"/>
          </p:cNvSpPr>
          <p:nvPr/>
        </p:nvSpPr>
        <p:spPr>
          <a:xfrm>
            <a:off x="1445943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1" name="path-208">
            <a:extLst>
              <a:ext uri="{FF2B5EF4-FFF2-40B4-BE49-F238E27FC236}">
                <a16:creationId xmlns:a16="http://schemas.microsoft.com/office/drawing/2014/main" id="{EB7AA31C-ED5B-495D-B004-A1BCA2E7C087}"/>
              </a:ext>
            </a:extLst>
          </p:cNvPr>
          <p:cNvSpPr>
            <a:spLocks noGrp="1"/>
          </p:cNvSpPr>
          <p:nvPr/>
        </p:nvSpPr>
        <p:spPr>
          <a:xfrm>
            <a:off x="14672536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2" name="path-209">
            <a:extLst>
              <a:ext uri="{FF2B5EF4-FFF2-40B4-BE49-F238E27FC236}">
                <a16:creationId xmlns:a16="http://schemas.microsoft.com/office/drawing/2014/main" id="{431EECBF-2B48-4CEA-AB71-56D6F6197C3D}"/>
              </a:ext>
            </a:extLst>
          </p:cNvPr>
          <p:cNvSpPr>
            <a:spLocks noGrp="1"/>
          </p:cNvSpPr>
          <p:nvPr/>
        </p:nvSpPr>
        <p:spPr>
          <a:xfrm>
            <a:off x="1488563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3" name="path-210">
            <a:extLst>
              <a:ext uri="{FF2B5EF4-FFF2-40B4-BE49-F238E27FC236}">
                <a16:creationId xmlns:a16="http://schemas.microsoft.com/office/drawing/2014/main" id="{0850F9A1-1F1D-4DD2-8090-08DB10C8F8FD}"/>
              </a:ext>
            </a:extLst>
          </p:cNvPr>
          <p:cNvSpPr>
            <a:spLocks noGrp="1"/>
          </p:cNvSpPr>
          <p:nvPr/>
        </p:nvSpPr>
        <p:spPr>
          <a:xfrm>
            <a:off x="15098740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4" name="path-211">
            <a:extLst>
              <a:ext uri="{FF2B5EF4-FFF2-40B4-BE49-F238E27FC236}">
                <a16:creationId xmlns:a16="http://schemas.microsoft.com/office/drawing/2014/main" id="{903ABD25-E7F1-4D39-9C8B-C48D12462F17}"/>
              </a:ext>
            </a:extLst>
          </p:cNvPr>
          <p:cNvSpPr>
            <a:spLocks noGrp="1"/>
          </p:cNvSpPr>
          <p:nvPr/>
        </p:nvSpPr>
        <p:spPr>
          <a:xfrm>
            <a:off x="15311841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5" name="path-212">
            <a:extLst>
              <a:ext uri="{FF2B5EF4-FFF2-40B4-BE49-F238E27FC236}">
                <a16:creationId xmlns:a16="http://schemas.microsoft.com/office/drawing/2014/main" id="{2E25A650-7FAB-4ED1-88A7-248475CCB60B}"/>
              </a:ext>
            </a:extLst>
          </p:cNvPr>
          <p:cNvSpPr>
            <a:spLocks noGrp="1"/>
          </p:cNvSpPr>
          <p:nvPr/>
        </p:nvSpPr>
        <p:spPr>
          <a:xfrm>
            <a:off x="15524943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6" name="path-213">
            <a:extLst>
              <a:ext uri="{FF2B5EF4-FFF2-40B4-BE49-F238E27FC236}">
                <a16:creationId xmlns:a16="http://schemas.microsoft.com/office/drawing/2014/main" id="{756439CF-CB40-458F-832F-798FFD943376}"/>
              </a:ext>
            </a:extLst>
          </p:cNvPr>
          <p:cNvSpPr>
            <a:spLocks noGrp="1"/>
          </p:cNvSpPr>
          <p:nvPr/>
        </p:nvSpPr>
        <p:spPr>
          <a:xfrm>
            <a:off x="15738045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7" name="path-214">
            <a:extLst>
              <a:ext uri="{FF2B5EF4-FFF2-40B4-BE49-F238E27FC236}">
                <a16:creationId xmlns:a16="http://schemas.microsoft.com/office/drawing/2014/main" id="{C94F6480-92ED-4D57-9B49-E301AFEF0B14}"/>
              </a:ext>
            </a:extLst>
          </p:cNvPr>
          <p:cNvSpPr>
            <a:spLocks noGrp="1"/>
          </p:cNvSpPr>
          <p:nvPr/>
        </p:nvSpPr>
        <p:spPr>
          <a:xfrm>
            <a:off x="1339392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8CDD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19" name="path-216">
            <a:extLst>
              <a:ext uri="{FF2B5EF4-FFF2-40B4-BE49-F238E27FC236}">
                <a16:creationId xmlns:a16="http://schemas.microsoft.com/office/drawing/2014/main" id="{0C081246-D774-4CC8-AA2B-BFCB2047DA64}"/>
              </a:ext>
            </a:extLst>
          </p:cNvPr>
          <p:cNvSpPr>
            <a:spLocks noGrp="1"/>
          </p:cNvSpPr>
          <p:nvPr/>
        </p:nvSpPr>
        <p:spPr>
          <a:xfrm>
            <a:off x="13820129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0" name="path-217">
            <a:extLst>
              <a:ext uri="{FF2B5EF4-FFF2-40B4-BE49-F238E27FC236}">
                <a16:creationId xmlns:a16="http://schemas.microsoft.com/office/drawing/2014/main" id="{AD69E60A-9C77-4B3A-82CB-6509EEF44847}"/>
              </a:ext>
            </a:extLst>
          </p:cNvPr>
          <p:cNvSpPr>
            <a:spLocks noGrp="1"/>
          </p:cNvSpPr>
          <p:nvPr/>
        </p:nvSpPr>
        <p:spPr>
          <a:xfrm>
            <a:off x="1403323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9CE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1" name="path-218">
            <a:extLst>
              <a:ext uri="{FF2B5EF4-FFF2-40B4-BE49-F238E27FC236}">
                <a16:creationId xmlns:a16="http://schemas.microsoft.com/office/drawing/2014/main" id="{DA44EA3F-1FD3-4D9B-91AE-FDCEBB3A81B4}"/>
              </a:ext>
            </a:extLst>
          </p:cNvPr>
          <p:cNvSpPr>
            <a:spLocks noGrp="1"/>
          </p:cNvSpPr>
          <p:nvPr/>
        </p:nvSpPr>
        <p:spPr>
          <a:xfrm>
            <a:off x="1424633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792A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2" name="path-219">
            <a:extLst>
              <a:ext uri="{FF2B5EF4-FFF2-40B4-BE49-F238E27FC236}">
                <a16:creationId xmlns:a16="http://schemas.microsoft.com/office/drawing/2014/main" id="{9B9960B2-2C0B-4B26-A4C8-3FF4AF486CE7}"/>
              </a:ext>
            </a:extLst>
          </p:cNvPr>
          <p:cNvSpPr>
            <a:spLocks noGrp="1"/>
          </p:cNvSpPr>
          <p:nvPr/>
        </p:nvSpPr>
        <p:spPr>
          <a:xfrm>
            <a:off x="1445943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3" name="path-220">
            <a:extLst>
              <a:ext uri="{FF2B5EF4-FFF2-40B4-BE49-F238E27FC236}">
                <a16:creationId xmlns:a16="http://schemas.microsoft.com/office/drawing/2014/main" id="{D191754F-60F3-44BE-ACB8-0098E6E5DFC0}"/>
              </a:ext>
            </a:extLst>
          </p:cNvPr>
          <p:cNvSpPr>
            <a:spLocks noGrp="1"/>
          </p:cNvSpPr>
          <p:nvPr/>
        </p:nvSpPr>
        <p:spPr>
          <a:xfrm>
            <a:off x="14672536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4" name="path-221">
            <a:extLst>
              <a:ext uri="{FF2B5EF4-FFF2-40B4-BE49-F238E27FC236}">
                <a16:creationId xmlns:a16="http://schemas.microsoft.com/office/drawing/2014/main" id="{A8A347D8-C89E-4EA8-8030-1E9A994354CD}"/>
              </a:ext>
            </a:extLst>
          </p:cNvPr>
          <p:cNvSpPr>
            <a:spLocks noGrp="1"/>
          </p:cNvSpPr>
          <p:nvPr/>
        </p:nvSpPr>
        <p:spPr>
          <a:xfrm>
            <a:off x="1488563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DD1D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5" name="path-222">
            <a:extLst>
              <a:ext uri="{FF2B5EF4-FFF2-40B4-BE49-F238E27FC236}">
                <a16:creationId xmlns:a16="http://schemas.microsoft.com/office/drawing/2014/main" id="{B9562C8E-0078-4E32-B846-6F2518024D04}"/>
              </a:ext>
            </a:extLst>
          </p:cNvPr>
          <p:cNvSpPr>
            <a:spLocks noGrp="1"/>
          </p:cNvSpPr>
          <p:nvPr/>
        </p:nvSpPr>
        <p:spPr>
          <a:xfrm>
            <a:off x="15098740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6" name="path-223">
            <a:extLst>
              <a:ext uri="{FF2B5EF4-FFF2-40B4-BE49-F238E27FC236}">
                <a16:creationId xmlns:a16="http://schemas.microsoft.com/office/drawing/2014/main" id="{A7CC0CB1-96BC-413D-AE81-CE89FB4751A8}"/>
              </a:ext>
            </a:extLst>
          </p:cNvPr>
          <p:cNvSpPr>
            <a:spLocks noGrp="1"/>
          </p:cNvSpPr>
          <p:nvPr/>
        </p:nvSpPr>
        <p:spPr>
          <a:xfrm>
            <a:off x="15311841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7" name="path-224">
            <a:extLst>
              <a:ext uri="{FF2B5EF4-FFF2-40B4-BE49-F238E27FC236}">
                <a16:creationId xmlns:a16="http://schemas.microsoft.com/office/drawing/2014/main" id="{1BE63697-5AE8-478D-BD34-0966AB505B16}"/>
              </a:ext>
            </a:extLst>
          </p:cNvPr>
          <p:cNvSpPr>
            <a:spLocks noGrp="1"/>
          </p:cNvSpPr>
          <p:nvPr/>
        </p:nvSpPr>
        <p:spPr>
          <a:xfrm>
            <a:off x="15524943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3C9D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8" name="path-225">
            <a:extLst>
              <a:ext uri="{FF2B5EF4-FFF2-40B4-BE49-F238E27FC236}">
                <a16:creationId xmlns:a16="http://schemas.microsoft.com/office/drawing/2014/main" id="{1A0418B3-742E-4684-B155-3E8A103D6260}"/>
              </a:ext>
            </a:extLst>
          </p:cNvPr>
          <p:cNvSpPr>
            <a:spLocks noGrp="1"/>
          </p:cNvSpPr>
          <p:nvPr/>
        </p:nvSpPr>
        <p:spPr>
          <a:xfrm>
            <a:off x="15738045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F8BA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29" name="path-226">
            <a:extLst>
              <a:ext uri="{FF2B5EF4-FFF2-40B4-BE49-F238E27FC236}">
                <a16:creationId xmlns:a16="http://schemas.microsoft.com/office/drawing/2014/main" id="{54DF4B84-F4DE-49C4-A6E0-A6A2CE796FD6}"/>
              </a:ext>
            </a:extLst>
          </p:cNvPr>
          <p:cNvSpPr>
            <a:spLocks noGrp="1"/>
          </p:cNvSpPr>
          <p:nvPr/>
        </p:nvSpPr>
        <p:spPr>
          <a:xfrm>
            <a:off x="1339392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1" name="path-228">
            <a:extLst>
              <a:ext uri="{FF2B5EF4-FFF2-40B4-BE49-F238E27FC236}">
                <a16:creationId xmlns:a16="http://schemas.microsoft.com/office/drawing/2014/main" id="{A3360EEB-D9AA-45C4-B033-921F5A18F457}"/>
              </a:ext>
            </a:extLst>
          </p:cNvPr>
          <p:cNvSpPr>
            <a:spLocks noGrp="1"/>
          </p:cNvSpPr>
          <p:nvPr/>
        </p:nvSpPr>
        <p:spPr>
          <a:xfrm>
            <a:off x="13820129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8D9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2" name="path-229">
            <a:extLst>
              <a:ext uri="{FF2B5EF4-FFF2-40B4-BE49-F238E27FC236}">
                <a16:creationId xmlns:a16="http://schemas.microsoft.com/office/drawing/2014/main" id="{E718D3F1-FCFE-47DA-8E53-91B60E011ADA}"/>
              </a:ext>
            </a:extLst>
          </p:cNvPr>
          <p:cNvSpPr>
            <a:spLocks noGrp="1"/>
          </p:cNvSpPr>
          <p:nvPr/>
        </p:nvSpPr>
        <p:spPr>
          <a:xfrm>
            <a:off x="1403323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AABC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3" name="path-230">
            <a:extLst>
              <a:ext uri="{FF2B5EF4-FFF2-40B4-BE49-F238E27FC236}">
                <a16:creationId xmlns:a16="http://schemas.microsoft.com/office/drawing/2014/main" id="{DF6CA084-178C-492D-B4AC-5E76AA043AD6}"/>
              </a:ext>
            </a:extLst>
          </p:cNvPr>
          <p:cNvSpPr>
            <a:spLocks noGrp="1"/>
          </p:cNvSpPr>
          <p:nvPr/>
        </p:nvSpPr>
        <p:spPr>
          <a:xfrm>
            <a:off x="1424633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B719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4" name="path-231">
            <a:extLst>
              <a:ext uri="{FF2B5EF4-FFF2-40B4-BE49-F238E27FC236}">
                <a16:creationId xmlns:a16="http://schemas.microsoft.com/office/drawing/2014/main" id="{35EDD18A-DB29-4240-8398-E7D73DF1F95B}"/>
              </a:ext>
            </a:extLst>
          </p:cNvPr>
          <p:cNvSpPr>
            <a:spLocks noGrp="1"/>
          </p:cNvSpPr>
          <p:nvPr/>
        </p:nvSpPr>
        <p:spPr>
          <a:xfrm>
            <a:off x="1445943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5" name="path-232">
            <a:extLst>
              <a:ext uri="{FF2B5EF4-FFF2-40B4-BE49-F238E27FC236}">
                <a16:creationId xmlns:a16="http://schemas.microsoft.com/office/drawing/2014/main" id="{16736BC8-8C77-4459-8DC7-06292733D613}"/>
              </a:ext>
            </a:extLst>
          </p:cNvPr>
          <p:cNvSpPr>
            <a:spLocks noGrp="1"/>
          </p:cNvSpPr>
          <p:nvPr/>
        </p:nvSpPr>
        <p:spPr>
          <a:xfrm>
            <a:off x="14672536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6" name="path-233">
            <a:extLst>
              <a:ext uri="{FF2B5EF4-FFF2-40B4-BE49-F238E27FC236}">
                <a16:creationId xmlns:a16="http://schemas.microsoft.com/office/drawing/2014/main" id="{7E15F708-18F7-40B6-B79E-54535952E845}"/>
              </a:ext>
            </a:extLst>
          </p:cNvPr>
          <p:cNvSpPr>
            <a:spLocks noGrp="1"/>
          </p:cNvSpPr>
          <p:nvPr/>
        </p:nvSpPr>
        <p:spPr>
          <a:xfrm>
            <a:off x="1488563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F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7" name="path-234">
            <a:extLst>
              <a:ext uri="{FF2B5EF4-FFF2-40B4-BE49-F238E27FC236}">
                <a16:creationId xmlns:a16="http://schemas.microsoft.com/office/drawing/2014/main" id="{4F3CFFC0-D9E5-4618-B090-764D2DDBBABD}"/>
              </a:ext>
            </a:extLst>
          </p:cNvPr>
          <p:cNvSpPr>
            <a:spLocks noGrp="1"/>
          </p:cNvSpPr>
          <p:nvPr/>
        </p:nvSpPr>
        <p:spPr>
          <a:xfrm>
            <a:off x="15098740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8" name="path-235">
            <a:extLst>
              <a:ext uri="{FF2B5EF4-FFF2-40B4-BE49-F238E27FC236}">
                <a16:creationId xmlns:a16="http://schemas.microsoft.com/office/drawing/2014/main" id="{0C03BAC7-661D-4CDD-8759-2FCC376EA4E2}"/>
              </a:ext>
            </a:extLst>
          </p:cNvPr>
          <p:cNvSpPr>
            <a:spLocks noGrp="1"/>
          </p:cNvSpPr>
          <p:nvPr/>
        </p:nvSpPr>
        <p:spPr>
          <a:xfrm>
            <a:off x="15311841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5D7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39" name="path-236">
            <a:extLst>
              <a:ext uri="{FF2B5EF4-FFF2-40B4-BE49-F238E27FC236}">
                <a16:creationId xmlns:a16="http://schemas.microsoft.com/office/drawing/2014/main" id="{8B8A0C85-1D5E-4A4C-A95F-D33E5A7A9B44}"/>
              </a:ext>
            </a:extLst>
          </p:cNvPr>
          <p:cNvSpPr>
            <a:spLocks noGrp="1"/>
          </p:cNvSpPr>
          <p:nvPr/>
        </p:nvSpPr>
        <p:spPr>
          <a:xfrm>
            <a:off x="15524943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1A5B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0" name="path-237">
            <a:extLst>
              <a:ext uri="{FF2B5EF4-FFF2-40B4-BE49-F238E27FC236}">
                <a16:creationId xmlns:a16="http://schemas.microsoft.com/office/drawing/2014/main" id="{20F84EAF-C54F-4D9F-8DB1-A9A2ECA54194}"/>
              </a:ext>
            </a:extLst>
          </p:cNvPr>
          <p:cNvSpPr>
            <a:spLocks noGrp="1"/>
          </p:cNvSpPr>
          <p:nvPr/>
        </p:nvSpPr>
        <p:spPr>
          <a:xfrm>
            <a:off x="15738045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86F9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1" name="path-238">
            <a:extLst>
              <a:ext uri="{FF2B5EF4-FFF2-40B4-BE49-F238E27FC236}">
                <a16:creationId xmlns:a16="http://schemas.microsoft.com/office/drawing/2014/main" id="{4696F3AD-6D16-4494-8128-FE6AAD0DA4E2}"/>
              </a:ext>
            </a:extLst>
          </p:cNvPr>
          <p:cNvSpPr>
            <a:spLocks noGrp="1"/>
          </p:cNvSpPr>
          <p:nvPr/>
        </p:nvSpPr>
        <p:spPr>
          <a:xfrm>
            <a:off x="1339392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3" name="path-240">
            <a:extLst>
              <a:ext uri="{FF2B5EF4-FFF2-40B4-BE49-F238E27FC236}">
                <a16:creationId xmlns:a16="http://schemas.microsoft.com/office/drawing/2014/main" id="{88B30EE5-5B42-42D7-9113-1D8562D48CBA}"/>
              </a:ext>
            </a:extLst>
          </p:cNvPr>
          <p:cNvSpPr>
            <a:spLocks noGrp="1"/>
          </p:cNvSpPr>
          <p:nvPr/>
        </p:nvSpPr>
        <p:spPr>
          <a:xfrm>
            <a:off x="13820129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9C2D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4" name="path-241">
            <a:extLst>
              <a:ext uri="{FF2B5EF4-FFF2-40B4-BE49-F238E27FC236}">
                <a16:creationId xmlns:a16="http://schemas.microsoft.com/office/drawing/2014/main" id="{09E7F508-8A4E-46EF-80CE-F5391DD8EC84}"/>
              </a:ext>
            </a:extLst>
          </p:cNvPr>
          <p:cNvSpPr>
            <a:spLocks noGrp="1"/>
          </p:cNvSpPr>
          <p:nvPr/>
        </p:nvSpPr>
        <p:spPr>
          <a:xfrm>
            <a:off x="1403323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282A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5" name="path-242">
            <a:extLst>
              <a:ext uri="{FF2B5EF4-FFF2-40B4-BE49-F238E27FC236}">
                <a16:creationId xmlns:a16="http://schemas.microsoft.com/office/drawing/2014/main" id="{2BB86E1B-7150-437E-AA04-F8EAE952BF96}"/>
              </a:ext>
            </a:extLst>
          </p:cNvPr>
          <p:cNvSpPr>
            <a:spLocks noGrp="1"/>
          </p:cNvSpPr>
          <p:nvPr/>
        </p:nvSpPr>
        <p:spPr>
          <a:xfrm>
            <a:off x="1424633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A70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6" name="path-243">
            <a:extLst>
              <a:ext uri="{FF2B5EF4-FFF2-40B4-BE49-F238E27FC236}">
                <a16:creationId xmlns:a16="http://schemas.microsoft.com/office/drawing/2014/main" id="{B38FC2CB-F2AF-4742-AC29-A5C791298CB6}"/>
              </a:ext>
            </a:extLst>
          </p:cNvPr>
          <p:cNvSpPr>
            <a:spLocks noGrp="1"/>
          </p:cNvSpPr>
          <p:nvPr/>
        </p:nvSpPr>
        <p:spPr>
          <a:xfrm>
            <a:off x="1445943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6A8B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7" name="path-244">
            <a:extLst>
              <a:ext uri="{FF2B5EF4-FFF2-40B4-BE49-F238E27FC236}">
                <a16:creationId xmlns:a16="http://schemas.microsoft.com/office/drawing/2014/main" id="{94ECA86C-D002-4EF9-AB70-9279C17DEBF8}"/>
              </a:ext>
            </a:extLst>
          </p:cNvPr>
          <p:cNvSpPr>
            <a:spLocks noGrp="1"/>
          </p:cNvSpPr>
          <p:nvPr/>
        </p:nvSpPr>
        <p:spPr>
          <a:xfrm>
            <a:off x="14672536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7D8E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8" name="path-245">
            <a:extLst>
              <a:ext uri="{FF2B5EF4-FFF2-40B4-BE49-F238E27FC236}">
                <a16:creationId xmlns:a16="http://schemas.microsoft.com/office/drawing/2014/main" id="{E27F66F2-4575-45DA-9412-493071161874}"/>
              </a:ext>
            </a:extLst>
          </p:cNvPr>
          <p:cNvSpPr>
            <a:spLocks noGrp="1"/>
          </p:cNvSpPr>
          <p:nvPr/>
        </p:nvSpPr>
        <p:spPr>
          <a:xfrm>
            <a:off x="1488563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49" name="path-246">
            <a:extLst>
              <a:ext uri="{FF2B5EF4-FFF2-40B4-BE49-F238E27FC236}">
                <a16:creationId xmlns:a16="http://schemas.microsoft.com/office/drawing/2014/main" id="{0711E4D6-CDFC-4A59-B920-AE00DE45235F}"/>
              </a:ext>
            </a:extLst>
          </p:cNvPr>
          <p:cNvSpPr>
            <a:spLocks noGrp="1"/>
          </p:cNvSpPr>
          <p:nvPr/>
        </p:nvSpPr>
        <p:spPr>
          <a:xfrm>
            <a:off x="15098740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0" name="path-247">
            <a:extLst>
              <a:ext uri="{FF2B5EF4-FFF2-40B4-BE49-F238E27FC236}">
                <a16:creationId xmlns:a16="http://schemas.microsoft.com/office/drawing/2014/main" id="{32920BB1-1D25-49CB-A0DE-975640B0E304}"/>
              </a:ext>
            </a:extLst>
          </p:cNvPr>
          <p:cNvSpPr>
            <a:spLocks noGrp="1"/>
          </p:cNvSpPr>
          <p:nvPr/>
        </p:nvSpPr>
        <p:spPr>
          <a:xfrm>
            <a:off x="15311841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1BCC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1" name="path-248">
            <a:extLst>
              <a:ext uri="{FF2B5EF4-FFF2-40B4-BE49-F238E27FC236}">
                <a16:creationId xmlns:a16="http://schemas.microsoft.com/office/drawing/2014/main" id="{544E6C35-6A2B-4124-AFA2-84254FDBF069}"/>
              </a:ext>
            </a:extLst>
          </p:cNvPr>
          <p:cNvSpPr>
            <a:spLocks noGrp="1"/>
          </p:cNvSpPr>
          <p:nvPr/>
        </p:nvSpPr>
        <p:spPr>
          <a:xfrm>
            <a:off x="15524943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B7D9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2" name="path-249">
            <a:extLst>
              <a:ext uri="{FF2B5EF4-FFF2-40B4-BE49-F238E27FC236}">
                <a16:creationId xmlns:a16="http://schemas.microsoft.com/office/drawing/2014/main" id="{5C2BEFF0-0193-4524-AF20-92B65DA090A4}"/>
              </a:ext>
            </a:extLst>
          </p:cNvPr>
          <p:cNvSpPr>
            <a:spLocks noGrp="1"/>
          </p:cNvSpPr>
          <p:nvPr/>
        </p:nvSpPr>
        <p:spPr>
          <a:xfrm>
            <a:off x="15738045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E73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3" name="path-250">
            <a:extLst>
              <a:ext uri="{FF2B5EF4-FFF2-40B4-BE49-F238E27FC236}">
                <a16:creationId xmlns:a16="http://schemas.microsoft.com/office/drawing/2014/main" id="{CAE6394C-C36B-4F6B-A2F7-584E60561160}"/>
              </a:ext>
            </a:extLst>
          </p:cNvPr>
          <p:cNvSpPr>
            <a:spLocks noGrp="1"/>
          </p:cNvSpPr>
          <p:nvPr/>
        </p:nvSpPr>
        <p:spPr>
          <a:xfrm>
            <a:off x="1339392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5" name="path-252">
            <a:extLst>
              <a:ext uri="{FF2B5EF4-FFF2-40B4-BE49-F238E27FC236}">
                <a16:creationId xmlns:a16="http://schemas.microsoft.com/office/drawing/2014/main" id="{3FE8A893-73C5-4FFA-BBF1-662AD9A118A2}"/>
              </a:ext>
            </a:extLst>
          </p:cNvPr>
          <p:cNvSpPr>
            <a:spLocks noGrp="1"/>
          </p:cNvSpPr>
          <p:nvPr/>
        </p:nvSpPr>
        <p:spPr>
          <a:xfrm>
            <a:off x="13820129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29AB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6" name="path-253">
            <a:extLst>
              <a:ext uri="{FF2B5EF4-FFF2-40B4-BE49-F238E27FC236}">
                <a16:creationId xmlns:a16="http://schemas.microsoft.com/office/drawing/2014/main" id="{6D3A056E-302F-4803-BC42-20C536F02A8E}"/>
              </a:ext>
            </a:extLst>
          </p:cNvPr>
          <p:cNvSpPr>
            <a:spLocks noGrp="1"/>
          </p:cNvSpPr>
          <p:nvPr/>
        </p:nvSpPr>
        <p:spPr>
          <a:xfrm>
            <a:off x="1403323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7" name="path-254">
            <a:extLst>
              <a:ext uri="{FF2B5EF4-FFF2-40B4-BE49-F238E27FC236}">
                <a16:creationId xmlns:a16="http://schemas.microsoft.com/office/drawing/2014/main" id="{E33B8C70-3874-4528-9B4F-6DAFA66C366B}"/>
              </a:ext>
            </a:extLst>
          </p:cNvPr>
          <p:cNvSpPr>
            <a:spLocks noGrp="1"/>
          </p:cNvSpPr>
          <p:nvPr/>
        </p:nvSpPr>
        <p:spPr>
          <a:xfrm>
            <a:off x="1424633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48FA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8" name="path-255">
            <a:extLst>
              <a:ext uri="{FF2B5EF4-FFF2-40B4-BE49-F238E27FC236}">
                <a16:creationId xmlns:a16="http://schemas.microsoft.com/office/drawing/2014/main" id="{7864529E-D628-42C3-AE0B-7FAA5CD876CF}"/>
              </a:ext>
            </a:extLst>
          </p:cNvPr>
          <p:cNvSpPr>
            <a:spLocks noGrp="1"/>
          </p:cNvSpPr>
          <p:nvPr/>
        </p:nvSpPr>
        <p:spPr>
          <a:xfrm>
            <a:off x="1445943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59" name="path-256">
            <a:extLst>
              <a:ext uri="{FF2B5EF4-FFF2-40B4-BE49-F238E27FC236}">
                <a16:creationId xmlns:a16="http://schemas.microsoft.com/office/drawing/2014/main" id="{FB194D82-BE35-47F0-9EBC-B54B50C06CCE}"/>
              </a:ext>
            </a:extLst>
          </p:cNvPr>
          <p:cNvSpPr>
            <a:spLocks noGrp="1"/>
          </p:cNvSpPr>
          <p:nvPr/>
        </p:nvSpPr>
        <p:spPr>
          <a:xfrm>
            <a:off x="14672536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0" name="path-257">
            <a:extLst>
              <a:ext uri="{FF2B5EF4-FFF2-40B4-BE49-F238E27FC236}">
                <a16:creationId xmlns:a16="http://schemas.microsoft.com/office/drawing/2014/main" id="{816A66D4-AAEB-44E9-AC44-8A47810DF776}"/>
              </a:ext>
            </a:extLst>
          </p:cNvPr>
          <p:cNvSpPr>
            <a:spLocks noGrp="1"/>
          </p:cNvSpPr>
          <p:nvPr/>
        </p:nvSpPr>
        <p:spPr>
          <a:xfrm>
            <a:off x="1488563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1" name="path-258">
            <a:extLst>
              <a:ext uri="{FF2B5EF4-FFF2-40B4-BE49-F238E27FC236}">
                <a16:creationId xmlns:a16="http://schemas.microsoft.com/office/drawing/2014/main" id="{06D7380D-6A53-4BA2-8963-A97235FF6056}"/>
              </a:ext>
            </a:extLst>
          </p:cNvPr>
          <p:cNvSpPr>
            <a:spLocks noGrp="1"/>
          </p:cNvSpPr>
          <p:nvPr/>
        </p:nvSpPr>
        <p:spPr>
          <a:xfrm>
            <a:off x="15098740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ACFDB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2" name="path-259">
            <a:extLst>
              <a:ext uri="{FF2B5EF4-FFF2-40B4-BE49-F238E27FC236}">
                <a16:creationId xmlns:a16="http://schemas.microsoft.com/office/drawing/2014/main" id="{ABBFF461-3C13-4C59-87E7-1BA3BBDA51E9}"/>
              </a:ext>
            </a:extLst>
          </p:cNvPr>
          <p:cNvSpPr>
            <a:spLocks noGrp="1"/>
          </p:cNvSpPr>
          <p:nvPr/>
        </p:nvSpPr>
        <p:spPr>
          <a:xfrm>
            <a:off x="15311841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A93A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3" name="path-260">
            <a:extLst>
              <a:ext uri="{FF2B5EF4-FFF2-40B4-BE49-F238E27FC236}">
                <a16:creationId xmlns:a16="http://schemas.microsoft.com/office/drawing/2014/main" id="{6ED4C75B-CD8B-4229-AA0A-74F30A9C1A0F}"/>
              </a:ext>
            </a:extLst>
          </p:cNvPr>
          <p:cNvSpPr>
            <a:spLocks noGrp="1"/>
          </p:cNvSpPr>
          <p:nvPr/>
        </p:nvSpPr>
        <p:spPr>
          <a:xfrm>
            <a:off x="15524943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46C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4" name="path-261">
            <a:extLst>
              <a:ext uri="{FF2B5EF4-FFF2-40B4-BE49-F238E27FC236}">
                <a16:creationId xmlns:a16="http://schemas.microsoft.com/office/drawing/2014/main" id="{5ECA6C2F-A8FF-43DC-A664-6D00438B75BE}"/>
              </a:ext>
            </a:extLst>
          </p:cNvPr>
          <p:cNvSpPr>
            <a:spLocks noGrp="1"/>
          </p:cNvSpPr>
          <p:nvPr/>
        </p:nvSpPr>
        <p:spPr>
          <a:xfrm>
            <a:off x="15738045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C95B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5" name="path-262">
            <a:extLst>
              <a:ext uri="{FF2B5EF4-FFF2-40B4-BE49-F238E27FC236}">
                <a16:creationId xmlns:a16="http://schemas.microsoft.com/office/drawing/2014/main" id="{7C9FA821-9E0D-4702-9778-E3F90F56A594}"/>
              </a:ext>
            </a:extLst>
          </p:cNvPr>
          <p:cNvSpPr>
            <a:spLocks noGrp="1"/>
          </p:cNvSpPr>
          <p:nvPr/>
        </p:nvSpPr>
        <p:spPr>
          <a:xfrm>
            <a:off x="1339392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7" name="path-264">
            <a:extLst>
              <a:ext uri="{FF2B5EF4-FFF2-40B4-BE49-F238E27FC236}">
                <a16:creationId xmlns:a16="http://schemas.microsoft.com/office/drawing/2014/main" id="{5DE1C58E-1143-4C3A-A784-81AB74D2ECBE}"/>
              </a:ext>
            </a:extLst>
          </p:cNvPr>
          <p:cNvSpPr>
            <a:spLocks noGrp="1"/>
          </p:cNvSpPr>
          <p:nvPr/>
        </p:nvSpPr>
        <p:spPr>
          <a:xfrm>
            <a:off x="13820129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1769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8" name="path-265">
            <a:extLst>
              <a:ext uri="{FF2B5EF4-FFF2-40B4-BE49-F238E27FC236}">
                <a16:creationId xmlns:a16="http://schemas.microsoft.com/office/drawing/2014/main" id="{69EC55F9-57D7-4212-A3AB-3970324A0675}"/>
              </a:ext>
            </a:extLst>
          </p:cNvPr>
          <p:cNvSpPr>
            <a:spLocks noGrp="1"/>
          </p:cNvSpPr>
          <p:nvPr/>
        </p:nvSpPr>
        <p:spPr>
          <a:xfrm>
            <a:off x="1403323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67A9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69" name="path-266">
            <a:extLst>
              <a:ext uri="{FF2B5EF4-FFF2-40B4-BE49-F238E27FC236}">
                <a16:creationId xmlns:a16="http://schemas.microsoft.com/office/drawing/2014/main" id="{91C6DB8C-0C8E-4CE2-BD4D-9CB79619D046}"/>
              </a:ext>
            </a:extLst>
          </p:cNvPr>
          <p:cNvSpPr>
            <a:spLocks noGrp="1"/>
          </p:cNvSpPr>
          <p:nvPr/>
        </p:nvSpPr>
        <p:spPr>
          <a:xfrm>
            <a:off x="1424633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CB8C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0" name="path-267">
            <a:extLst>
              <a:ext uri="{FF2B5EF4-FFF2-40B4-BE49-F238E27FC236}">
                <a16:creationId xmlns:a16="http://schemas.microsoft.com/office/drawing/2014/main" id="{96176644-D097-44A8-8F27-A2634A23EC18}"/>
              </a:ext>
            </a:extLst>
          </p:cNvPr>
          <p:cNvSpPr>
            <a:spLocks noGrp="1"/>
          </p:cNvSpPr>
          <p:nvPr/>
        </p:nvSpPr>
        <p:spPr>
          <a:xfrm>
            <a:off x="1445943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D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1" name="path-268">
            <a:extLst>
              <a:ext uri="{FF2B5EF4-FFF2-40B4-BE49-F238E27FC236}">
                <a16:creationId xmlns:a16="http://schemas.microsoft.com/office/drawing/2014/main" id="{41545B2A-2A0A-45B2-A878-91DC6AD97053}"/>
              </a:ext>
            </a:extLst>
          </p:cNvPr>
          <p:cNvSpPr>
            <a:spLocks noGrp="1"/>
          </p:cNvSpPr>
          <p:nvPr/>
        </p:nvSpPr>
        <p:spPr>
          <a:xfrm>
            <a:off x="14672536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2" name="path-269">
            <a:extLst>
              <a:ext uri="{FF2B5EF4-FFF2-40B4-BE49-F238E27FC236}">
                <a16:creationId xmlns:a16="http://schemas.microsoft.com/office/drawing/2014/main" id="{91FF800E-D048-4B3A-AF38-1EEA4883FE9A}"/>
              </a:ext>
            </a:extLst>
          </p:cNvPr>
          <p:cNvSpPr>
            <a:spLocks noGrp="1"/>
          </p:cNvSpPr>
          <p:nvPr/>
        </p:nvSpPr>
        <p:spPr>
          <a:xfrm>
            <a:off x="1488563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9DAE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3" name="path-270">
            <a:extLst>
              <a:ext uri="{FF2B5EF4-FFF2-40B4-BE49-F238E27FC236}">
                <a16:creationId xmlns:a16="http://schemas.microsoft.com/office/drawing/2014/main" id="{426CE33E-8D31-45D0-99C3-BF5B943874EF}"/>
              </a:ext>
            </a:extLst>
          </p:cNvPr>
          <p:cNvSpPr>
            <a:spLocks noGrp="1"/>
          </p:cNvSpPr>
          <p:nvPr/>
        </p:nvSpPr>
        <p:spPr>
          <a:xfrm>
            <a:off x="15098740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CADC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4" name="path-271">
            <a:extLst>
              <a:ext uri="{FF2B5EF4-FFF2-40B4-BE49-F238E27FC236}">
                <a16:creationId xmlns:a16="http://schemas.microsoft.com/office/drawing/2014/main" id="{31EFE6C8-CE3F-4B0C-B72C-A5A700C17C6E}"/>
              </a:ext>
            </a:extLst>
          </p:cNvPr>
          <p:cNvSpPr>
            <a:spLocks noGrp="1"/>
          </p:cNvSpPr>
          <p:nvPr/>
        </p:nvSpPr>
        <p:spPr>
          <a:xfrm>
            <a:off x="15311841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C729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5" name="path-272">
            <a:extLst>
              <a:ext uri="{FF2B5EF4-FFF2-40B4-BE49-F238E27FC236}">
                <a16:creationId xmlns:a16="http://schemas.microsoft.com/office/drawing/2014/main" id="{14A0AD83-FDC0-47A0-908B-ED60BE2C6CA7}"/>
              </a:ext>
            </a:extLst>
          </p:cNvPr>
          <p:cNvSpPr>
            <a:spLocks noGrp="1"/>
          </p:cNvSpPr>
          <p:nvPr/>
        </p:nvSpPr>
        <p:spPr>
          <a:xfrm>
            <a:off x="15524943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D7E9E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6" name="path-273">
            <a:extLst>
              <a:ext uri="{FF2B5EF4-FFF2-40B4-BE49-F238E27FC236}">
                <a16:creationId xmlns:a16="http://schemas.microsoft.com/office/drawing/2014/main" id="{74AC32C3-5D37-4092-98A2-09F1DCD95427}"/>
              </a:ext>
            </a:extLst>
          </p:cNvPr>
          <p:cNvSpPr>
            <a:spLocks noGrp="1"/>
          </p:cNvSpPr>
          <p:nvPr/>
        </p:nvSpPr>
        <p:spPr>
          <a:xfrm>
            <a:off x="15738045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4BEC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7" name="path-274">
            <a:extLst>
              <a:ext uri="{FF2B5EF4-FFF2-40B4-BE49-F238E27FC236}">
                <a16:creationId xmlns:a16="http://schemas.microsoft.com/office/drawing/2014/main" id="{F02E5EF3-976B-4EE3-87F1-0854C8337281}"/>
              </a:ext>
            </a:extLst>
          </p:cNvPr>
          <p:cNvSpPr>
            <a:spLocks noGrp="1"/>
          </p:cNvSpPr>
          <p:nvPr/>
        </p:nvSpPr>
        <p:spPr>
          <a:xfrm>
            <a:off x="1339392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1C8D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79" name="path-276">
            <a:extLst>
              <a:ext uri="{FF2B5EF4-FFF2-40B4-BE49-F238E27FC236}">
                <a16:creationId xmlns:a16="http://schemas.microsoft.com/office/drawing/2014/main" id="{7C5DEC7F-4551-4360-8165-DC68DA815532}"/>
              </a:ext>
            </a:extLst>
          </p:cNvPr>
          <p:cNvSpPr>
            <a:spLocks noGrp="1"/>
          </p:cNvSpPr>
          <p:nvPr/>
        </p:nvSpPr>
        <p:spPr>
          <a:xfrm>
            <a:off x="13820129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0" name="path-277">
            <a:extLst>
              <a:ext uri="{FF2B5EF4-FFF2-40B4-BE49-F238E27FC236}">
                <a16:creationId xmlns:a16="http://schemas.microsoft.com/office/drawing/2014/main" id="{95009EA3-76AE-4F28-AABE-8529C85ACB47}"/>
              </a:ext>
            </a:extLst>
          </p:cNvPr>
          <p:cNvSpPr>
            <a:spLocks noGrp="1"/>
          </p:cNvSpPr>
          <p:nvPr/>
        </p:nvSpPr>
        <p:spPr>
          <a:xfrm>
            <a:off x="1403323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BA0B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1" name="path-278">
            <a:extLst>
              <a:ext uri="{FF2B5EF4-FFF2-40B4-BE49-F238E27FC236}">
                <a16:creationId xmlns:a16="http://schemas.microsoft.com/office/drawing/2014/main" id="{03D0A6A1-5285-45EF-BC7A-05406E33CA09}"/>
              </a:ext>
            </a:extLst>
          </p:cNvPr>
          <p:cNvSpPr>
            <a:spLocks noGrp="1"/>
          </p:cNvSpPr>
          <p:nvPr/>
        </p:nvSpPr>
        <p:spPr>
          <a:xfrm>
            <a:off x="1424633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3D5E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2" name="path-279">
            <a:extLst>
              <a:ext uri="{FF2B5EF4-FFF2-40B4-BE49-F238E27FC236}">
                <a16:creationId xmlns:a16="http://schemas.microsoft.com/office/drawing/2014/main" id="{EF5B97F9-F360-4DCB-AED3-759B9BABA919}"/>
              </a:ext>
            </a:extLst>
          </p:cNvPr>
          <p:cNvSpPr>
            <a:spLocks noGrp="1"/>
          </p:cNvSpPr>
          <p:nvPr/>
        </p:nvSpPr>
        <p:spPr>
          <a:xfrm>
            <a:off x="1445943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3" name="path-280">
            <a:extLst>
              <a:ext uri="{FF2B5EF4-FFF2-40B4-BE49-F238E27FC236}">
                <a16:creationId xmlns:a16="http://schemas.microsoft.com/office/drawing/2014/main" id="{A7E66C71-ADEA-4272-8294-1E10617FE99A}"/>
              </a:ext>
            </a:extLst>
          </p:cNvPr>
          <p:cNvSpPr>
            <a:spLocks noGrp="1"/>
          </p:cNvSpPr>
          <p:nvPr/>
        </p:nvSpPr>
        <p:spPr>
          <a:xfrm>
            <a:off x="14672536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EE7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4" name="path-281">
            <a:extLst>
              <a:ext uri="{FF2B5EF4-FFF2-40B4-BE49-F238E27FC236}">
                <a16:creationId xmlns:a16="http://schemas.microsoft.com/office/drawing/2014/main" id="{B756F57F-EDFA-4DA6-9991-FDEE14562617}"/>
              </a:ext>
            </a:extLst>
          </p:cNvPr>
          <p:cNvSpPr>
            <a:spLocks noGrp="1"/>
          </p:cNvSpPr>
          <p:nvPr/>
        </p:nvSpPr>
        <p:spPr>
          <a:xfrm>
            <a:off x="1488563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AC3D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5" name="path-282">
            <a:extLst>
              <a:ext uri="{FF2B5EF4-FFF2-40B4-BE49-F238E27FC236}">
                <a16:creationId xmlns:a16="http://schemas.microsoft.com/office/drawing/2014/main" id="{6FCB5EE0-F4AD-4378-837E-1426F0F25812}"/>
              </a:ext>
            </a:extLst>
          </p:cNvPr>
          <p:cNvSpPr>
            <a:spLocks noGrp="1"/>
          </p:cNvSpPr>
          <p:nvPr/>
        </p:nvSpPr>
        <p:spPr>
          <a:xfrm>
            <a:off x="15098740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483A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6" name="path-283">
            <a:extLst>
              <a:ext uri="{FF2B5EF4-FFF2-40B4-BE49-F238E27FC236}">
                <a16:creationId xmlns:a16="http://schemas.microsoft.com/office/drawing/2014/main" id="{B952173E-00C9-4B0E-98E5-006F63AC2D2A}"/>
              </a:ext>
            </a:extLst>
          </p:cNvPr>
          <p:cNvSpPr>
            <a:spLocks noGrp="1"/>
          </p:cNvSpPr>
          <p:nvPr/>
        </p:nvSpPr>
        <p:spPr>
          <a:xfrm>
            <a:off x="15311841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96F93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7" name="path-284">
            <a:extLst>
              <a:ext uri="{FF2B5EF4-FFF2-40B4-BE49-F238E27FC236}">
                <a16:creationId xmlns:a16="http://schemas.microsoft.com/office/drawing/2014/main" id="{040669C0-580E-495C-A637-C69098E4AEA8}"/>
              </a:ext>
            </a:extLst>
          </p:cNvPr>
          <p:cNvSpPr>
            <a:spLocks noGrp="1"/>
          </p:cNvSpPr>
          <p:nvPr/>
        </p:nvSpPr>
        <p:spPr>
          <a:xfrm>
            <a:off x="15524943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4A7BD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8" name="path-285">
            <a:extLst>
              <a:ext uri="{FF2B5EF4-FFF2-40B4-BE49-F238E27FC236}">
                <a16:creationId xmlns:a16="http://schemas.microsoft.com/office/drawing/2014/main" id="{11371DA0-52EA-40FB-ADE2-300427B586AA}"/>
              </a:ext>
            </a:extLst>
          </p:cNvPr>
          <p:cNvSpPr>
            <a:spLocks noGrp="1"/>
          </p:cNvSpPr>
          <p:nvPr/>
        </p:nvSpPr>
        <p:spPr>
          <a:xfrm>
            <a:off x="15738045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6D8E2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89" name="path-286">
            <a:extLst>
              <a:ext uri="{FF2B5EF4-FFF2-40B4-BE49-F238E27FC236}">
                <a16:creationId xmlns:a16="http://schemas.microsoft.com/office/drawing/2014/main" id="{10F75A8B-8B88-4E28-A1C3-D26D654E940D}"/>
              </a:ext>
            </a:extLst>
          </p:cNvPr>
          <p:cNvSpPr>
            <a:spLocks noGrp="1"/>
          </p:cNvSpPr>
          <p:nvPr/>
        </p:nvSpPr>
        <p:spPr>
          <a:xfrm>
            <a:off x="1339392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DA2B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1" name="path-288">
            <a:extLst>
              <a:ext uri="{FF2B5EF4-FFF2-40B4-BE49-F238E27FC236}">
                <a16:creationId xmlns:a16="http://schemas.microsoft.com/office/drawing/2014/main" id="{E8B691FB-FEB4-4242-BFD9-879A204509EE}"/>
              </a:ext>
            </a:extLst>
          </p:cNvPr>
          <p:cNvSpPr>
            <a:spLocks noGrp="1"/>
          </p:cNvSpPr>
          <p:nvPr/>
        </p:nvSpPr>
        <p:spPr>
          <a:xfrm>
            <a:off x="13820129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5987A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2" name="path-289">
            <a:extLst>
              <a:ext uri="{FF2B5EF4-FFF2-40B4-BE49-F238E27FC236}">
                <a16:creationId xmlns:a16="http://schemas.microsoft.com/office/drawing/2014/main" id="{BE4B980F-7F97-4DD2-B426-607201EAA0B6}"/>
              </a:ext>
            </a:extLst>
          </p:cNvPr>
          <p:cNvSpPr>
            <a:spLocks noGrp="1"/>
          </p:cNvSpPr>
          <p:nvPr/>
        </p:nvSpPr>
        <p:spPr>
          <a:xfrm>
            <a:off x="1403323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FC6D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3" name="path-290">
            <a:extLst>
              <a:ext uri="{FF2B5EF4-FFF2-40B4-BE49-F238E27FC236}">
                <a16:creationId xmlns:a16="http://schemas.microsoft.com/office/drawing/2014/main" id="{CD6005E3-8A05-49D0-94DF-F071400DC96E}"/>
              </a:ext>
            </a:extLst>
          </p:cNvPr>
          <p:cNvSpPr>
            <a:spLocks noGrp="1"/>
          </p:cNvSpPr>
          <p:nvPr/>
        </p:nvSpPr>
        <p:spPr>
          <a:xfrm>
            <a:off x="1424633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0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4" name="path-291">
            <a:extLst>
              <a:ext uri="{FF2B5EF4-FFF2-40B4-BE49-F238E27FC236}">
                <a16:creationId xmlns:a16="http://schemas.microsoft.com/office/drawing/2014/main" id="{CD3FE049-9C5C-48E5-A5FF-F7EB2F616F53}"/>
              </a:ext>
            </a:extLst>
          </p:cNvPr>
          <p:cNvSpPr>
            <a:spLocks noGrp="1"/>
          </p:cNvSpPr>
          <p:nvPr/>
        </p:nvSpPr>
        <p:spPr>
          <a:xfrm>
            <a:off x="1445943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5" name="path-292">
            <a:extLst>
              <a:ext uri="{FF2B5EF4-FFF2-40B4-BE49-F238E27FC236}">
                <a16:creationId xmlns:a16="http://schemas.microsoft.com/office/drawing/2014/main" id="{11EEDC07-D174-4E53-AF78-7478B2CCEE36}"/>
              </a:ext>
            </a:extLst>
          </p:cNvPr>
          <p:cNvSpPr>
            <a:spLocks noGrp="1"/>
          </p:cNvSpPr>
          <p:nvPr/>
        </p:nvSpPr>
        <p:spPr>
          <a:xfrm>
            <a:off x="14672536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0D3D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6" name="path-293">
            <a:extLst>
              <a:ext uri="{FF2B5EF4-FFF2-40B4-BE49-F238E27FC236}">
                <a16:creationId xmlns:a16="http://schemas.microsoft.com/office/drawing/2014/main" id="{CC0352FD-A0B5-49B3-9095-B4A594C0146C}"/>
              </a:ext>
            </a:extLst>
          </p:cNvPr>
          <p:cNvSpPr>
            <a:spLocks noGrp="1"/>
          </p:cNvSpPr>
          <p:nvPr/>
        </p:nvSpPr>
        <p:spPr>
          <a:xfrm>
            <a:off x="1488563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759CB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7" name="path-294">
            <a:extLst>
              <a:ext uri="{FF2B5EF4-FFF2-40B4-BE49-F238E27FC236}">
                <a16:creationId xmlns:a16="http://schemas.microsoft.com/office/drawing/2014/main" id="{8F078B80-9561-4651-BF2B-0EAF81EF60B4}"/>
              </a:ext>
            </a:extLst>
          </p:cNvPr>
          <p:cNvSpPr>
            <a:spLocks noGrp="1"/>
          </p:cNvSpPr>
          <p:nvPr/>
        </p:nvSpPr>
        <p:spPr>
          <a:xfrm>
            <a:off x="15098740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56D9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8" name="path-295">
            <a:extLst>
              <a:ext uri="{FF2B5EF4-FFF2-40B4-BE49-F238E27FC236}">
                <a16:creationId xmlns:a16="http://schemas.microsoft.com/office/drawing/2014/main" id="{62F12BCA-7014-411D-A485-EF0DD8B70190}"/>
              </a:ext>
            </a:extLst>
          </p:cNvPr>
          <p:cNvSpPr>
            <a:spLocks noGrp="1"/>
          </p:cNvSpPr>
          <p:nvPr/>
        </p:nvSpPr>
        <p:spPr>
          <a:xfrm>
            <a:off x="15311841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18DAA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299" name="path-296">
            <a:extLst>
              <a:ext uri="{FF2B5EF4-FFF2-40B4-BE49-F238E27FC236}">
                <a16:creationId xmlns:a16="http://schemas.microsoft.com/office/drawing/2014/main" id="{69BC5A82-ABEA-4995-BD8A-0BC50D72965F}"/>
              </a:ext>
            </a:extLst>
          </p:cNvPr>
          <p:cNvSpPr>
            <a:spLocks noGrp="1"/>
          </p:cNvSpPr>
          <p:nvPr/>
        </p:nvSpPr>
        <p:spPr>
          <a:xfrm>
            <a:off x="15524943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5CB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0" name="path-297">
            <a:extLst>
              <a:ext uri="{FF2B5EF4-FFF2-40B4-BE49-F238E27FC236}">
                <a16:creationId xmlns:a16="http://schemas.microsoft.com/office/drawing/2014/main" id="{35F19380-1181-4E5A-A2B8-05EBEB396AB3}"/>
              </a:ext>
            </a:extLst>
          </p:cNvPr>
          <p:cNvSpPr>
            <a:spLocks noGrp="1"/>
          </p:cNvSpPr>
          <p:nvPr/>
        </p:nvSpPr>
        <p:spPr>
          <a:xfrm>
            <a:off x="15738045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DF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05" name="path-302">
            <a:extLst>
              <a:ext uri="{FF2B5EF4-FFF2-40B4-BE49-F238E27FC236}">
                <a16:creationId xmlns:a16="http://schemas.microsoft.com/office/drawing/2014/main" id="{BA8F6558-A5AB-4551-B0C1-D8AB230B4013}"/>
              </a:ext>
            </a:extLst>
          </p:cNvPr>
          <p:cNvSpPr>
            <a:spLocks noGrp="1"/>
          </p:cNvSpPr>
          <p:nvPr/>
        </p:nvSpPr>
        <p:spPr>
          <a:xfrm>
            <a:off x="13322893" y="6268742"/>
            <a:ext cx="888" cy="1784727"/>
          </a:xfrm>
          <a:custGeom>
            <a:avLst/>
            <a:gdLst/>
            <a:ahLst/>
            <a:cxnLst/>
            <a:rect l="0" t="0" r="0" b="0"/>
            <a:pathLst>
              <a:path w="953" h="1914525">
                <a:moveTo>
                  <a:pt x="0" y="0"/>
                </a:moveTo>
                <a:lnTo>
                  <a:pt x="0" y="1914525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6" name="visual-303">
            <a:extLst>
              <a:ext uri="{FF2B5EF4-FFF2-40B4-BE49-F238E27FC236}">
                <a16:creationId xmlns:a16="http://schemas.microsoft.com/office/drawing/2014/main" id="{179557A0-9191-4D6D-8E56-5B6B5732F38B}"/>
              </a:ext>
            </a:extLst>
          </p:cNvPr>
          <p:cNvSpPr>
            <a:spLocks noGrp="1"/>
          </p:cNvSpPr>
          <p:nvPr/>
        </p:nvSpPr>
        <p:spPr>
          <a:xfrm rot="16200000">
            <a:off x="12310659" y="6952443"/>
            <a:ext cx="1429557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Elements</a:t>
            </a:r>
          </a:p>
        </p:txBody>
      </p:sp>
      <p:sp>
        <p:nvSpPr>
          <p:cNvPr id="307" name="path-304">
            <a:extLst>
              <a:ext uri="{FF2B5EF4-FFF2-40B4-BE49-F238E27FC236}">
                <a16:creationId xmlns:a16="http://schemas.microsoft.com/office/drawing/2014/main" id="{EE5841D9-EE17-4F7C-8734-6B68F4585D8C}"/>
              </a:ext>
            </a:extLst>
          </p:cNvPr>
          <p:cNvSpPr>
            <a:spLocks noGrp="1"/>
          </p:cNvSpPr>
          <p:nvPr/>
        </p:nvSpPr>
        <p:spPr>
          <a:xfrm>
            <a:off x="13393926" y="8239933"/>
            <a:ext cx="2486186" cy="888"/>
          </a:xfrm>
          <a:custGeom>
            <a:avLst/>
            <a:gdLst/>
            <a:ahLst/>
            <a:cxnLst/>
            <a:rect l="0" t="0" r="0" b="0"/>
            <a:pathLst>
              <a:path w="2667000" h="953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08" name="path-305">
            <a:extLst>
              <a:ext uri="{FF2B5EF4-FFF2-40B4-BE49-F238E27FC236}">
                <a16:creationId xmlns:a16="http://schemas.microsoft.com/office/drawing/2014/main" id="{6D6A1102-F9BB-4605-B41C-33E66005E97C}"/>
              </a:ext>
            </a:extLst>
          </p:cNvPr>
          <p:cNvSpPr>
            <a:spLocks noGrp="1"/>
          </p:cNvSpPr>
          <p:nvPr/>
        </p:nvSpPr>
        <p:spPr>
          <a:xfrm>
            <a:off x="15862354" y="8204415"/>
            <a:ext cx="88792" cy="71034"/>
          </a:xfrm>
          <a:custGeom>
            <a:avLst/>
            <a:gdLst/>
            <a:ahLst/>
            <a:cxnLst/>
            <a:rect l="0" t="0" r="0" b="0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6788E"/>
          </a:solidFill>
          <a:ln w="0">
            <a:noFill/>
            <a:prstDash val="solid"/>
          </a:ln>
        </p:spPr>
      </p:sp>
      <p:sp>
        <p:nvSpPr>
          <p:cNvPr id="309" name="visual-306">
            <a:extLst>
              <a:ext uri="{FF2B5EF4-FFF2-40B4-BE49-F238E27FC236}">
                <a16:creationId xmlns:a16="http://schemas.microsoft.com/office/drawing/2014/main" id="{D04E20CE-C373-4AA5-9230-65CEE83B670E}"/>
              </a:ext>
            </a:extLst>
          </p:cNvPr>
          <p:cNvSpPr>
            <a:spLocks noGrp="1"/>
          </p:cNvSpPr>
          <p:nvPr/>
        </p:nvSpPr>
        <p:spPr>
          <a:xfrm>
            <a:off x="13473839" y="8506310"/>
            <a:ext cx="2486186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Time / subslots</a:t>
            </a:r>
          </a:p>
        </p:txBody>
      </p:sp>
      <p:sp>
        <p:nvSpPr>
          <p:cNvPr id="310" name="path-307">
            <a:extLst>
              <a:ext uri="{FF2B5EF4-FFF2-40B4-BE49-F238E27FC236}">
                <a16:creationId xmlns:a16="http://schemas.microsoft.com/office/drawing/2014/main" id="{6604D212-A0FF-4FD5-A1D4-3B291D29A9F0}"/>
              </a:ext>
            </a:extLst>
          </p:cNvPr>
          <p:cNvSpPr>
            <a:spLocks noGrp="1"/>
          </p:cNvSpPr>
          <p:nvPr/>
        </p:nvSpPr>
        <p:spPr>
          <a:xfrm>
            <a:off x="14246333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1" name="path-308">
            <a:extLst>
              <a:ext uri="{FF2B5EF4-FFF2-40B4-BE49-F238E27FC236}">
                <a16:creationId xmlns:a16="http://schemas.microsoft.com/office/drawing/2014/main" id="{0A0334C3-B535-41D4-A7C6-B523F0D2B91A}"/>
              </a:ext>
            </a:extLst>
          </p:cNvPr>
          <p:cNvSpPr>
            <a:spLocks noGrp="1"/>
          </p:cNvSpPr>
          <p:nvPr/>
        </p:nvSpPr>
        <p:spPr>
          <a:xfrm>
            <a:off x="14246333" y="9056823"/>
            <a:ext cx="808011" cy="888"/>
          </a:xfrm>
          <a:custGeom>
            <a:avLst/>
            <a:gdLst/>
            <a:ahLst/>
            <a:cxnLst/>
            <a:rect l="0" t="0" r="0" b="0"/>
            <a:pathLst>
              <a:path w="866775" h="953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2" name="path-309">
            <a:extLst>
              <a:ext uri="{FF2B5EF4-FFF2-40B4-BE49-F238E27FC236}">
                <a16:creationId xmlns:a16="http://schemas.microsoft.com/office/drawing/2014/main" id="{22D4C68C-87AE-46B6-96DB-A2EE158DDC6C}"/>
              </a:ext>
            </a:extLst>
          </p:cNvPr>
          <p:cNvSpPr>
            <a:spLocks noGrp="1"/>
          </p:cNvSpPr>
          <p:nvPr/>
        </p:nvSpPr>
        <p:spPr>
          <a:xfrm>
            <a:off x="15054344" y="8985788"/>
            <a:ext cx="888" cy="71034"/>
          </a:xfrm>
          <a:custGeom>
            <a:avLst/>
            <a:gdLst/>
            <a:ahLst/>
            <a:cxnLst/>
            <a:rect l="0" t="0" r="0" b="0"/>
            <a:pathLst>
              <a:path w="953"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3" name="visual-310">
            <a:extLst>
              <a:ext uri="{FF2B5EF4-FFF2-40B4-BE49-F238E27FC236}">
                <a16:creationId xmlns:a16="http://schemas.microsoft.com/office/drawing/2014/main" id="{BE1F26F8-9F8D-40C6-97E4-7545AE611144}"/>
              </a:ext>
            </a:extLst>
          </p:cNvPr>
          <p:cNvSpPr>
            <a:spLocks noGrp="1"/>
          </p:cNvSpPr>
          <p:nvPr/>
        </p:nvSpPr>
        <p:spPr>
          <a:xfrm>
            <a:off x="13971076" y="9110098"/>
            <a:ext cx="1385161" cy="3107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8">
                <a:solidFill>
                  <a:srgbClr val="2C7A86"/>
                </a:solidFill>
                <a:latin typeface="Times New Roman"/>
                <a:ea typeface="Times New Roman"/>
                <a:cs typeface="Times New Roman"/>
              </a:rPr>
              <a:t>Symbol k</a:t>
            </a:r>
          </a:p>
        </p:txBody>
      </p:sp>
      <p:sp>
        <p:nvSpPr>
          <p:cNvPr id="314" name="path-311">
            <a:extLst>
              <a:ext uri="{FF2B5EF4-FFF2-40B4-BE49-F238E27FC236}">
                <a16:creationId xmlns:a16="http://schemas.microsoft.com/office/drawing/2014/main" id="{C0AC8326-870F-416B-9575-1333B2E9FD47}"/>
              </a:ext>
            </a:extLst>
          </p:cNvPr>
          <p:cNvSpPr>
            <a:spLocks noGrp="1"/>
          </p:cNvSpPr>
          <p:nvPr/>
        </p:nvSpPr>
        <p:spPr>
          <a:xfrm flipV="1">
            <a:off x="11946610" y="9099896"/>
            <a:ext cx="1749689" cy="45719"/>
          </a:xfrm>
          <a:custGeom>
            <a:avLst/>
            <a:gdLst/>
            <a:ahLst/>
            <a:cxnLst/>
            <a:rect l="0" t="0" r="0" b="0"/>
            <a:pathLst>
              <a:path w="1409700" h="953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5" name="path-312">
            <a:extLst>
              <a:ext uri="{FF2B5EF4-FFF2-40B4-BE49-F238E27FC236}">
                <a16:creationId xmlns:a16="http://schemas.microsoft.com/office/drawing/2014/main" id="{69FEB577-27EC-4BB3-93F4-5949E51DD790}"/>
              </a:ext>
            </a:extLst>
          </p:cNvPr>
          <p:cNvSpPr>
            <a:spLocks noGrp="1"/>
          </p:cNvSpPr>
          <p:nvPr/>
        </p:nvSpPr>
        <p:spPr>
          <a:xfrm flipH="1">
            <a:off x="13531145" y="8170474"/>
            <a:ext cx="165154" cy="971338"/>
          </a:xfrm>
          <a:custGeom>
            <a:avLst/>
            <a:gdLst/>
            <a:ahLst/>
            <a:cxnLst/>
            <a:rect l="0" t="0" r="0" b="0"/>
            <a:pathLst>
              <a:path w="953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2C7A86"/>
            </a:solidFill>
            <a:prstDash val="solid"/>
          </a:ln>
        </p:spPr>
      </p:sp>
      <p:sp>
        <p:nvSpPr>
          <p:cNvPr id="317" name="path-314">
            <a:extLst>
              <a:ext uri="{FF2B5EF4-FFF2-40B4-BE49-F238E27FC236}">
                <a16:creationId xmlns:a16="http://schemas.microsoft.com/office/drawing/2014/main" id="{2D129097-43D2-4829-BC0E-4B7FF94EB67F}"/>
              </a:ext>
            </a:extLst>
          </p:cNvPr>
          <p:cNvSpPr>
            <a:spLocks noGrp="1"/>
          </p:cNvSpPr>
          <p:nvPr/>
        </p:nvSpPr>
        <p:spPr>
          <a:xfrm rot="16200000">
            <a:off x="13642867" y="8077765"/>
            <a:ext cx="106551" cy="85241"/>
          </a:xfrm>
          <a:custGeom>
            <a:avLst/>
            <a:gdLst/>
            <a:ahLst/>
            <a:cxnLst/>
            <a:rect l="0" t="0" r="0" b="0"/>
            <a:pathLst>
              <a:path w="114300" h="91440">
                <a:moveTo>
                  <a:pt x="114300" y="45720"/>
                </a:moveTo>
                <a:lnTo>
                  <a:pt x="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18" name="visual-315">
            <a:extLst>
              <a:ext uri="{FF2B5EF4-FFF2-40B4-BE49-F238E27FC236}">
                <a16:creationId xmlns:a16="http://schemas.microsoft.com/office/drawing/2014/main" id="{12B1E919-6DF1-407F-84C7-06A3E51ADEBC}"/>
              </a:ext>
            </a:extLst>
          </p:cNvPr>
          <p:cNvSpPr>
            <a:spLocks noGrp="1"/>
          </p:cNvSpPr>
          <p:nvPr/>
        </p:nvSpPr>
        <p:spPr>
          <a:xfrm>
            <a:off x="12878931" y="9589577"/>
            <a:ext cx="3365231" cy="355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M N</a:t>
            </a:r>
            <a:r>
              <a:rPr sz="1510" baseline="-23000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097">
                <a:solidFill>
                  <a:srgbClr val="203344"/>
                </a:solidFill>
                <a:latin typeface="Times New Roman"/>
                <a:ea typeface="Times New Roman"/>
                <a:cs typeface="Times New Roman"/>
              </a:rPr>
              <a:t> samples per symbol</a:t>
            </a:r>
          </a:p>
        </p:txBody>
      </p:sp>
      <p:sp>
        <p:nvSpPr>
          <p:cNvPr id="319" name="visual-316">
            <a:extLst>
              <a:ext uri="{FF2B5EF4-FFF2-40B4-BE49-F238E27FC236}">
                <a16:creationId xmlns:a16="http://schemas.microsoft.com/office/drawing/2014/main" id="{EAC8F4E1-BB15-4DFB-BE0F-03127357CC35}"/>
              </a:ext>
            </a:extLst>
          </p:cNvPr>
          <p:cNvSpPr>
            <a:spLocks noGrp="1"/>
          </p:cNvSpPr>
          <p:nvPr/>
        </p:nvSpPr>
        <p:spPr>
          <a:xfrm>
            <a:off x="12896689" y="9962505"/>
            <a:ext cx="3374110" cy="328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>
                <a:solidFill>
                  <a:srgbClr val="566574"/>
                </a:solidFill>
                <a:latin typeface="Times New Roman"/>
                <a:ea typeface="Times New Roman"/>
                <a:cs typeface="Times New Roman"/>
              </a:rPr>
              <a:t>Intensity-only observations</a:t>
            </a:r>
          </a:p>
        </p:txBody>
      </p:sp>
      <p:sp>
        <p:nvSpPr>
          <p:cNvPr id="324" name="visual-157">
            <a:extLst>
              <a:ext uri="{FF2B5EF4-FFF2-40B4-BE49-F238E27FC236}">
                <a16:creationId xmlns:a16="http://schemas.microsoft.com/office/drawing/2014/main" id="{BF1CE719-CE54-4056-A579-B3F17205EFD2}"/>
              </a:ext>
            </a:extLst>
          </p:cNvPr>
          <p:cNvSpPr>
            <a:spLocks noGrp="1"/>
          </p:cNvSpPr>
          <p:nvPr/>
        </p:nvSpPr>
        <p:spPr>
          <a:xfrm>
            <a:off x="5577186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3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5" name="visual-157">
            <a:extLst>
              <a:ext uri="{FF2B5EF4-FFF2-40B4-BE49-F238E27FC236}">
                <a16:creationId xmlns:a16="http://schemas.microsoft.com/office/drawing/2014/main" id="{2FD41189-14B2-4229-A93A-891E9AD02959}"/>
              </a:ext>
            </a:extLst>
          </p:cNvPr>
          <p:cNvSpPr>
            <a:spLocks noGrp="1"/>
          </p:cNvSpPr>
          <p:nvPr/>
        </p:nvSpPr>
        <p:spPr>
          <a:xfrm>
            <a:off x="761573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4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6" name="visual-155">
            <a:extLst>
              <a:ext uri="{FF2B5EF4-FFF2-40B4-BE49-F238E27FC236}">
                <a16:creationId xmlns:a16="http://schemas.microsoft.com/office/drawing/2014/main" id="{5FE1A0CC-06A7-4BE6-BBDB-CA745F8DB7FB}"/>
              </a:ext>
            </a:extLst>
          </p:cNvPr>
          <p:cNvSpPr>
            <a:spLocks noGrp="1"/>
          </p:cNvSpPr>
          <p:nvPr/>
        </p:nvSpPr>
        <p:spPr>
          <a:xfrm>
            <a:off x="3538642" y="5776449"/>
            <a:ext cx="997940" cy="355169"/>
          </a:xfrm>
          <a:prstGeom prst="rect">
            <a:avLst/>
          </a:prstGeom>
          <a:solidFill>
            <a:srgbClr val="E2F0EF"/>
          </a:solidFill>
          <a:ln w="11430">
            <a:solidFill>
              <a:srgbClr val="2C7A8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2C7A86"/>
                </a:solidFill>
                <a:ea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2C7A86"/>
                </a:solidFill>
                <a:ea typeface="Times New Roman"/>
                <a:cs typeface="Times New Roman"/>
              </a:rPr>
              <a:t> 1</a:t>
            </a:r>
          </a:p>
        </p:txBody>
      </p:sp>
      <p:sp>
        <p:nvSpPr>
          <p:cNvPr id="327" name="visual-157">
            <a:extLst>
              <a:ext uri="{FF2B5EF4-FFF2-40B4-BE49-F238E27FC236}">
                <a16:creationId xmlns:a16="http://schemas.microsoft.com/office/drawing/2014/main" id="{E22CAE34-7A9D-4897-9C27-E28A7C1D7130}"/>
              </a:ext>
            </a:extLst>
          </p:cNvPr>
          <p:cNvSpPr>
            <a:spLocks noGrp="1"/>
          </p:cNvSpPr>
          <p:nvPr/>
        </p:nvSpPr>
        <p:spPr>
          <a:xfrm>
            <a:off x="2519370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0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8" name="visual-157">
            <a:extLst>
              <a:ext uri="{FF2B5EF4-FFF2-40B4-BE49-F238E27FC236}">
                <a16:creationId xmlns:a16="http://schemas.microsoft.com/office/drawing/2014/main" id="{050277D8-737C-4F03-A7F6-74D13D940A0A}"/>
              </a:ext>
            </a:extLst>
          </p:cNvPr>
          <p:cNvSpPr>
            <a:spLocks noGrp="1"/>
          </p:cNvSpPr>
          <p:nvPr/>
        </p:nvSpPr>
        <p:spPr>
          <a:xfrm>
            <a:off x="6596458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5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29" name="visual-157">
            <a:extLst>
              <a:ext uri="{FF2B5EF4-FFF2-40B4-BE49-F238E27FC236}">
                <a16:creationId xmlns:a16="http://schemas.microsoft.com/office/drawing/2014/main" id="{70F8087A-81AA-471E-A51D-2D1DBF6F201A}"/>
              </a:ext>
            </a:extLst>
          </p:cNvPr>
          <p:cNvSpPr>
            <a:spLocks noGrp="1"/>
          </p:cNvSpPr>
          <p:nvPr/>
        </p:nvSpPr>
        <p:spPr>
          <a:xfrm>
            <a:off x="8635002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6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0" name="visual-157">
            <a:extLst>
              <a:ext uri="{FF2B5EF4-FFF2-40B4-BE49-F238E27FC236}">
                <a16:creationId xmlns:a16="http://schemas.microsoft.com/office/drawing/2014/main" id="{34CD037F-66A1-42FA-AC9C-2D344320E06B}"/>
              </a:ext>
            </a:extLst>
          </p:cNvPr>
          <p:cNvSpPr>
            <a:spLocks noGrp="1"/>
          </p:cNvSpPr>
          <p:nvPr/>
        </p:nvSpPr>
        <p:spPr>
          <a:xfrm>
            <a:off x="9654274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7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31" name="visual-157">
            <a:extLst>
              <a:ext uri="{FF2B5EF4-FFF2-40B4-BE49-F238E27FC236}">
                <a16:creationId xmlns:a16="http://schemas.microsoft.com/office/drawing/2014/main" id="{F889C25F-FB8C-4867-9BAC-1D450E132BBF}"/>
              </a:ext>
            </a:extLst>
          </p:cNvPr>
          <p:cNvSpPr>
            <a:spLocks noGrp="1"/>
          </p:cNvSpPr>
          <p:nvPr/>
        </p:nvSpPr>
        <p:spPr>
          <a:xfrm>
            <a:off x="10673543" y="5776449"/>
            <a:ext cx="997940" cy="355169"/>
          </a:xfrm>
          <a:prstGeom prst="rect">
            <a:avLst/>
          </a:prstGeom>
          <a:solidFill>
            <a:srgbClr val="F4F8FB"/>
          </a:solidFill>
          <a:ln w="11430">
            <a:solidFill>
              <a:srgbClr val="CCD9E2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dirty="0" err="1">
                <a:solidFill>
                  <a:srgbClr val="566574"/>
                </a:solidFill>
                <a:latin typeface="Times New Roman"/>
                <a:cs typeface="Times New Roman"/>
              </a:rPr>
              <a:t>Subslot</a:t>
            </a:r>
            <a:r>
              <a:rPr lang="en-US" altLang="zh-CN" sz="1600" dirty="0">
                <a:solidFill>
                  <a:srgbClr val="566574"/>
                </a:solidFill>
                <a:latin typeface="Times New Roman"/>
                <a:cs typeface="Times New Roman"/>
              </a:rPr>
              <a:t> 8</a:t>
            </a:r>
            <a:endParaRPr lang="zh-CN" altLang="en-US" sz="1600" dirty="0">
              <a:solidFill>
                <a:srgbClr val="566574"/>
              </a:solidFill>
              <a:latin typeface="Times New Roman"/>
              <a:cs typeface="Times New Roman"/>
            </a:endParaRPr>
          </a:p>
        </p:txBody>
      </p:sp>
      <p:sp>
        <p:nvSpPr>
          <p:cNvPr id="363" name="path-18">
            <a:extLst>
              <a:ext uri="{FF2B5EF4-FFF2-40B4-BE49-F238E27FC236}">
                <a16:creationId xmlns:a16="http://schemas.microsoft.com/office/drawing/2014/main" id="{121214F7-FDB9-4F28-9416-DD7DF02084BE}"/>
              </a:ext>
            </a:extLst>
          </p:cNvPr>
          <p:cNvSpPr>
            <a:spLocks noGrp="1"/>
          </p:cNvSpPr>
          <p:nvPr/>
        </p:nvSpPr>
        <p:spPr>
          <a:xfrm flipV="1">
            <a:off x="2432983" y="7570252"/>
            <a:ext cx="9289101" cy="93162"/>
          </a:xfrm>
          <a:custGeom>
            <a:avLst/>
            <a:gdLst/>
            <a:ahLst/>
            <a:cxnLst/>
            <a:rect l="0" t="0" r="0" b="0"/>
            <a:pathLst>
              <a:path w="3057525" h="953">
                <a:moveTo>
                  <a:pt x="0" y="0"/>
                </a:moveTo>
                <a:lnTo>
                  <a:pt x="3057525" y="0"/>
                </a:lnTo>
              </a:path>
            </a:pathLst>
          </a:custGeom>
          <a:noFill/>
          <a:ln w="15240">
            <a:solidFill>
              <a:srgbClr val="56788E"/>
            </a:solidFill>
            <a:prstDash val="solid"/>
          </a:ln>
        </p:spPr>
      </p:sp>
      <p:sp>
        <p:nvSpPr>
          <p:cNvPr id="364" name="energy-envelope-area">
            <a:extLst>
              <a:ext uri="{FF2B5EF4-FFF2-40B4-BE49-F238E27FC236}">
                <a16:creationId xmlns:a16="http://schemas.microsoft.com/office/drawing/2014/main" id="{0FFD2388-478D-4639-9FB5-761664F9B750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1381207"/>
          </a:xfrm>
          <a:custGeom>
            <a:avLst/>
            <a:gdLst/>
            <a:ahLst/>
            <a:cxnLst/>
            <a:rect l="0" t="0" r="0" b="0"/>
            <a:pathLst>
              <a:path w="2819400" h="1381207">
                <a:moveTo>
                  <a:pt x="0" y="1381207"/>
                </a:moveTo>
                <a:lnTo>
                  <a:pt x="0" y="783978"/>
                </a:ln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  <a:lnTo>
                  <a:pt x="2819400" y="1381207"/>
                </a:lnTo>
                <a:close/>
              </a:path>
            </a:pathLst>
          </a:cu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365" name="energy-envelope">
            <a:extLst>
              <a:ext uri="{FF2B5EF4-FFF2-40B4-BE49-F238E27FC236}">
                <a16:creationId xmlns:a16="http://schemas.microsoft.com/office/drawing/2014/main" id="{8C0FCE3E-A9BF-4786-96DA-52A0F23CFBC9}"/>
              </a:ext>
            </a:extLst>
          </p:cNvPr>
          <p:cNvSpPr>
            <a:spLocks noGrp="1"/>
          </p:cNvSpPr>
          <p:nvPr/>
        </p:nvSpPr>
        <p:spPr>
          <a:xfrm>
            <a:off x="2528233" y="6282206"/>
            <a:ext cx="9134242" cy="783978"/>
          </a:xfrm>
          <a:custGeom>
            <a:avLst/>
            <a:gdLst/>
            <a:ahLst/>
            <a:cxnLst/>
            <a:rect l="0" t="0" r="0" b="0"/>
            <a:pathLst>
              <a:path w="2819400" h="783978">
                <a:moveTo>
                  <a:pt x="0" y="783978"/>
                </a:moveTo>
                <a:lnTo>
                  <a:pt x="14917" y="780143"/>
                </a:lnTo>
                <a:lnTo>
                  <a:pt x="29835" y="775834"/>
                </a:lnTo>
                <a:lnTo>
                  <a:pt x="44752" y="771006"/>
                </a:lnTo>
                <a:lnTo>
                  <a:pt x="59670" y="765617"/>
                </a:lnTo>
                <a:lnTo>
                  <a:pt x="74587" y="759620"/>
                </a:lnTo>
                <a:lnTo>
                  <a:pt x="89505" y="752970"/>
                </a:lnTo>
                <a:lnTo>
                  <a:pt x="104422" y="745621"/>
                </a:lnTo>
                <a:lnTo>
                  <a:pt x="119340" y="737526"/>
                </a:lnTo>
                <a:lnTo>
                  <a:pt x="134257" y="728641"/>
                </a:lnTo>
                <a:lnTo>
                  <a:pt x="149175" y="718921"/>
                </a:lnTo>
                <a:lnTo>
                  <a:pt x="164092" y="708327"/>
                </a:lnTo>
                <a:lnTo>
                  <a:pt x="179010" y="696818"/>
                </a:lnTo>
                <a:lnTo>
                  <a:pt x="193927" y="684362"/>
                </a:lnTo>
                <a:lnTo>
                  <a:pt x="208844" y="670929"/>
                </a:lnTo>
                <a:lnTo>
                  <a:pt x="223762" y="656494"/>
                </a:lnTo>
                <a:lnTo>
                  <a:pt x="238679" y="641040"/>
                </a:lnTo>
                <a:lnTo>
                  <a:pt x="253597" y="624557"/>
                </a:lnTo>
                <a:lnTo>
                  <a:pt x="268514" y="607043"/>
                </a:lnTo>
                <a:lnTo>
                  <a:pt x="283432" y="588505"/>
                </a:lnTo>
                <a:lnTo>
                  <a:pt x="298349" y="568961"/>
                </a:lnTo>
                <a:lnTo>
                  <a:pt x="313267" y="548436"/>
                </a:lnTo>
                <a:lnTo>
                  <a:pt x="328184" y="526971"/>
                </a:lnTo>
                <a:lnTo>
                  <a:pt x="343102" y="504615"/>
                </a:lnTo>
                <a:lnTo>
                  <a:pt x="358019" y="481430"/>
                </a:lnTo>
                <a:lnTo>
                  <a:pt x="372937" y="457491"/>
                </a:lnTo>
                <a:lnTo>
                  <a:pt x="387854" y="432884"/>
                </a:lnTo>
                <a:lnTo>
                  <a:pt x="402771" y="407708"/>
                </a:lnTo>
                <a:lnTo>
                  <a:pt x="417689" y="382074"/>
                </a:lnTo>
                <a:lnTo>
                  <a:pt x="432606" y="356102"/>
                </a:lnTo>
                <a:lnTo>
                  <a:pt x="447524" y="329925"/>
                </a:lnTo>
                <a:lnTo>
                  <a:pt x="462441" y="303685"/>
                </a:lnTo>
                <a:lnTo>
                  <a:pt x="477359" y="277533"/>
                </a:lnTo>
                <a:lnTo>
                  <a:pt x="492276" y="251625"/>
                </a:lnTo>
                <a:lnTo>
                  <a:pt x="507194" y="226126"/>
                </a:lnTo>
                <a:lnTo>
                  <a:pt x="522111" y="201201"/>
                </a:lnTo>
                <a:lnTo>
                  <a:pt x="537029" y="177022"/>
                </a:lnTo>
                <a:lnTo>
                  <a:pt x="551946" y="153759"/>
                </a:lnTo>
                <a:lnTo>
                  <a:pt x="566863" y="131579"/>
                </a:lnTo>
                <a:lnTo>
                  <a:pt x="581781" y="110649"/>
                </a:lnTo>
                <a:lnTo>
                  <a:pt x="596698" y="91129"/>
                </a:lnTo>
                <a:lnTo>
                  <a:pt x="611616" y="73169"/>
                </a:lnTo>
                <a:lnTo>
                  <a:pt x="626533" y="56914"/>
                </a:lnTo>
                <a:lnTo>
                  <a:pt x="641451" y="42493"/>
                </a:lnTo>
                <a:lnTo>
                  <a:pt x="656368" y="30025"/>
                </a:lnTo>
                <a:lnTo>
                  <a:pt x="671286" y="19614"/>
                </a:lnTo>
                <a:lnTo>
                  <a:pt x="686203" y="11346"/>
                </a:lnTo>
                <a:lnTo>
                  <a:pt x="701121" y="5290"/>
                </a:lnTo>
                <a:lnTo>
                  <a:pt x="716038" y="1497"/>
                </a:lnTo>
                <a:lnTo>
                  <a:pt x="730956" y="0"/>
                </a:lnTo>
                <a:lnTo>
                  <a:pt x="745873" y="810"/>
                </a:lnTo>
                <a:lnTo>
                  <a:pt x="760790" y="3919"/>
                </a:lnTo>
                <a:lnTo>
                  <a:pt x="775708" y="9300"/>
                </a:lnTo>
                <a:lnTo>
                  <a:pt x="790625" y="16906"/>
                </a:lnTo>
                <a:lnTo>
                  <a:pt x="805543" y="26671"/>
                </a:lnTo>
                <a:lnTo>
                  <a:pt x="820460" y="38511"/>
                </a:lnTo>
                <a:lnTo>
                  <a:pt x="835378" y="52326"/>
                </a:lnTo>
                <a:lnTo>
                  <a:pt x="850295" y="68000"/>
                </a:lnTo>
                <a:lnTo>
                  <a:pt x="865213" y="85403"/>
                </a:lnTo>
                <a:lnTo>
                  <a:pt x="880130" y="104394"/>
                </a:lnTo>
                <a:lnTo>
                  <a:pt x="895048" y="124819"/>
                </a:lnTo>
                <a:lnTo>
                  <a:pt x="909965" y="146519"/>
                </a:lnTo>
                <a:lnTo>
                  <a:pt x="924883" y="169327"/>
                </a:lnTo>
                <a:lnTo>
                  <a:pt x="939800" y="193070"/>
                </a:lnTo>
                <a:lnTo>
                  <a:pt x="954717" y="217574"/>
                </a:lnTo>
                <a:lnTo>
                  <a:pt x="969635" y="242665"/>
                </a:lnTo>
                <a:lnTo>
                  <a:pt x="984552" y="268169"/>
                </a:lnTo>
                <a:lnTo>
                  <a:pt x="999470" y="293917"/>
                </a:lnTo>
                <a:lnTo>
                  <a:pt x="1014387" y="319741"/>
                </a:lnTo>
                <a:lnTo>
                  <a:pt x="1029305" y="345484"/>
                </a:lnTo>
                <a:lnTo>
                  <a:pt x="1044222" y="370993"/>
                </a:lnTo>
                <a:lnTo>
                  <a:pt x="1059140" y="396124"/>
                </a:lnTo>
                <a:lnTo>
                  <a:pt x="1074057" y="420744"/>
                </a:lnTo>
                <a:lnTo>
                  <a:pt x="1088975" y="444729"/>
                </a:lnTo>
                <a:lnTo>
                  <a:pt x="1103892" y="467965"/>
                </a:lnTo>
                <a:lnTo>
                  <a:pt x="1118810" y="490351"/>
                </a:lnTo>
                <a:lnTo>
                  <a:pt x="1133727" y="511796"/>
                </a:lnTo>
                <a:lnTo>
                  <a:pt x="1148644" y="532221"/>
                </a:lnTo>
                <a:lnTo>
                  <a:pt x="1163562" y="551557"/>
                </a:lnTo>
                <a:lnTo>
                  <a:pt x="1178479" y="569746"/>
                </a:lnTo>
                <a:lnTo>
                  <a:pt x="1193397" y="586742"/>
                </a:lnTo>
                <a:lnTo>
                  <a:pt x="1208314" y="602506"/>
                </a:lnTo>
                <a:lnTo>
                  <a:pt x="1223232" y="617010"/>
                </a:lnTo>
                <a:lnTo>
                  <a:pt x="1238149" y="630234"/>
                </a:lnTo>
                <a:lnTo>
                  <a:pt x="1253067" y="642165"/>
                </a:lnTo>
                <a:lnTo>
                  <a:pt x="1267984" y="652797"/>
                </a:lnTo>
                <a:lnTo>
                  <a:pt x="1282902" y="662131"/>
                </a:lnTo>
                <a:lnTo>
                  <a:pt x="1297819" y="670172"/>
                </a:lnTo>
                <a:lnTo>
                  <a:pt x="1312737" y="676931"/>
                </a:lnTo>
                <a:lnTo>
                  <a:pt x="1327654" y="682422"/>
                </a:lnTo>
                <a:lnTo>
                  <a:pt x="1342571" y="686663"/>
                </a:lnTo>
                <a:lnTo>
                  <a:pt x="1357489" y="689673"/>
                </a:lnTo>
                <a:lnTo>
                  <a:pt x="1372406" y="691476"/>
                </a:lnTo>
                <a:lnTo>
                  <a:pt x="1387324" y="692095"/>
                </a:lnTo>
                <a:lnTo>
                  <a:pt x="1402241" y="691555"/>
                </a:lnTo>
                <a:lnTo>
                  <a:pt x="1417159" y="689884"/>
                </a:lnTo>
                <a:lnTo>
                  <a:pt x="1432076" y="687110"/>
                </a:lnTo>
                <a:lnTo>
                  <a:pt x="1446994" y="683260"/>
                </a:lnTo>
                <a:lnTo>
                  <a:pt x="1461911" y="678364"/>
                </a:lnTo>
                <a:lnTo>
                  <a:pt x="1476829" y="672454"/>
                </a:lnTo>
                <a:lnTo>
                  <a:pt x="1491746" y="665559"/>
                </a:lnTo>
                <a:lnTo>
                  <a:pt x="1506663" y="657714"/>
                </a:lnTo>
                <a:lnTo>
                  <a:pt x="1521581" y="648951"/>
                </a:lnTo>
                <a:lnTo>
                  <a:pt x="1536498" y="639306"/>
                </a:lnTo>
                <a:lnTo>
                  <a:pt x="1551416" y="628817"/>
                </a:lnTo>
                <a:lnTo>
                  <a:pt x="1566333" y="617523"/>
                </a:lnTo>
                <a:lnTo>
                  <a:pt x="1581251" y="605467"/>
                </a:lnTo>
                <a:lnTo>
                  <a:pt x="1596168" y="592693"/>
                </a:lnTo>
                <a:lnTo>
                  <a:pt x="1611086" y="579248"/>
                </a:lnTo>
                <a:lnTo>
                  <a:pt x="1626003" y="565183"/>
                </a:lnTo>
                <a:lnTo>
                  <a:pt x="1640921" y="550553"/>
                </a:lnTo>
                <a:lnTo>
                  <a:pt x="1655838" y="535414"/>
                </a:lnTo>
                <a:lnTo>
                  <a:pt x="1670756" y="519829"/>
                </a:lnTo>
                <a:lnTo>
                  <a:pt x="1685673" y="503862"/>
                </a:lnTo>
                <a:lnTo>
                  <a:pt x="1700590" y="487581"/>
                </a:lnTo>
                <a:lnTo>
                  <a:pt x="1715508" y="471058"/>
                </a:lnTo>
                <a:lnTo>
                  <a:pt x="1730425" y="454368"/>
                </a:lnTo>
                <a:lnTo>
                  <a:pt x="1745343" y="437589"/>
                </a:lnTo>
                <a:lnTo>
                  <a:pt x="1760260" y="420802"/>
                </a:lnTo>
                <a:lnTo>
                  <a:pt x="1775178" y="404091"/>
                </a:lnTo>
                <a:lnTo>
                  <a:pt x="1790095" y="387540"/>
                </a:lnTo>
                <a:lnTo>
                  <a:pt x="1805013" y="371237"/>
                </a:lnTo>
                <a:lnTo>
                  <a:pt x="1819930" y="355268"/>
                </a:lnTo>
                <a:lnTo>
                  <a:pt x="1834848" y="339721"/>
                </a:lnTo>
                <a:lnTo>
                  <a:pt x="1849765" y="324684"/>
                </a:lnTo>
                <a:lnTo>
                  <a:pt x="1864683" y="310243"/>
                </a:lnTo>
                <a:lnTo>
                  <a:pt x="1879600" y="296483"/>
                </a:lnTo>
                <a:lnTo>
                  <a:pt x="1894517" y="283485"/>
                </a:lnTo>
                <a:lnTo>
                  <a:pt x="1909435" y="271327"/>
                </a:lnTo>
                <a:lnTo>
                  <a:pt x="1924352" y="260085"/>
                </a:lnTo>
                <a:lnTo>
                  <a:pt x="1939270" y="249829"/>
                </a:lnTo>
                <a:lnTo>
                  <a:pt x="1954187" y="240623"/>
                </a:lnTo>
                <a:lnTo>
                  <a:pt x="1969105" y="232525"/>
                </a:lnTo>
                <a:lnTo>
                  <a:pt x="1984022" y="225589"/>
                </a:lnTo>
                <a:lnTo>
                  <a:pt x="1998940" y="219858"/>
                </a:lnTo>
                <a:lnTo>
                  <a:pt x="2013857" y="215371"/>
                </a:lnTo>
                <a:lnTo>
                  <a:pt x="2028775" y="212156"/>
                </a:lnTo>
                <a:lnTo>
                  <a:pt x="2043692" y="210236"/>
                </a:lnTo>
                <a:lnTo>
                  <a:pt x="2058610" y="209622"/>
                </a:lnTo>
                <a:lnTo>
                  <a:pt x="2073527" y="210320"/>
                </a:lnTo>
                <a:lnTo>
                  <a:pt x="2088444" y="212324"/>
                </a:lnTo>
                <a:lnTo>
                  <a:pt x="2103362" y="215622"/>
                </a:lnTo>
                <a:lnTo>
                  <a:pt x="2118279" y="220191"/>
                </a:lnTo>
                <a:lnTo>
                  <a:pt x="2133197" y="226004"/>
                </a:lnTo>
                <a:lnTo>
                  <a:pt x="2148114" y="233022"/>
                </a:lnTo>
                <a:lnTo>
                  <a:pt x="2163032" y="241200"/>
                </a:lnTo>
                <a:lnTo>
                  <a:pt x="2177949" y="250486"/>
                </a:lnTo>
                <a:lnTo>
                  <a:pt x="2192867" y="260822"/>
                </a:lnTo>
                <a:lnTo>
                  <a:pt x="2207784" y="272145"/>
                </a:lnTo>
                <a:lnTo>
                  <a:pt x="2222702" y="284383"/>
                </a:lnTo>
                <a:lnTo>
                  <a:pt x="2237619" y="297465"/>
                </a:lnTo>
                <a:lnTo>
                  <a:pt x="2252537" y="311312"/>
                </a:lnTo>
                <a:lnTo>
                  <a:pt x="2267454" y="325844"/>
                </a:lnTo>
                <a:lnTo>
                  <a:pt x="2282371" y="340979"/>
                </a:lnTo>
                <a:lnTo>
                  <a:pt x="2297289" y="356632"/>
                </a:lnTo>
                <a:lnTo>
                  <a:pt x="2312206" y="372719"/>
                </a:lnTo>
                <a:lnTo>
                  <a:pt x="2327124" y="389156"/>
                </a:lnTo>
                <a:lnTo>
                  <a:pt x="2342041" y="405859"/>
                </a:lnTo>
                <a:lnTo>
                  <a:pt x="2356959" y="422746"/>
                </a:lnTo>
                <a:lnTo>
                  <a:pt x="2371876" y="439736"/>
                </a:lnTo>
                <a:lnTo>
                  <a:pt x="2386794" y="456754"/>
                </a:lnTo>
                <a:lnTo>
                  <a:pt x="2401711" y="473724"/>
                </a:lnTo>
                <a:lnTo>
                  <a:pt x="2416629" y="490577"/>
                </a:lnTo>
                <a:lnTo>
                  <a:pt x="2431546" y="507247"/>
                </a:lnTo>
                <a:lnTo>
                  <a:pt x="2446463" y="523672"/>
                </a:lnTo>
                <a:lnTo>
                  <a:pt x="2461381" y="539797"/>
                </a:lnTo>
                <a:lnTo>
                  <a:pt x="2476298" y="555569"/>
                </a:lnTo>
                <a:lnTo>
                  <a:pt x="2491216" y="570942"/>
                </a:lnTo>
                <a:lnTo>
                  <a:pt x="2506133" y="585875"/>
                </a:lnTo>
                <a:lnTo>
                  <a:pt x="2521051" y="600332"/>
                </a:lnTo>
                <a:lnTo>
                  <a:pt x="2535968" y="614284"/>
                </a:lnTo>
                <a:lnTo>
                  <a:pt x="2550886" y="627705"/>
                </a:lnTo>
                <a:lnTo>
                  <a:pt x="2565803" y="640574"/>
                </a:lnTo>
                <a:lnTo>
                  <a:pt x="2580721" y="652876"/>
                </a:lnTo>
                <a:lnTo>
                  <a:pt x="2595638" y="664602"/>
                </a:lnTo>
                <a:lnTo>
                  <a:pt x="2610556" y="675744"/>
                </a:lnTo>
                <a:lnTo>
                  <a:pt x="2625473" y="686300"/>
                </a:lnTo>
                <a:lnTo>
                  <a:pt x="2640390" y="696274"/>
                </a:lnTo>
                <a:lnTo>
                  <a:pt x="2655308" y="705669"/>
                </a:lnTo>
                <a:lnTo>
                  <a:pt x="2670225" y="714494"/>
                </a:lnTo>
                <a:lnTo>
                  <a:pt x="2685143" y="722761"/>
                </a:lnTo>
                <a:lnTo>
                  <a:pt x="2700060" y="730484"/>
                </a:lnTo>
                <a:lnTo>
                  <a:pt x="2714978" y="737678"/>
                </a:lnTo>
                <a:lnTo>
                  <a:pt x="2729895" y="744362"/>
                </a:lnTo>
                <a:lnTo>
                  <a:pt x="2744813" y="750556"/>
                </a:lnTo>
                <a:lnTo>
                  <a:pt x="2759730" y="756279"/>
                </a:lnTo>
                <a:lnTo>
                  <a:pt x="2774648" y="761554"/>
                </a:lnTo>
                <a:lnTo>
                  <a:pt x="2789565" y="766403"/>
                </a:lnTo>
                <a:lnTo>
                  <a:pt x="2804483" y="770849"/>
                </a:lnTo>
                <a:lnTo>
                  <a:pt x="2819400" y="774914"/>
                </a:lnTo>
              </a:path>
            </a:pathLst>
          </a:custGeom>
          <a:noFill/>
          <a:ln w="29528">
            <a:solidFill>
              <a:srgbClr val="246A96"/>
            </a:solidFill>
            <a:prstDash val="solid"/>
          </a:ln>
        </p:spPr>
      </p:sp>
      <p:sp>
        <p:nvSpPr>
          <p:cNvPr id="366" name="square-law-oscillations">
            <a:extLst>
              <a:ext uri="{FF2B5EF4-FFF2-40B4-BE49-F238E27FC236}">
                <a16:creationId xmlns:a16="http://schemas.microsoft.com/office/drawing/2014/main" id="{359AD4F1-264D-4B78-ACDF-DC74DFD2D830}"/>
              </a:ext>
            </a:extLst>
          </p:cNvPr>
          <p:cNvSpPr>
            <a:spLocks noGrp="1"/>
          </p:cNvSpPr>
          <p:nvPr/>
        </p:nvSpPr>
        <p:spPr>
          <a:xfrm>
            <a:off x="2528233" y="6287389"/>
            <a:ext cx="9134242" cy="1316301"/>
          </a:xfrm>
          <a:custGeom>
            <a:avLst/>
            <a:gdLst/>
            <a:ahLst/>
            <a:cxnLst/>
            <a:rect l="0" t="0" r="0" b="0"/>
            <a:pathLst>
              <a:path w="2819400" h="1316301">
                <a:moveTo>
                  <a:pt x="0" y="1316301"/>
                </a:moveTo>
                <a:lnTo>
                  <a:pt x="7066" y="1305369"/>
                </a:lnTo>
                <a:lnTo>
                  <a:pt x="14132" y="1273642"/>
                </a:lnTo>
                <a:lnTo>
                  <a:pt x="21198" y="1223434"/>
                </a:lnTo>
                <a:lnTo>
                  <a:pt x="28265" y="1158531"/>
                </a:lnTo>
                <a:lnTo>
                  <a:pt x="35331" y="1083905"/>
                </a:lnTo>
                <a:lnTo>
                  <a:pt x="42397" y="1005326"/>
                </a:lnTo>
                <a:lnTo>
                  <a:pt x="49463" y="928914"/>
                </a:lnTo>
                <a:lnTo>
                  <a:pt x="56529" y="860659"/>
                </a:lnTo>
                <a:lnTo>
                  <a:pt x="63595" y="805945"/>
                </a:lnTo>
                <a:lnTo>
                  <a:pt x="70662" y="769127"/>
                </a:lnTo>
                <a:lnTo>
                  <a:pt x="77728" y="753171"/>
                </a:lnTo>
                <a:lnTo>
                  <a:pt x="84794" y="759417"/>
                </a:lnTo>
                <a:lnTo>
                  <a:pt x="91860" y="787452"/>
                </a:lnTo>
                <a:lnTo>
                  <a:pt x="98926" y="835127"/>
                </a:lnTo>
                <a:lnTo>
                  <a:pt x="105992" y="898708"/>
                </a:lnTo>
                <a:lnTo>
                  <a:pt x="113059" y="973157"/>
                </a:lnTo>
                <a:lnTo>
                  <a:pt x="120125" y="1052506"/>
                </a:lnTo>
                <a:lnTo>
                  <a:pt x="127191" y="1130321"/>
                </a:lnTo>
                <a:lnTo>
                  <a:pt x="134257" y="1200203"/>
                </a:lnTo>
                <a:lnTo>
                  <a:pt x="141323" y="1256287"/>
                </a:lnTo>
                <a:lnTo>
                  <a:pt x="148389" y="1293714"/>
                </a:lnTo>
                <a:lnTo>
                  <a:pt x="155456" y="1309025"/>
                </a:lnTo>
                <a:lnTo>
                  <a:pt x="162522" y="1300458"/>
                </a:lnTo>
                <a:lnTo>
                  <a:pt x="169588" y="1268104"/>
                </a:lnTo>
                <a:lnTo>
                  <a:pt x="176654" y="1213936"/>
                </a:lnTo>
                <a:lnTo>
                  <a:pt x="183720" y="1141677"/>
                </a:lnTo>
                <a:lnTo>
                  <a:pt x="190786" y="1056541"/>
                </a:lnTo>
                <a:lnTo>
                  <a:pt x="197853" y="964845"/>
                </a:lnTo>
                <a:lnTo>
                  <a:pt x="204919" y="873527"/>
                </a:lnTo>
                <a:lnTo>
                  <a:pt x="211985" y="789616"/>
                </a:lnTo>
                <a:lnTo>
                  <a:pt x="219051" y="719672"/>
                </a:lnTo>
                <a:lnTo>
                  <a:pt x="226117" y="669263"/>
                </a:lnTo>
                <a:lnTo>
                  <a:pt x="233183" y="642499"/>
                </a:lnTo>
                <a:lnTo>
                  <a:pt x="240250" y="641686"/>
                </a:lnTo>
                <a:lnTo>
                  <a:pt x="247316" y="667095"/>
                </a:lnTo>
                <a:lnTo>
                  <a:pt x="254382" y="716905"/>
                </a:lnTo>
                <a:lnTo>
                  <a:pt x="261448" y="787296"/>
                </a:lnTo>
                <a:lnTo>
                  <a:pt x="268514" y="872713"/>
                </a:lnTo>
                <a:lnTo>
                  <a:pt x="275580" y="966264"/>
                </a:lnTo>
                <a:lnTo>
                  <a:pt x="282647" y="1060239"/>
                </a:lnTo>
                <a:lnTo>
                  <a:pt x="289713" y="1146706"/>
                </a:lnTo>
                <a:lnTo>
                  <a:pt x="296779" y="1218138"/>
                </a:lnTo>
                <a:lnTo>
                  <a:pt x="303845" y="1268023"/>
                </a:lnTo>
                <a:lnTo>
                  <a:pt x="310911" y="1291412"/>
                </a:lnTo>
                <a:lnTo>
                  <a:pt x="317977" y="1285354"/>
                </a:lnTo>
                <a:lnTo>
                  <a:pt x="325044" y="1249182"/>
                </a:lnTo>
                <a:lnTo>
                  <a:pt x="332110" y="1184626"/>
                </a:lnTo>
                <a:lnTo>
                  <a:pt x="339176" y="1095736"/>
                </a:lnTo>
                <a:lnTo>
                  <a:pt x="346242" y="988618"/>
                </a:lnTo>
                <a:lnTo>
                  <a:pt x="353308" y="870995"/>
                </a:lnTo>
                <a:lnTo>
                  <a:pt x="360374" y="751629"/>
                </a:lnTo>
                <a:lnTo>
                  <a:pt x="367441" y="639639"/>
                </a:lnTo>
                <a:lnTo>
                  <a:pt x="374507" y="543778"/>
                </a:lnTo>
                <a:lnTo>
                  <a:pt x="381573" y="471710"/>
                </a:lnTo>
                <a:lnTo>
                  <a:pt x="388639" y="429366"/>
                </a:lnTo>
                <a:lnTo>
                  <a:pt x="395705" y="420416"/>
                </a:lnTo>
                <a:lnTo>
                  <a:pt x="402771" y="445908"/>
                </a:lnTo>
                <a:lnTo>
                  <a:pt x="409838" y="504118"/>
                </a:lnTo>
                <a:lnTo>
                  <a:pt x="416904" y="590615"/>
                </a:lnTo>
                <a:lnTo>
                  <a:pt x="423970" y="698552"/>
                </a:lnTo>
                <a:lnTo>
                  <a:pt x="431036" y="819160"/>
                </a:lnTo>
                <a:lnTo>
                  <a:pt x="438102" y="942415"/>
                </a:lnTo>
                <a:lnTo>
                  <a:pt x="445168" y="1057826"/>
                </a:lnTo>
                <a:lnTo>
                  <a:pt x="452235" y="1155278"/>
                </a:lnTo>
                <a:lnTo>
                  <a:pt x="459301" y="1225874"/>
                </a:lnTo>
                <a:lnTo>
                  <a:pt x="466367" y="1262689"/>
                </a:lnTo>
                <a:lnTo>
                  <a:pt x="473433" y="1261394"/>
                </a:lnTo>
                <a:lnTo>
                  <a:pt x="480499" y="1220670"/>
                </a:lnTo>
                <a:lnTo>
                  <a:pt x="487565" y="1142389"/>
                </a:lnTo>
                <a:lnTo>
                  <a:pt x="494632" y="1031541"/>
                </a:lnTo>
                <a:lnTo>
                  <a:pt x="501698" y="895895"/>
                </a:lnTo>
                <a:lnTo>
                  <a:pt x="508764" y="745423"/>
                </a:lnTo>
                <a:lnTo>
                  <a:pt x="515830" y="591531"/>
                </a:lnTo>
                <a:lnTo>
                  <a:pt x="522896" y="446153"/>
                </a:lnTo>
                <a:lnTo>
                  <a:pt x="529962" y="320780"/>
                </a:lnTo>
                <a:lnTo>
                  <a:pt x="537029" y="225503"/>
                </a:lnTo>
                <a:lnTo>
                  <a:pt x="544095" y="168154"/>
                </a:lnTo>
                <a:lnTo>
                  <a:pt x="551161" y="153619"/>
                </a:lnTo>
                <a:lnTo>
                  <a:pt x="558227" y="183372"/>
                </a:lnTo>
                <a:lnTo>
                  <a:pt x="565293" y="255298"/>
                </a:lnTo>
                <a:lnTo>
                  <a:pt x="572359" y="363798"/>
                </a:lnTo>
                <a:lnTo>
                  <a:pt x="579426" y="500192"/>
                </a:lnTo>
                <a:lnTo>
                  <a:pt x="586492" y="653384"/>
                </a:lnTo>
                <a:lnTo>
                  <a:pt x="593558" y="810745"/>
                </a:lnTo>
                <a:lnTo>
                  <a:pt x="600624" y="959126"/>
                </a:lnTo>
                <a:lnTo>
                  <a:pt x="607690" y="1085940"/>
                </a:lnTo>
                <a:lnTo>
                  <a:pt x="614756" y="1180216"/>
                </a:lnTo>
                <a:lnTo>
                  <a:pt x="621823" y="1233520"/>
                </a:lnTo>
                <a:lnTo>
                  <a:pt x="628889" y="1240691"/>
                </a:lnTo>
                <a:lnTo>
                  <a:pt x="635955" y="1200309"/>
                </a:lnTo>
                <a:lnTo>
                  <a:pt x="643021" y="1114852"/>
                </a:lnTo>
                <a:lnTo>
                  <a:pt x="650087" y="990536"/>
                </a:lnTo>
                <a:lnTo>
                  <a:pt x="657153" y="836840"/>
                </a:lnTo>
                <a:lnTo>
                  <a:pt x="664220" y="665753"/>
                </a:lnTo>
                <a:lnTo>
                  <a:pt x="671286" y="490806"/>
                </a:lnTo>
                <a:lnTo>
                  <a:pt x="678352" y="325963"/>
                </a:lnTo>
                <a:lnTo>
                  <a:pt x="685418" y="184478"/>
                </a:lnTo>
                <a:lnTo>
                  <a:pt x="692484" y="77790"/>
                </a:lnTo>
                <a:lnTo>
                  <a:pt x="699550" y="14572"/>
                </a:lnTo>
                <a:lnTo>
                  <a:pt x="706617" y="0"/>
                </a:lnTo>
                <a:lnTo>
                  <a:pt x="713683" y="35314"/>
                </a:lnTo>
                <a:lnTo>
                  <a:pt x="720749" y="117702"/>
                </a:lnTo>
                <a:lnTo>
                  <a:pt x="727815" y="240521"/>
                </a:lnTo>
                <a:lnTo>
                  <a:pt x="734881" y="393840"/>
                </a:lnTo>
                <a:lnTo>
                  <a:pt x="741947" y="565253"/>
                </a:lnTo>
                <a:lnTo>
                  <a:pt x="749014" y="740902"/>
                </a:lnTo>
                <a:lnTo>
                  <a:pt x="756080" y="906621"/>
                </a:lnTo>
                <a:lnTo>
                  <a:pt x="763146" y="1049100"/>
                </a:lnTo>
                <a:lnTo>
                  <a:pt x="770212" y="1156976"/>
                </a:lnTo>
                <a:lnTo>
                  <a:pt x="777278" y="1221769"/>
                </a:lnTo>
                <a:lnTo>
                  <a:pt x="784344" y="1238560"/>
                </a:lnTo>
                <a:lnTo>
                  <a:pt x="791411" y="1206386"/>
                </a:lnTo>
                <a:lnTo>
                  <a:pt x="798477" y="1128295"/>
                </a:lnTo>
                <a:lnTo>
                  <a:pt x="805543" y="1011072"/>
                </a:lnTo>
                <a:lnTo>
                  <a:pt x="812609" y="864656"/>
                </a:lnTo>
                <a:lnTo>
                  <a:pt x="819675" y="701307"/>
                </a:lnTo>
                <a:lnTo>
                  <a:pt x="826741" y="534572"/>
                </a:lnTo>
                <a:lnTo>
                  <a:pt x="833808" y="378175"/>
                </a:lnTo>
                <a:lnTo>
                  <a:pt x="840874" y="244884"/>
                </a:lnTo>
                <a:lnTo>
                  <a:pt x="847940" y="145478"/>
                </a:lnTo>
                <a:lnTo>
                  <a:pt x="855006" y="87888"/>
                </a:lnTo>
                <a:lnTo>
                  <a:pt x="862072" y="76583"/>
                </a:lnTo>
                <a:lnTo>
                  <a:pt x="869138" y="112244"/>
                </a:lnTo>
                <a:lnTo>
                  <a:pt x="876205" y="191763"/>
                </a:lnTo>
                <a:lnTo>
                  <a:pt x="883271" y="308542"/>
                </a:lnTo>
                <a:lnTo>
                  <a:pt x="890337" y="453083"/>
                </a:lnTo>
                <a:lnTo>
                  <a:pt x="897403" y="613802"/>
                </a:lnTo>
                <a:lnTo>
                  <a:pt x="904469" y="778004"/>
                </a:lnTo>
                <a:lnTo>
                  <a:pt x="911535" y="932932"/>
                </a:lnTo>
                <a:lnTo>
                  <a:pt x="918602" y="1066801"/>
                </a:lnTo>
                <a:lnTo>
                  <a:pt x="925668" y="1169735"/>
                </a:lnTo>
                <a:lnTo>
                  <a:pt x="932734" y="1234536"/>
                </a:lnTo>
                <a:lnTo>
                  <a:pt x="939800" y="1257210"/>
                </a:lnTo>
                <a:lnTo>
                  <a:pt x="946866" y="1237234"/>
                </a:lnTo>
                <a:lnTo>
                  <a:pt x="953932" y="1177525"/>
                </a:lnTo>
                <a:lnTo>
                  <a:pt x="960998" y="1084134"/>
                </a:lnTo>
                <a:lnTo>
                  <a:pt x="968065" y="965699"/>
                </a:lnTo>
                <a:lnTo>
                  <a:pt x="975131" y="832683"/>
                </a:lnTo>
                <a:lnTo>
                  <a:pt x="982197" y="696504"/>
                </a:lnTo>
                <a:lnTo>
                  <a:pt x="989263" y="568585"/>
                </a:lnTo>
                <a:lnTo>
                  <a:pt x="996329" y="459446"/>
                </a:lnTo>
                <a:lnTo>
                  <a:pt x="1003395" y="377871"/>
                </a:lnTo>
                <a:lnTo>
                  <a:pt x="1010462" y="330251"/>
                </a:lnTo>
                <a:lnTo>
                  <a:pt x="1017528" y="320123"/>
                </a:lnTo>
                <a:lnTo>
                  <a:pt x="1024594" y="347957"/>
                </a:lnTo>
                <a:lnTo>
                  <a:pt x="1031660" y="411193"/>
                </a:lnTo>
                <a:lnTo>
                  <a:pt x="1038726" y="504515"/>
                </a:lnTo>
                <a:lnTo>
                  <a:pt x="1045792" y="620340"/>
                </a:lnTo>
                <a:lnTo>
                  <a:pt x="1052859" y="749482"/>
                </a:lnTo>
                <a:lnTo>
                  <a:pt x="1059925" y="881917"/>
                </a:lnTo>
                <a:lnTo>
                  <a:pt x="1066991" y="1007596"/>
                </a:lnTo>
                <a:lnTo>
                  <a:pt x="1074057" y="1117247"/>
                </a:lnTo>
                <a:lnTo>
                  <a:pt x="1081123" y="1203084"/>
                </a:lnTo>
                <a:lnTo>
                  <a:pt x="1088189" y="1259388"/>
                </a:lnTo>
                <a:lnTo>
                  <a:pt x="1095256" y="1282899"/>
                </a:lnTo>
                <a:lnTo>
                  <a:pt x="1102322" y="1273017"/>
                </a:lnTo>
                <a:lnTo>
                  <a:pt x="1109388" y="1231779"/>
                </a:lnTo>
                <a:lnTo>
                  <a:pt x="1116454" y="1163630"/>
                </a:lnTo>
                <a:lnTo>
                  <a:pt x="1123520" y="1075018"/>
                </a:lnTo>
                <a:lnTo>
                  <a:pt x="1130586" y="973833"/>
                </a:lnTo>
                <a:lnTo>
                  <a:pt x="1137653" y="868756"/>
                </a:lnTo>
                <a:lnTo>
                  <a:pt x="1144719" y="768561"/>
                </a:lnTo>
                <a:lnTo>
                  <a:pt x="1151785" y="681425"/>
                </a:lnTo>
                <a:lnTo>
                  <a:pt x="1158851" y="614307"/>
                </a:lnTo>
                <a:lnTo>
                  <a:pt x="1165917" y="572431"/>
                </a:lnTo>
                <a:lnTo>
                  <a:pt x="1172983" y="558922"/>
                </a:lnTo>
                <a:lnTo>
                  <a:pt x="1180050" y="574611"/>
                </a:lnTo>
                <a:lnTo>
                  <a:pt x="1187116" y="618020"/>
                </a:lnTo>
                <a:lnTo>
                  <a:pt x="1194182" y="685532"/>
                </a:lnTo>
                <a:lnTo>
                  <a:pt x="1201248" y="771710"/>
                </a:lnTo>
                <a:lnTo>
                  <a:pt x="1208314" y="869764"/>
                </a:lnTo>
                <a:lnTo>
                  <a:pt x="1215380" y="972099"/>
                </a:lnTo>
                <a:lnTo>
                  <a:pt x="1222447" y="1070918"/>
                </a:lnTo>
                <a:lnTo>
                  <a:pt x="1229513" y="1158830"/>
                </a:lnTo>
                <a:lnTo>
                  <a:pt x="1236579" y="1229410"/>
                </a:lnTo>
                <a:lnTo>
                  <a:pt x="1243645" y="1277677"/>
                </a:lnTo>
                <a:lnTo>
                  <a:pt x="1250711" y="1300453"/>
                </a:lnTo>
                <a:lnTo>
                  <a:pt x="1257777" y="1296577"/>
                </a:lnTo>
                <a:lnTo>
                  <a:pt x="1264844" y="1266962"/>
                </a:lnTo>
                <a:lnTo>
                  <a:pt x="1271910" y="1214493"/>
                </a:lnTo>
                <a:lnTo>
                  <a:pt x="1278976" y="1143775"/>
                </a:lnTo>
                <a:lnTo>
                  <a:pt x="1286042" y="1060758"/>
                </a:lnTo>
                <a:lnTo>
                  <a:pt x="1293108" y="972262"/>
                </a:lnTo>
                <a:lnTo>
                  <a:pt x="1300174" y="885440"/>
                </a:lnTo>
                <a:lnTo>
                  <a:pt x="1307241" y="807228"/>
                </a:lnTo>
                <a:lnTo>
                  <a:pt x="1314307" y="743815"/>
                </a:lnTo>
                <a:lnTo>
                  <a:pt x="1321373" y="700172"/>
                </a:lnTo>
                <a:lnTo>
                  <a:pt x="1328439" y="679683"/>
                </a:lnTo>
                <a:lnTo>
                  <a:pt x="1335505" y="683900"/>
                </a:lnTo>
                <a:lnTo>
                  <a:pt x="1342571" y="712432"/>
                </a:lnTo>
                <a:lnTo>
                  <a:pt x="1349638" y="762990"/>
                </a:lnTo>
                <a:lnTo>
                  <a:pt x="1356704" y="831575"/>
                </a:lnTo>
                <a:lnTo>
                  <a:pt x="1363770" y="912791"/>
                </a:lnTo>
                <a:lnTo>
                  <a:pt x="1370836" y="1000265"/>
                </a:lnTo>
                <a:lnTo>
                  <a:pt x="1377902" y="1087142"/>
                </a:lnTo>
                <a:lnTo>
                  <a:pt x="1384968" y="1166615"/>
                </a:lnTo>
                <a:lnTo>
                  <a:pt x="1392035" y="1232448"/>
                </a:lnTo>
                <a:lnTo>
                  <a:pt x="1399101" y="1279457"/>
                </a:lnTo>
                <a:lnTo>
                  <a:pt x="1406167" y="1303912"/>
                </a:lnTo>
                <a:lnTo>
                  <a:pt x="1413233" y="1303830"/>
                </a:lnTo>
                <a:lnTo>
                  <a:pt x="1420299" y="1279124"/>
                </a:lnTo>
                <a:lnTo>
                  <a:pt x="1427365" y="1231626"/>
                </a:lnTo>
                <a:lnTo>
                  <a:pt x="1434432" y="1164943"/>
                </a:lnTo>
                <a:lnTo>
                  <a:pt x="1441498" y="1084192"/>
                </a:lnTo>
                <a:lnTo>
                  <a:pt x="1448564" y="995608"/>
                </a:lnTo>
                <a:lnTo>
                  <a:pt x="1455630" y="906065"/>
                </a:lnTo>
                <a:lnTo>
                  <a:pt x="1462696" y="822549"/>
                </a:lnTo>
                <a:lnTo>
                  <a:pt x="1469762" y="751611"/>
                </a:lnTo>
                <a:lnTo>
                  <a:pt x="1476829" y="698856"/>
                </a:lnTo>
                <a:lnTo>
                  <a:pt x="1483895" y="668495"/>
                </a:lnTo>
                <a:lnTo>
                  <a:pt x="1490961" y="663005"/>
                </a:lnTo>
                <a:lnTo>
                  <a:pt x="1498027" y="682918"/>
                </a:lnTo>
                <a:lnTo>
                  <a:pt x="1505093" y="726757"/>
                </a:lnTo>
                <a:lnTo>
                  <a:pt x="1512159" y="791130"/>
                </a:lnTo>
                <a:lnTo>
                  <a:pt x="1519226" y="870975"/>
                </a:lnTo>
                <a:lnTo>
                  <a:pt x="1526292" y="959939"/>
                </a:lnTo>
                <a:lnTo>
                  <a:pt x="1533358" y="1050859"/>
                </a:lnTo>
                <a:lnTo>
                  <a:pt x="1540424" y="1136315"/>
                </a:lnTo>
                <a:lnTo>
                  <a:pt x="1547490" y="1209214"/>
                </a:lnTo>
                <a:lnTo>
                  <a:pt x="1554556" y="1263355"/>
                </a:lnTo>
                <a:lnTo>
                  <a:pt x="1561623" y="1293932"/>
                </a:lnTo>
                <a:lnTo>
                  <a:pt x="1568689" y="1297934"/>
                </a:lnTo>
                <a:lnTo>
                  <a:pt x="1575755" y="1274411"/>
                </a:lnTo>
                <a:lnTo>
                  <a:pt x="1582821" y="1224587"/>
                </a:lnTo>
                <a:lnTo>
                  <a:pt x="1589887" y="1151791"/>
                </a:lnTo>
                <a:lnTo>
                  <a:pt x="1596953" y="1061234"/>
                </a:lnTo>
                <a:lnTo>
                  <a:pt x="1604020" y="959621"/>
                </a:lnTo>
                <a:lnTo>
                  <a:pt x="1611086" y="854643"/>
                </a:lnTo>
                <a:lnTo>
                  <a:pt x="1618152" y="754384"/>
                </a:lnTo>
                <a:lnTo>
                  <a:pt x="1625218" y="666681"/>
                </a:lnTo>
                <a:lnTo>
                  <a:pt x="1632284" y="598495"/>
                </a:lnTo>
                <a:lnTo>
                  <a:pt x="1639350" y="555334"/>
                </a:lnTo>
                <a:lnTo>
                  <a:pt x="1646417" y="540793"/>
                </a:lnTo>
                <a:lnTo>
                  <a:pt x="1653483" y="556227"/>
                </a:lnTo>
                <a:lnTo>
                  <a:pt x="1660549" y="600603"/>
                </a:lnTo>
                <a:lnTo>
                  <a:pt x="1667615" y="670540"/>
                </a:lnTo>
                <a:lnTo>
                  <a:pt x="1674681" y="760535"/>
                </a:lnTo>
                <a:lnTo>
                  <a:pt x="1681747" y="863368"/>
                </a:lnTo>
                <a:lnTo>
                  <a:pt x="1688814" y="970654"/>
                </a:lnTo>
                <a:lnTo>
                  <a:pt x="1695880" y="1073494"/>
                </a:lnTo>
                <a:lnTo>
                  <a:pt x="1702946" y="1163182"/>
                </a:lnTo>
                <a:lnTo>
                  <a:pt x="1710012" y="1231915"/>
                </a:lnTo>
                <a:lnTo>
                  <a:pt x="1717078" y="1273439"/>
                </a:lnTo>
                <a:lnTo>
                  <a:pt x="1724144" y="1283582"/>
                </a:lnTo>
                <a:lnTo>
                  <a:pt x="1731211" y="1260632"/>
                </a:lnTo>
                <a:lnTo>
                  <a:pt x="1738277" y="1205517"/>
                </a:lnTo>
                <a:lnTo>
                  <a:pt x="1745343" y="1121785"/>
                </a:lnTo>
                <a:lnTo>
                  <a:pt x="1752409" y="1015358"/>
                </a:lnTo>
                <a:lnTo>
                  <a:pt x="1759475" y="894097"/>
                </a:lnTo>
                <a:lnTo>
                  <a:pt x="1766541" y="767200"/>
                </a:lnTo>
                <a:lnTo>
                  <a:pt x="1773608" y="644480"/>
                </a:lnTo>
                <a:lnTo>
                  <a:pt x="1780674" y="535576"/>
                </a:lnTo>
                <a:lnTo>
                  <a:pt x="1787740" y="449170"/>
                </a:lnTo>
                <a:lnTo>
                  <a:pt x="1794806" y="392265"/>
                </a:lnTo>
                <a:lnTo>
                  <a:pt x="1801872" y="369587"/>
                </a:lnTo>
                <a:lnTo>
                  <a:pt x="1808938" y="383164"/>
                </a:lnTo>
                <a:lnTo>
                  <a:pt x="1816005" y="432117"/>
                </a:lnTo>
                <a:lnTo>
                  <a:pt x="1823071" y="512687"/>
                </a:lnTo>
                <a:lnTo>
                  <a:pt x="1830137" y="618495"/>
                </a:lnTo>
                <a:lnTo>
                  <a:pt x="1837203" y="741024"/>
                </a:lnTo>
                <a:lnTo>
                  <a:pt x="1844269" y="870281"/>
                </a:lnTo>
                <a:lnTo>
                  <a:pt x="1851335" y="995589"/>
                </a:lnTo>
                <a:lnTo>
                  <a:pt x="1858402" y="1106452"/>
                </a:lnTo>
                <a:lnTo>
                  <a:pt x="1865468" y="1193411"/>
                </a:lnTo>
                <a:lnTo>
                  <a:pt x="1872534" y="1248831"/>
                </a:lnTo>
                <a:lnTo>
                  <a:pt x="1879600" y="1267551"/>
                </a:lnTo>
                <a:lnTo>
                  <a:pt x="1886666" y="1247335"/>
                </a:lnTo>
                <a:lnTo>
                  <a:pt x="1893732" y="1189091"/>
                </a:lnTo>
                <a:lnTo>
                  <a:pt x="1900798" y="1096837"/>
                </a:lnTo>
                <a:lnTo>
                  <a:pt x="1907865" y="977407"/>
                </a:lnTo>
                <a:lnTo>
                  <a:pt x="1914931" y="839926"/>
                </a:lnTo>
                <a:lnTo>
                  <a:pt x="1921997" y="695089"/>
                </a:lnTo>
                <a:lnTo>
                  <a:pt x="1929063" y="554303"/>
                </a:lnTo>
                <a:lnTo>
                  <a:pt x="1936129" y="428762"/>
                </a:lnTo>
                <a:lnTo>
                  <a:pt x="1943195" y="328532"/>
                </a:lnTo>
                <a:lnTo>
                  <a:pt x="1950262" y="261717"/>
                </a:lnTo>
                <a:lnTo>
                  <a:pt x="1957328" y="233784"/>
                </a:lnTo>
                <a:lnTo>
                  <a:pt x="1964394" y="247090"/>
                </a:lnTo>
                <a:lnTo>
                  <a:pt x="1971460" y="300671"/>
                </a:lnTo>
                <a:lnTo>
                  <a:pt x="1978526" y="390295"/>
                </a:lnTo>
                <a:lnTo>
                  <a:pt x="1985592" y="508789"/>
                </a:lnTo>
                <a:lnTo>
                  <a:pt x="1992659" y="646606"/>
                </a:lnTo>
                <a:lnTo>
                  <a:pt x="1999725" y="792593"/>
                </a:lnTo>
                <a:lnTo>
                  <a:pt x="2006791" y="934894"/>
                </a:lnTo>
                <a:lnTo>
                  <a:pt x="2013857" y="1061913"/>
                </a:lnTo>
                <a:lnTo>
                  <a:pt x="2020923" y="1163266"/>
                </a:lnTo>
                <a:lnTo>
                  <a:pt x="2027989" y="1230632"/>
                </a:lnTo>
                <a:lnTo>
                  <a:pt x="2035056" y="1258435"/>
                </a:lnTo>
                <a:lnTo>
                  <a:pt x="2042122" y="1244310"/>
                </a:lnTo>
                <a:lnTo>
                  <a:pt x="2049188" y="1189304"/>
                </a:lnTo>
                <a:lnTo>
                  <a:pt x="2056254" y="1097788"/>
                </a:lnTo>
                <a:lnTo>
                  <a:pt x="2063320" y="977111"/>
                </a:lnTo>
                <a:lnTo>
                  <a:pt x="2070386" y="836999"/>
                </a:lnTo>
                <a:lnTo>
                  <a:pt x="2077453" y="688760"/>
                </a:lnTo>
                <a:lnTo>
                  <a:pt x="2084519" y="544366"/>
                </a:lnTo>
                <a:lnTo>
                  <a:pt x="2091585" y="415472"/>
                </a:lnTo>
                <a:lnTo>
                  <a:pt x="2098651" y="312468"/>
                </a:lnTo>
                <a:lnTo>
                  <a:pt x="2105717" y="243639"/>
                </a:lnTo>
                <a:lnTo>
                  <a:pt x="2112783" y="214492"/>
                </a:lnTo>
                <a:lnTo>
                  <a:pt x="2119850" y="227318"/>
                </a:lnTo>
                <a:lnTo>
                  <a:pt x="2126916" y="281020"/>
                </a:lnTo>
                <a:lnTo>
                  <a:pt x="2133982" y="371210"/>
                </a:lnTo>
                <a:lnTo>
                  <a:pt x="2141048" y="490589"/>
                </a:lnTo>
                <a:lnTo>
                  <a:pt x="2148114" y="629549"/>
                </a:lnTo>
                <a:lnTo>
                  <a:pt x="2155180" y="776969"/>
                </a:lnTo>
                <a:lnTo>
                  <a:pt x="2162247" y="921128"/>
                </a:lnTo>
                <a:lnTo>
                  <a:pt x="2169313" y="1050656"/>
                </a:lnTo>
                <a:lnTo>
                  <a:pt x="2176379" y="1155461"/>
                </a:lnTo>
                <a:lnTo>
                  <a:pt x="2183445" y="1227529"/>
                </a:lnTo>
                <a:lnTo>
                  <a:pt x="2190511" y="1261563"/>
                </a:lnTo>
                <a:lnTo>
                  <a:pt x="2197577" y="1255385"/>
                </a:lnTo>
                <a:lnTo>
                  <a:pt x="2204644" y="1210086"/>
                </a:lnTo>
                <a:lnTo>
                  <a:pt x="2211710" y="1129903"/>
                </a:lnTo>
                <a:lnTo>
                  <a:pt x="2218776" y="1021850"/>
                </a:lnTo>
                <a:lnTo>
                  <a:pt x="2225842" y="895116"/>
                </a:lnTo>
                <a:lnTo>
                  <a:pt x="2232908" y="760303"/>
                </a:lnTo>
                <a:lnTo>
                  <a:pt x="2239974" y="628551"/>
                </a:lnTo>
                <a:lnTo>
                  <a:pt x="2247041" y="510632"/>
                </a:lnTo>
                <a:lnTo>
                  <a:pt x="2254107" y="416085"/>
                </a:lnTo>
                <a:lnTo>
                  <a:pt x="2261173" y="352464"/>
                </a:lnTo>
                <a:lnTo>
                  <a:pt x="2268239" y="324749"/>
                </a:lnTo>
                <a:lnTo>
                  <a:pt x="2275305" y="334986"/>
                </a:lnTo>
                <a:lnTo>
                  <a:pt x="2282371" y="382153"/>
                </a:lnTo>
                <a:lnTo>
                  <a:pt x="2289438" y="462291"/>
                </a:lnTo>
                <a:lnTo>
                  <a:pt x="2296504" y="568862"/>
                </a:lnTo>
                <a:lnTo>
                  <a:pt x="2303570" y="693311"/>
                </a:lnTo>
                <a:lnTo>
                  <a:pt x="2310636" y="825783"/>
                </a:lnTo>
                <a:lnTo>
                  <a:pt x="2317702" y="955936"/>
                </a:lnTo>
                <a:lnTo>
                  <a:pt x="2324768" y="1073771"/>
                </a:lnTo>
                <a:lnTo>
                  <a:pt x="2331835" y="1170438"/>
                </a:lnTo>
                <a:lnTo>
                  <a:pt x="2338901" y="1238916"/>
                </a:lnTo>
                <a:lnTo>
                  <a:pt x="2345967" y="1274551"/>
                </a:lnTo>
                <a:lnTo>
                  <a:pt x="2353033" y="1275387"/>
                </a:lnTo>
                <a:lnTo>
                  <a:pt x="2360099" y="1242277"/>
                </a:lnTo>
                <a:lnTo>
                  <a:pt x="2367165" y="1178763"/>
                </a:lnTo>
                <a:lnTo>
                  <a:pt x="2374232" y="1090753"/>
                </a:lnTo>
                <a:lnTo>
                  <a:pt x="2381298" y="986001"/>
                </a:lnTo>
                <a:lnTo>
                  <a:pt x="2388364" y="873463"/>
                </a:lnTo>
                <a:lnTo>
                  <a:pt x="2395430" y="762552"/>
                </a:lnTo>
                <a:lnTo>
                  <a:pt x="2402496" y="662391"/>
                </a:lnTo>
                <a:lnTo>
                  <a:pt x="2409562" y="581081"/>
                </a:lnTo>
                <a:lnTo>
                  <a:pt x="2416629" y="525084"/>
                </a:lnTo>
                <a:lnTo>
                  <a:pt x="2423695" y="498735"/>
                </a:lnTo>
                <a:lnTo>
                  <a:pt x="2430761" y="503935"/>
                </a:lnTo>
                <a:lnTo>
                  <a:pt x="2437827" y="540049"/>
                </a:lnTo>
                <a:lnTo>
                  <a:pt x="2444893" y="604000"/>
                </a:lnTo>
                <a:lnTo>
                  <a:pt x="2451959" y="690559"/>
                </a:lnTo>
                <a:lnTo>
                  <a:pt x="2459026" y="792800"/>
                </a:lnTo>
                <a:lnTo>
                  <a:pt x="2466092" y="902677"/>
                </a:lnTo>
                <a:lnTo>
                  <a:pt x="2473158" y="1011684"/>
                </a:lnTo>
                <a:lnTo>
                  <a:pt x="2480224" y="1111535"/>
                </a:lnTo>
                <a:lnTo>
                  <a:pt x="2487290" y="1194811"/>
                </a:lnTo>
                <a:lnTo>
                  <a:pt x="2494356" y="1255535"/>
                </a:lnTo>
                <a:lnTo>
                  <a:pt x="2501423" y="1289616"/>
                </a:lnTo>
                <a:lnTo>
                  <a:pt x="2508489" y="1295130"/>
                </a:lnTo>
                <a:lnTo>
                  <a:pt x="2515555" y="1272444"/>
                </a:lnTo>
                <a:lnTo>
                  <a:pt x="2522621" y="1224133"/>
                </a:lnTo>
                <a:lnTo>
                  <a:pt x="2529687" y="1154746"/>
                </a:lnTo>
                <a:lnTo>
                  <a:pt x="2536753" y="1070409"/>
                </a:lnTo>
                <a:lnTo>
                  <a:pt x="2543820" y="978317"/>
                </a:lnTo>
                <a:lnTo>
                  <a:pt x="2550886" y="886146"/>
                </a:lnTo>
                <a:lnTo>
                  <a:pt x="2557952" y="801445"/>
                </a:lnTo>
                <a:lnTo>
                  <a:pt x="2565018" y="731043"/>
                </a:lnTo>
                <a:lnTo>
                  <a:pt x="2572084" y="680525"/>
                </a:lnTo>
                <a:lnTo>
                  <a:pt x="2579150" y="653817"/>
                </a:lnTo>
                <a:lnTo>
                  <a:pt x="2586217" y="652898"/>
                </a:lnTo>
                <a:lnTo>
                  <a:pt x="2593283" y="677687"/>
                </a:lnTo>
                <a:lnTo>
                  <a:pt x="2600349" y="726073"/>
                </a:lnTo>
                <a:lnTo>
                  <a:pt x="2607415" y="794116"/>
                </a:lnTo>
                <a:lnTo>
                  <a:pt x="2614481" y="876385"/>
                </a:lnTo>
                <a:lnTo>
                  <a:pt x="2621547" y="966404"/>
                </a:lnTo>
                <a:lnTo>
                  <a:pt x="2628614" y="1057178"/>
                </a:lnTo>
                <a:lnTo>
                  <a:pt x="2635680" y="1141744"/>
                </a:lnTo>
                <a:lnTo>
                  <a:pt x="2642746" y="1213721"/>
                </a:lnTo>
                <a:lnTo>
                  <a:pt x="2649812" y="1267798"/>
                </a:lnTo>
                <a:lnTo>
                  <a:pt x="2656878" y="1300136"/>
                </a:lnTo>
                <a:lnTo>
                  <a:pt x="2663944" y="1308651"/>
                </a:lnTo>
                <a:lnTo>
                  <a:pt x="2671011" y="1293152"/>
                </a:lnTo>
                <a:lnTo>
                  <a:pt x="2678077" y="1255334"/>
                </a:lnTo>
                <a:lnTo>
                  <a:pt x="2685143" y="1198619"/>
                </a:lnTo>
                <a:lnTo>
                  <a:pt x="2692209" y="1127871"/>
                </a:lnTo>
                <a:lnTo>
                  <a:pt x="2699275" y="1048996"/>
                </a:lnTo>
                <a:lnTo>
                  <a:pt x="2706341" y="968467"/>
                </a:lnTo>
                <a:lnTo>
                  <a:pt x="2713408" y="892813"/>
                </a:lnTo>
                <a:lnTo>
                  <a:pt x="2720474" y="828105"/>
                </a:lnTo>
                <a:lnTo>
                  <a:pt x="2727540" y="779486"/>
                </a:lnTo>
                <a:lnTo>
                  <a:pt x="2734606" y="750776"/>
                </a:lnTo>
                <a:lnTo>
                  <a:pt x="2741672" y="744188"/>
                </a:lnTo>
                <a:lnTo>
                  <a:pt x="2748738" y="760166"/>
                </a:lnTo>
                <a:lnTo>
                  <a:pt x="2755805" y="797370"/>
                </a:lnTo>
                <a:lnTo>
                  <a:pt x="2762871" y="852795"/>
                </a:lnTo>
                <a:lnTo>
                  <a:pt x="2769937" y="922022"/>
                </a:lnTo>
                <a:lnTo>
                  <a:pt x="2777003" y="999573"/>
                </a:lnTo>
                <a:lnTo>
                  <a:pt x="2784069" y="1079356"/>
                </a:lnTo>
                <a:lnTo>
                  <a:pt x="2791135" y="1155143"/>
                </a:lnTo>
                <a:lnTo>
                  <a:pt x="2798202" y="1221063"/>
                </a:lnTo>
                <a:lnTo>
                  <a:pt x="2805268" y="1272060"/>
                </a:lnTo>
                <a:lnTo>
                  <a:pt x="2812334" y="1304286"/>
                </a:lnTo>
                <a:lnTo>
                  <a:pt x="2819400" y="1315395"/>
                </a:lnTo>
              </a:path>
            </a:pathLst>
          </a:custGeom>
          <a:noFill/>
          <a:ln w="12859">
            <a:solidFill>
              <a:srgbClr val="89A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7" name="visual-19">
            <a:extLst>
              <a:ext uri="{FF2B5EF4-FFF2-40B4-BE49-F238E27FC236}">
                <a16:creationId xmlns:a16="http://schemas.microsoft.com/office/drawing/2014/main" id="{A4D5FF9F-1AC0-4928-9C0D-C78CA9898358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38045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68" name="path-20">
            <a:extLst>
              <a:ext uri="{FF2B5EF4-FFF2-40B4-BE49-F238E27FC236}">
                <a16:creationId xmlns:a16="http://schemas.microsoft.com/office/drawing/2014/main" id="{B579F22D-6DB4-43EA-9A32-5BCA2E353B24}"/>
              </a:ext>
            </a:extLst>
          </p:cNvPr>
          <p:cNvSpPr>
            <a:spLocks noGrp="1"/>
          </p:cNvSpPr>
          <p:nvPr/>
        </p:nvSpPr>
        <p:spPr>
          <a:xfrm>
            <a:off x="2525976" y="7282955"/>
            <a:ext cx="1016662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69" name="visual-21">
            <a:extLst>
              <a:ext uri="{FF2B5EF4-FFF2-40B4-BE49-F238E27FC236}">
                <a16:creationId xmlns:a16="http://schemas.microsoft.com/office/drawing/2014/main" id="{365E7DC6-C3D9-4329-B572-9C5B7247D9F3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62165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0" name="path-22">
            <a:extLst>
              <a:ext uri="{FF2B5EF4-FFF2-40B4-BE49-F238E27FC236}">
                <a16:creationId xmlns:a16="http://schemas.microsoft.com/office/drawing/2014/main" id="{4904A708-A1AC-4E7F-BBBC-5DD3C3CFF717}"/>
              </a:ext>
            </a:extLst>
          </p:cNvPr>
          <p:cNvSpPr>
            <a:spLocks noGrp="1"/>
          </p:cNvSpPr>
          <p:nvPr/>
        </p:nvSpPr>
        <p:spPr>
          <a:xfrm>
            <a:off x="3542639" y="7041761"/>
            <a:ext cx="1012838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1" name="visual-23">
            <a:extLst>
              <a:ext uri="{FF2B5EF4-FFF2-40B4-BE49-F238E27FC236}">
                <a16:creationId xmlns:a16="http://schemas.microsoft.com/office/drawing/2014/main" id="{7684AB65-06A8-49F3-878E-5EFBB0CD8C72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77997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2" name="path-24">
            <a:extLst>
              <a:ext uri="{FF2B5EF4-FFF2-40B4-BE49-F238E27FC236}">
                <a16:creationId xmlns:a16="http://schemas.microsoft.com/office/drawing/2014/main" id="{D094B7E0-45EA-4F97-8E73-1CDB999F57A3}"/>
              </a:ext>
            </a:extLst>
          </p:cNvPr>
          <p:cNvSpPr>
            <a:spLocks noGrp="1"/>
          </p:cNvSpPr>
          <p:nvPr/>
        </p:nvSpPr>
        <p:spPr>
          <a:xfrm>
            <a:off x="4551819" y="6883437"/>
            <a:ext cx="100585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3" name="visual-25">
            <a:extLst>
              <a:ext uri="{FF2B5EF4-FFF2-40B4-BE49-F238E27FC236}">
                <a16:creationId xmlns:a16="http://schemas.microsoft.com/office/drawing/2014/main" id="{A4FD64CA-134F-48FE-A0DD-A74F546C1087}"/>
              </a:ext>
            </a:extLst>
          </p:cNvPr>
          <p:cNvSpPr>
            <a:spLocks noGrp="1"/>
          </p:cNvSpPr>
          <p:nvPr/>
        </p:nvSpPr>
        <p:spPr>
          <a:xfrm>
            <a:off x="5555854" y="7136300"/>
            <a:ext cx="1029772" cy="527113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4" name="path-26">
            <a:extLst>
              <a:ext uri="{FF2B5EF4-FFF2-40B4-BE49-F238E27FC236}">
                <a16:creationId xmlns:a16="http://schemas.microsoft.com/office/drawing/2014/main" id="{6BDD21C9-7746-4457-B4B2-F36F4319C003}"/>
              </a:ext>
            </a:extLst>
          </p:cNvPr>
          <p:cNvSpPr>
            <a:spLocks noGrp="1"/>
          </p:cNvSpPr>
          <p:nvPr/>
        </p:nvSpPr>
        <p:spPr>
          <a:xfrm>
            <a:off x="5577040" y="7136300"/>
            <a:ext cx="99624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5" name="visual-27">
            <a:extLst>
              <a:ext uri="{FF2B5EF4-FFF2-40B4-BE49-F238E27FC236}">
                <a16:creationId xmlns:a16="http://schemas.microsoft.com/office/drawing/2014/main" id="{CF4281A0-3283-47AE-957C-EE9B241AB02C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393498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6" name="path-28">
            <a:extLst>
              <a:ext uri="{FF2B5EF4-FFF2-40B4-BE49-F238E27FC236}">
                <a16:creationId xmlns:a16="http://schemas.microsoft.com/office/drawing/2014/main" id="{E4C8D7FC-ED63-4318-B64A-9F8E9A568287}"/>
              </a:ext>
            </a:extLst>
          </p:cNvPr>
          <p:cNvSpPr>
            <a:spLocks noGrp="1"/>
          </p:cNvSpPr>
          <p:nvPr/>
        </p:nvSpPr>
        <p:spPr>
          <a:xfrm>
            <a:off x="6585955" y="7269915"/>
            <a:ext cx="1039671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7" name="visual-29">
            <a:extLst>
              <a:ext uri="{FF2B5EF4-FFF2-40B4-BE49-F238E27FC236}">
                <a16:creationId xmlns:a16="http://schemas.microsoft.com/office/drawing/2014/main" id="{8D8D80E9-A8E7-4A4C-A5C5-FD42ACA4E9AD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523532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78" name="path-30">
            <a:extLst>
              <a:ext uri="{FF2B5EF4-FFF2-40B4-BE49-F238E27FC236}">
                <a16:creationId xmlns:a16="http://schemas.microsoft.com/office/drawing/2014/main" id="{708E06D7-FE98-42AC-815F-E2C5F9E9318B}"/>
              </a:ext>
            </a:extLst>
          </p:cNvPr>
          <p:cNvSpPr>
            <a:spLocks noGrp="1"/>
          </p:cNvSpPr>
          <p:nvPr/>
        </p:nvSpPr>
        <p:spPr>
          <a:xfrm>
            <a:off x="7615730" y="7139881"/>
            <a:ext cx="995347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79" name="visual-31">
            <a:extLst>
              <a:ext uri="{FF2B5EF4-FFF2-40B4-BE49-F238E27FC236}">
                <a16:creationId xmlns:a16="http://schemas.microsoft.com/office/drawing/2014/main" id="{7D770BF8-DC66-4351-AAE2-1FCA7DAC4900}"/>
              </a:ext>
            </a:extLst>
          </p:cNvPr>
          <p:cNvSpPr>
            <a:spLocks noGrp="1"/>
          </p:cNvSpPr>
          <p:nvPr/>
        </p:nvSpPr>
        <p:spPr>
          <a:xfrm>
            <a:off x="8618705" y="6996414"/>
            <a:ext cx="1054820" cy="666999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0" name="path-32">
            <a:extLst>
              <a:ext uri="{FF2B5EF4-FFF2-40B4-BE49-F238E27FC236}">
                <a16:creationId xmlns:a16="http://schemas.microsoft.com/office/drawing/2014/main" id="{63631B94-E515-4FEB-87BA-83A502771408}"/>
              </a:ext>
            </a:extLst>
          </p:cNvPr>
          <p:cNvSpPr>
            <a:spLocks noGrp="1"/>
          </p:cNvSpPr>
          <p:nvPr/>
        </p:nvSpPr>
        <p:spPr>
          <a:xfrm>
            <a:off x="8618717" y="6996414"/>
            <a:ext cx="102438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1" name="visual-33">
            <a:extLst>
              <a:ext uri="{FF2B5EF4-FFF2-40B4-BE49-F238E27FC236}">
                <a16:creationId xmlns:a16="http://schemas.microsoft.com/office/drawing/2014/main" id="{11C1D828-C13D-417C-8A6F-6F471A5CCB60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551146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2" name="path-34">
            <a:extLst>
              <a:ext uri="{FF2B5EF4-FFF2-40B4-BE49-F238E27FC236}">
                <a16:creationId xmlns:a16="http://schemas.microsoft.com/office/drawing/2014/main" id="{82B2789C-9C3B-462C-B294-0B6AB5129838}"/>
              </a:ext>
            </a:extLst>
          </p:cNvPr>
          <p:cNvSpPr>
            <a:spLocks noGrp="1"/>
          </p:cNvSpPr>
          <p:nvPr/>
        </p:nvSpPr>
        <p:spPr>
          <a:xfrm>
            <a:off x="9663473" y="7112267"/>
            <a:ext cx="994143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3" name="visual-35">
            <a:extLst>
              <a:ext uri="{FF2B5EF4-FFF2-40B4-BE49-F238E27FC236}">
                <a16:creationId xmlns:a16="http://schemas.microsoft.com/office/drawing/2014/main" id="{54DBAB8F-6079-4F7F-ADBD-93D396B77159}"/>
              </a:ext>
            </a:extLst>
          </p:cNvPr>
          <p:cNvSpPr>
            <a:spLocks noGrp="1"/>
          </p:cNvSpPr>
          <p:nvPr/>
        </p:nvSpPr>
        <p:spPr>
          <a:xfrm>
            <a:off x="10661516" y="7280912"/>
            <a:ext cx="999490" cy="382501"/>
          </a:xfrm>
          <a:prstGeom prst="rect">
            <a:avLst/>
          </a:prstGeom>
          <a:solidFill>
            <a:srgbClr val="246A96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384" name="path-36">
            <a:extLst>
              <a:ext uri="{FF2B5EF4-FFF2-40B4-BE49-F238E27FC236}">
                <a16:creationId xmlns:a16="http://schemas.microsoft.com/office/drawing/2014/main" id="{B7E8EFE5-6496-4C43-B75B-3EDFDD5C77B8}"/>
              </a:ext>
            </a:extLst>
          </p:cNvPr>
          <p:cNvSpPr>
            <a:spLocks noGrp="1"/>
          </p:cNvSpPr>
          <p:nvPr/>
        </p:nvSpPr>
        <p:spPr>
          <a:xfrm>
            <a:off x="10668896" y="7280912"/>
            <a:ext cx="992109" cy="953"/>
          </a:xfrm>
          <a:custGeom>
            <a:avLst/>
            <a:gdLst/>
            <a:ahLst/>
            <a:cxnLst/>
            <a:rect l="0" t="0" r="0" b="0"/>
            <a:pathLst>
              <a:path w="256117" h="953">
                <a:moveTo>
                  <a:pt x="0" y="0"/>
                </a:moveTo>
                <a:lnTo>
                  <a:pt x="256117" y="0"/>
                </a:lnTo>
              </a:path>
            </a:pathLst>
          </a:custGeom>
          <a:noFill/>
          <a:ln w="26670">
            <a:solidFill>
              <a:srgbClr val="246A96"/>
            </a:solidFill>
            <a:prstDash val="solid"/>
          </a:ln>
        </p:spPr>
      </p:sp>
      <p:sp>
        <p:nvSpPr>
          <p:cNvPr id="387" name="path-185">
            <a:extLst>
              <a:ext uri="{FF2B5EF4-FFF2-40B4-BE49-F238E27FC236}">
                <a16:creationId xmlns:a16="http://schemas.microsoft.com/office/drawing/2014/main" id="{34F19659-9683-4999-907C-EF4E57941A4D}"/>
              </a:ext>
            </a:extLst>
          </p:cNvPr>
          <p:cNvSpPr>
            <a:spLocks noGrp="1"/>
          </p:cNvSpPr>
          <p:nvPr/>
        </p:nvSpPr>
        <p:spPr>
          <a:xfrm>
            <a:off x="3000523" y="9149903"/>
            <a:ext cx="45719" cy="37065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89" name="path-185">
            <a:extLst>
              <a:ext uri="{FF2B5EF4-FFF2-40B4-BE49-F238E27FC236}">
                <a16:creationId xmlns:a16="http://schemas.microsoft.com/office/drawing/2014/main" id="{B8C5B516-AA8F-4BFE-85D2-9A3ECFAEC843}"/>
              </a:ext>
            </a:extLst>
          </p:cNvPr>
          <p:cNvSpPr>
            <a:spLocks noGrp="1"/>
          </p:cNvSpPr>
          <p:nvPr/>
        </p:nvSpPr>
        <p:spPr>
          <a:xfrm>
            <a:off x="4058215" y="8895130"/>
            <a:ext cx="45719" cy="621652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0" name="path-185">
            <a:extLst>
              <a:ext uri="{FF2B5EF4-FFF2-40B4-BE49-F238E27FC236}">
                <a16:creationId xmlns:a16="http://schemas.microsoft.com/office/drawing/2014/main" id="{D4DCE85E-CE1A-4FD7-A158-648344A76988}"/>
              </a:ext>
            </a:extLst>
          </p:cNvPr>
          <p:cNvSpPr>
            <a:spLocks noGrp="1"/>
          </p:cNvSpPr>
          <p:nvPr/>
        </p:nvSpPr>
        <p:spPr>
          <a:xfrm>
            <a:off x="5066671" y="8736135"/>
            <a:ext cx="48649" cy="761308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1" name="path-185">
            <a:extLst>
              <a:ext uri="{FF2B5EF4-FFF2-40B4-BE49-F238E27FC236}">
                <a16:creationId xmlns:a16="http://schemas.microsoft.com/office/drawing/2014/main" id="{FEA01527-9D83-447C-9034-1C2D1E572964}"/>
              </a:ext>
            </a:extLst>
          </p:cNvPr>
          <p:cNvSpPr>
            <a:spLocks noGrp="1"/>
          </p:cNvSpPr>
          <p:nvPr/>
        </p:nvSpPr>
        <p:spPr>
          <a:xfrm>
            <a:off x="6077768" y="9003247"/>
            <a:ext cx="45719" cy="510027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2" name="path-185">
            <a:extLst>
              <a:ext uri="{FF2B5EF4-FFF2-40B4-BE49-F238E27FC236}">
                <a16:creationId xmlns:a16="http://schemas.microsoft.com/office/drawing/2014/main" id="{AEF2C0FA-0558-4DAC-9093-EA14ABA044B8}"/>
              </a:ext>
            </a:extLst>
          </p:cNvPr>
          <p:cNvSpPr>
            <a:spLocks noGrp="1"/>
          </p:cNvSpPr>
          <p:nvPr/>
        </p:nvSpPr>
        <p:spPr>
          <a:xfrm>
            <a:off x="7102660" y="9123897"/>
            <a:ext cx="58775" cy="376526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3" name="path-185">
            <a:extLst>
              <a:ext uri="{FF2B5EF4-FFF2-40B4-BE49-F238E27FC236}">
                <a16:creationId xmlns:a16="http://schemas.microsoft.com/office/drawing/2014/main" id="{8BB539E5-C3D1-4ECA-8249-FE3171EB71ED}"/>
              </a:ext>
            </a:extLst>
          </p:cNvPr>
          <p:cNvSpPr>
            <a:spLocks noGrp="1"/>
          </p:cNvSpPr>
          <p:nvPr/>
        </p:nvSpPr>
        <p:spPr>
          <a:xfrm>
            <a:off x="8121950" y="8984107"/>
            <a:ext cx="113139" cy="513335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4" name="path-185">
            <a:extLst>
              <a:ext uri="{FF2B5EF4-FFF2-40B4-BE49-F238E27FC236}">
                <a16:creationId xmlns:a16="http://schemas.microsoft.com/office/drawing/2014/main" id="{70BD50D1-D26E-4BE6-BE67-9788CFBA2E9E}"/>
              </a:ext>
            </a:extLst>
          </p:cNvPr>
          <p:cNvSpPr>
            <a:spLocks noGrp="1"/>
          </p:cNvSpPr>
          <p:nvPr/>
        </p:nvSpPr>
        <p:spPr>
          <a:xfrm>
            <a:off x="9140885" y="8844819"/>
            <a:ext cx="151766" cy="652623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5" name="path-185">
            <a:extLst>
              <a:ext uri="{FF2B5EF4-FFF2-40B4-BE49-F238E27FC236}">
                <a16:creationId xmlns:a16="http://schemas.microsoft.com/office/drawing/2014/main" id="{CB347384-597C-4348-A795-39CAFF6445FA}"/>
              </a:ext>
            </a:extLst>
          </p:cNvPr>
          <p:cNvSpPr>
            <a:spLocks noGrp="1"/>
          </p:cNvSpPr>
          <p:nvPr/>
        </p:nvSpPr>
        <p:spPr>
          <a:xfrm>
            <a:off x="10179719" y="8947819"/>
            <a:ext cx="80378" cy="564434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6" name="path-185">
            <a:extLst>
              <a:ext uri="{FF2B5EF4-FFF2-40B4-BE49-F238E27FC236}">
                <a16:creationId xmlns:a16="http://schemas.microsoft.com/office/drawing/2014/main" id="{0D6CF5BB-6EDF-4024-902F-1AD00817DE87}"/>
              </a:ext>
            </a:extLst>
          </p:cNvPr>
          <p:cNvSpPr>
            <a:spLocks noGrp="1"/>
          </p:cNvSpPr>
          <p:nvPr/>
        </p:nvSpPr>
        <p:spPr>
          <a:xfrm>
            <a:off x="11180282" y="9123896"/>
            <a:ext cx="109266" cy="405511"/>
          </a:xfrm>
          <a:custGeom>
            <a:avLst/>
            <a:gdLst/>
            <a:ahLst/>
            <a:cxnLst/>
            <a:rect l="0" t="0" r="0" b="0"/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34290">
            <a:solidFill>
              <a:srgbClr val="246A96"/>
            </a:solidFill>
            <a:prstDash val="solid"/>
          </a:ln>
        </p:spPr>
      </p:sp>
      <p:sp>
        <p:nvSpPr>
          <p:cNvPr id="397" name="visual-190">
            <a:extLst>
              <a:ext uri="{FF2B5EF4-FFF2-40B4-BE49-F238E27FC236}">
                <a16:creationId xmlns:a16="http://schemas.microsoft.com/office/drawing/2014/main" id="{CA8CE843-E362-4EE0-92FC-B892AB7FF4B6}"/>
              </a:ext>
            </a:extLst>
          </p:cNvPr>
          <p:cNvSpPr>
            <a:spLocks noGrp="1"/>
          </p:cNvSpPr>
          <p:nvPr/>
        </p:nvSpPr>
        <p:spPr>
          <a:xfrm>
            <a:off x="3991833" y="8791036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8" name="visual-190">
            <a:extLst>
              <a:ext uri="{FF2B5EF4-FFF2-40B4-BE49-F238E27FC236}">
                <a16:creationId xmlns:a16="http://schemas.microsoft.com/office/drawing/2014/main" id="{1E48D05C-EEFE-4032-9E21-989866D547FB}"/>
              </a:ext>
            </a:extLst>
          </p:cNvPr>
          <p:cNvSpPr>
            <a:spLocks noGrp="1"/>
          </p:cNvSpPr>
          <p:nvPr/>
        </p:nvSpPr>
        <p:spPr>
          <a:xfrm>
            <a:off x="4999910" y="8635062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399" name="visual-190">
            <a:extLst>
              <a:ext uri="{FF2B5EF4-FFF2-40B4-BE49-F238E27FC236}">
                <a16:creationId xmlns:a16="http://schemas.microsoft.com/office/drawing/2014/main" id="{4CDB4285-DB7F-4721-BB1A-49A9BCF93FC4}"/>
              </a:ext>
            </a:extLst>
          </p:cNvPr>
          <p:cNvSpPr>
            <a:spLocks noGrp="1"/>
          </p:cNvSpPr>
          <p:nvPr/>
        </p:nvSpPr>
        <p:spPr>
          <a:xfrm>
            <a:off x="6017468" y="8905221"/>
            <a:ext cx="124309" cy="124309"/>
          </a:xfrm>
          <a:prstGeom prst="ellipse">
            <a:avLst/>
          </a:prstGeom>
          <a:solidFill>
            <a:srgbClr val="2C7A86"/>
          </a:solidFill>
          <a:ln w="0">
            <a:noFill/>
            <a:prstDash val="solid"/>
          </a:ln>
        </p:spPr>
      </p:sp>
      <p:sp>
        <p:nvSpPr>
          <p:cNvPr id="401" name="visual-194">
            <a:extLst>
              <a:ext uri="{FF2B5EF4-FFF2-40B4-BE49-F238E27FC236}">
                <a16:creationId xmlns:a16="http://schemas.microsoft.com/office/drawing/2014/main" id="{6439E125-8A47-470A-8876-D0DA5FC32438}"/>
              </a:ext>
            </a:extLst>
          </p:cNvPr>
          <p:cNvSpPr>
            <a:spLocks noGrp="1"/>
          </p:cNvSpPr>
          <p:nvPr/>
        </p:nvSpPr>
        <p:spPr>
          <a:xfrm>
            <a:off x="8057505" y="889699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2" name="visual-194">
            <a:extLst>
              <a:ext uri="{FF2B5EF4-FFF2-40B4-BE49-F238E27FC236}">
                <a16:creationId xmlns:a16="http://schemas.microsoft.com/office/drawing/2014/main" id="{7481BC8A-F96C-434E-8DC1-021A5FF5CC49}"/>
              </a:ext>
            </a:extLst>
          </p:cNvPr>
          <p:cNvSpPr>
            <a:spLocks noGrp="1"/>
          </p:cNvSpPr>
          <p:nvPr/>
        </p:nvSpPr>
        <p:spPr>
          <a:xfrm>
            <a:off x="7040137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3" name="visual-194">
            <a:extLst>
              <a:ext uri="{FF2B5EF4-FFF2-40B4-BE49-F238E27FC236}">
                <a16:creationId xmlns:a16="http://schemas.microsoft.com/office/drawing/2014/main" id="{5392C9F4-7EB4-425F-8E6A-A8B8C9E0762B}"/>
              </a:ext>
            </a:extLst>
          </p:cNvPr>
          <p:cNvSpPr>
            <a:spLocks noGrp="1"/>
          </p:cNvSpPr>
          <p:nvPr/>
        </p:nvSpPr>
        <p:spPr>
          <a:xfrm>
            <a:off x="9081488" y="8754928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4" name="visual-194">
            <a:extLst>
              <a:ext uri="{FF2B5EF4-FFF2-40B4-BE49-F238E27FC236}">
                <a16:creationId xmlns:a16="http://schemas.microsoft.com/office/drawing/2014/main" id="{BCABB531-ED25-4AD9-B049-26F6D58EDF19}"/>
              </a:ext>
            </a:extLst>
          </p:cNvPr>
          <p:cNvSpPr>
            <a:spLocks noGrp="1"/>
          </p:cNvSpPr>
          <p:nvPr/>
        </p:nvSpPr>
        <p:spPr>
          <a:xfrm>
            <a:off x="10115071" y="8843066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5" name="visual-194">
            <a:extLst>
              <a:ext uri="{FF2B5EF4-FFF2-40B4-BE49-F238E27FC236}">
                <a16:creationId xmlns:a16="http://schemas.microsoft.com/office/drawing/2014/main" id="{6A10F37E-7597-4F4F-BC2B-25C977D86AD0}"/>
              </a:ext>
            </a:extLst>
          </p:cNvPr>
          <p:cNvSpPr>
            <a:spLocks noGrp="1"/>
          </p:cNvSpPr>
          <p:nvPr/>
        </p:nvSpPr>
        <p:spPr>
          <a:xfrm>
            <a:off x="11117239" y="9017503"/>
            <a:ext cx="124309" cy="124309"/>
          </a:xfrm>
          <a:prstGeom prst="ellipse">
            <a:avLst/>
          </a:prstGeom>
          <a:solidFill>
            <a:srgbClr val="246A96"/>
          </a:solidFill>
          <a:ln w="0">
            <a:noFill/>
            <a:prstDash val="solid"/>
          </a:ln>
        </p:spPr>
      </p:sp>
      <p:sp>
        <p:nvSpPr>
          <p:cNvPr id="406" name="path-139">
            <a:extLst>
              <a:ext uri="{FF2B5EF4-FFF2-40B4-BE49-F238E27FC236}">
                <a16:creationId xmlns:a16="http://schemas.microsoft.com/office/drawing/2014/main" id="{2230935E-4E2C-4E61-AFBF-7E865259DBC1}"/>
              </a:ext>
            </a:extLst>
          </p:cNvPr>
          <p:cNvSpPr>
            <a:spLocks noGrp="1"/>
          </p:cNvSpPr>
          <p:nvPr/>
        </p:nvSpPr>
        <p:spPr>
          <a:xfrm>
            <a:off x="8056618" y="4793425"/>
            <a:ext cx="56786" cy="272324"/>
          </a:xfrm>
          <a:custGeom>
            <a:avLst/>
            <a:gdLst/>
            <a:ahLst/>
            <a:cxnLst/>
            <a:rect l="0" t="0" r="0" b="0"/>
            <a:pathLst>
              <a:path w="953" h="2800350">
                <a:moveTo>
                  <a:pt x="0" y="0"/>
                </a:moveTo>
                <a:lnTo>
                  <a:pt x="0" y="2800350"/>
                </a:lnTo>
              </a:path>
            </a:pathLst>
          </a:custGeom>
          <a:noFill/>
          <a:ln w="16193">
            <a:solidFill>
              <a:srgbClr val="56788E"/>
            </a:solidFill>
            <a:prstDash val="solid"/>
          </a:ln>
        </p:spPr>
      </p:sp>
      <p:sp>
        <p:nvSpPr>
          <p:cNvPr id="166" name="path-163">
            <a:extLst>
              <a:ext uri="{FF2B5EF4-FFF2-40B4-BE49-F238E27FC236}">
                <a16:creationId xmlns:a16="http://schemas.microsoft.com/office/drawing/2014/main" id="{E4051F3D-8ABD-49ED-ADDA-B764A9EC0F09}"/>
              </a:ext>
            </a:extLst>
          </p:cNvPr>
          <p:cNvSpPr>
            <a:spLocks noGrp="1"/>
          </p:cNvSpPr>
          <p:nvPr/>
        </p:nvSpPr>
        <p:spPr>
          <a:xfrm>
            <a:off x="3532871" y="5878056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49" name="path-163">
            <a:extLst>
              <a:ext uri="{FF2B5EF4-FFF2-40B4-BE49-F238E27FC236}">
                <a16:creationId xmlns:a16="http://schemas.microsoft.com/office/drawing/2014/main" id="{9819C8D5-E4BB-4F19-9956-A54062EE14A7}"/>
              </a:ext>
            </a:extLst>
          </p:cNvPr>
          <p:cNvSpPr>
            <a:spLocks noGrp="1"/>
          </p:cNvSpPr>
          <p:nvPr/>
        </p:nvSpPr>
        <p:spPr>
          <a:xfrm>
            <a:off x="454178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4" name="path-163">
            <a:extLst>
              <a:ext uri="{FF2B5EF4-FFF2-40B4-BE49-F238E27FC236}">
                <a16:creationId xmlns:a16="http://schemas.microsoft.com/office/drawing/2014/main" id="{2D2D3BE3-B7B3-47E3-A766-DCA9784CB297}"/>
              </a:ext>
            </a:extLst>
          </p:cNvPr>
          <p:cNvSpPr>
            <a:spLocks noGrp="1"/>
          </p:cNvSpPr>
          <p:nvPr/>
        </p:nvSpPr>
        <p:spPr>
          <a:xfrm>
            <a:off x="5559846" y="587767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7" name="path-163">
            <a:extLst>
              <a:ext uri="{FF2B5EF4-FFF2-40B4-BE49-F238E27FC236}">
                <a16:creationId xmlns:a16="http://schemas.microsoft.com/office/drawing/2014/main" id="{9D75F989-8F91-4D76-9628-4A514B5ED884}"/>
              </a:ext>
            </a:extLst>
          </p:cNvPr>
          <p:cNvSpPr>
            <a:spLocks noGrp="1"/>
          </p:cNvSpPr>
          <p:nvPr/>
        </p:nvSpPr>
        <p:spPr>
          <a:xfrm>
            <a:off x="6585955" y="5896259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8" name="path-163">
            <a:extLst>
              <a:ext uri="{FF2B5EF4-FFF2-40B4-BE49-F238E27FC236}">
                <a16:creationId xmlns:a16="http://schemas.microsoft.com/office/drawing/2014/main" id="{542C40A3-5E3F-4B2C-B58C-1D21B218952A}"/>
              </a:ext>
            </a:extLst>
          </p:cNvPr>
          <p:cNvSpPr>
            <a:spLocks noGrp="1"/>
          </p:cNvSpPr>
          <p:nvPr/>
        </p:nvSpPr>
        <p:spPr>
          <a:xfrm>
            <a:off x="7612064" y="5914847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9" name="path-163">
            <a:extLst>
              <a:ext uri="{FF2B5EF4-FFF2-40B4-BE49-F238E27FC236}">
                <a16:creationId xmlns:a16="http://schemas.microsoft.com/office/drawing/2014/main" id="{9B9D8B45-C9E8-49DD-A94F-F8E44612AB8B}"/>
              </a:ext>
            </a:extLst>
          </p:cNvPr>
          <p:cNvSpPr>
            <a:spLocks noGrp="1"/>
          </p:cNvSpPr>
          <p:nvPr/>
        </p:nvSpPr>
        <p:spPr>
          <a:xfrm>
            <a:off x="8618717" y="5933435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0" name="path-163">
            <a:extLst>
              <a:ext uri="{FF2B5EF4-FFF2-40B4-BE49-F238E27FC236}">
                <a16:creationId xmlns:a16="http://schemas.microsoft.com/office/drawing/2014/main" id="{2FB37B06-0199-4E5D-A8B7-E4487C3F592D}"/>
              </a:ext>
            </a:extLst>
          </p:cNvPr>
          <p:cNvSpPr>
            <a:spLocks noGrp="1"/>
          </p:cNvSpPr>
          <p:nvPr/>
        </p:nvSpPr>
        <p:spPr>
          <a:xfrm>
            <a:off x="9644826" y="5952023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61" name="path-163">
            <a:extLst>
              <a:ext uri="{FF2B5EF4-FFF2-40B4-BE49-F238E27FC236}">
                <a16:creationId xmlns:a16="http://schemas.microsoft.com/office/drawing/2014/main" id="{83318A0C-C140-43EA-93C0-41D43A58EAD9}"/>
              </a:ext>
            </a:extLst>
          </p:cNvPr>
          <p:cNvSpPr>
            <a:spLocks noGrp="1"/>
          </p:cNvSpPr>
          <p:nvPr/>
        </p:nvSpPr>
        <p:spPr>
          <a:xfrm>
            <a:off x="10670935" y="5970611"/>
            <a:ext cx="888" cy="1997828"/>
          </a:xfrm>
          <a:custGeom>
            <a:avLst/>
            <a:gdLst/>
            <a:ahLst/>
            <a:cxnLst/>
            <a:rect l="0" t="0" r="0" b="0"/>
            <a:pathLst>
              <a:path w="953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/>
          <a:ln w="13335">
            <a:solidFill>
              <a:srgbClr val="2C7A86"/>
            </a:solidFill>
            <a:prstDash val="dash"/>
          </a:ln>
        </p:spPr>
      </p:sp>
      <p:sp>
        <p:nvSpPr>
          <p:cNvPr id="350" name="path-202">
            <a:extLst>
              <a:ext uri="{FF2B5EF4-FFF2-40B4-BE49-F238E27FC236}">
                <a16:creationId xmlns:a16="http://schemas.microsoft.com/office/drawing/2014/main" id="{F2319EA9-B217-4D5A-B578-AEF512842A7F}"/>
              </a:ext>
            </a:extLst>
          </p:cNvPr>
          <p:cNvSpPr>
            <a:spLocks noGrp="1"/>
          </p:cNvSpPr>
          <p:nvPr/>
        </p:nvSpPr>
        <p:spPr>
          <a:xfrm>
            <a:off x="1339404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88AAB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2" name="path-204">
            <a:extLst>
              <a:ext uri="{FF2B5EF4-FFF2-40B4-BE49-F238E27FC236}">
                <a16:creationId xmlns:a16="http://schemas.microsoft.com/office/drawing/2014/main" id="{CE479CE7-114C-4E1E-8310-658CA28F63BE}"/>
              </a:ext>
            </a:extLst>
          </p:cNvPr>
          <p:cNvSpPr>
            <a:spLocks noGrp="1"/>
          </p:cNvSpPr>
          <p:nvPr/>
        </p:nvSpPr>
        <p:spPr>
          <a:xfrm>
            <a:off x="13820250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3" name="path-205">
            <a:extLst>
              <a:ext uri="{FF2B5EF4-FFF2-40B4-BE49-F238E27FC236}">
                <a16:creationId xmlns:a16="http://schemas.microsoft.com/office/drawing/2014/main" id="{5C49EDC4-7621-44EF-899F-9676AE41477F}"/>
              </a:ext>
            </a:extLst>
          </p:cNvPr>
          <p:cNvSpPr>
            <a:spLocks noGrp="1"/>
          </p:cNvSpPr>
          <p:nvPr/>
        </p:nvSpPr>
        <p:spPr>
          <a:xfrm>
            <a:off x="1403335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EDD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5" name="path-206">
            <a:extLst>
              <a:ext uri="{FF2B5EF4-FFF2-40B4-BE49-F238E27FC236}">
                <a16:creationId xmlns:a16="http://schemas.microsoft.com/office/drawing/2014/main" id="{236D5B33-7352-46E6-87B5-B369B4B899C6}"/>
              </a:ext>
            </a:extLst>
          </p:cNvPr>
          <p:cNvSpPr>
            <a:spLocks noGrp="1"/>
          </p:cNvSpPr>
          <p:nvPr/>
        </p:nvSpPr>
        <p:spPr>
          <a:xfrm>
            <a:off x="1424645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FBBC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56" name="path-207">
            <a:extLst>
              <a:ext uri="{FF2B5EF4-FFF2-40B4-BE49-F238E27FC236}">
                <a16:creationId xmlns:a16="http://schemas.microsoft.com/office/drawing/2014/main" id="{0A23F3CE-1D46-409E-AAB5-A4BA36C67E1A}"/>
              </a:ext>
            </a:extLst>
          </p:cNvPr>
          <p:cNvSpPr>
            <a:spLocks noGrp="1"/>
          </p:cNvSpPr>
          <p:nvPr/>
        </p:nvSpPr>
        <p:spPr>
          <a:xfrm>
            <a:off x="1445955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97B9C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62" name="path-208">
            <a:extLst>
              <a:ext uri="{FF2B5EF4-FFF2-40B4-BE49-F238E27FC236}">
                <a16:creationId xmlns:a16="http://schemas.microsoft.com/office/drawing/2014/main" id="{5DA8150B-97A2-4525-A7D0-6AEA7A1FEEED}"/>
              </a:ext>
            </a:extLst>
          </p:cNvPr>
          <p:cNvSpPr>
            <a:spLocks noGrp="1"/>
          </p:cNvSpPr>
          <p:nvPr/>
        </p:nvSpPr>
        <p:spPr>
          <a:xfrm>
            <a:off x="14672657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F749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5" name="path-209">
            <a:extLst>
              <a:ext uri="{FF2B5EF4-FFF2-40B4-BE49-F238E27FC236}">
                <a16:creationId xmlns:a16="http://schemas.microsoft.com/office/drawing/2014/main" id="{5A824F83-D8B2-43F2-9716-564C55D7A47B}"/>
              </a:ext>
            </a:extLst>
          </p:cNvPr>
          <p:cNvSpPr>
            <a:spLocks noGrp="1"/>
          </p:cNvSpPr>
          <p:nvPr/>
        </p:nvSpPr>
        <p:spPr>
          <a:xfrm>
            <a:off x="1488575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1B0C4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6" name="path-210">
            <a:extLst>
              <a:ext uri="{FF2B5EF4-FFF2-40B4-BE49-F238E27FC236}">
                <a16:creationId xmlns:a16="http://schemas.microsoft.com/office/drawing/2014/main" id="{255224ED-698C-42EC-AD1A-83D05C65B5E5}"/>
              </a:ext>
            </a:extLst>
          </p:cNvPr>
          <p:cNvSpPr>
            <a:spLocks noGrp="1"/>
          </p:cNvSpPr>
          <p:nvPr/>
        </p:nvSpPr>
        <p:spPr>
          <a:xfrm>
            <a:off x="15098861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BDBE5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388" name="path-211">
            <a:extLst>
              <a:ext uri="{FF2B5EF4-FFF2-40B4-BE49-F238E27FC236}">
                <a16:creationId xmlns:a16="http://schemas.microsoft.com/office/drawing/2014/main" id="{D6CBED84-84F3-4CFF-B74A-D857827F49A6}"/>
              </a:ext>
            </a:extLst>
          </p:cNvPr>
          <p:cNvSpPr>
            <a:spLocks noGrp="1"/>
          </p:cNvSpPr>
          <p:nvPr/>
        </p:nvSpPr>
        <p:spPr>
          <a:xfrm>
            <a:off x="15311962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0" name="path-212">
            <a:extLst>
              <a:ext uri="{FF2B5EF4-FFF2-40B4-BE49-F238E27FC236}">
                <a16:creationId xmlns:a16="http://schemas.microsoft.com/office/drawing/2014/main" id="{64D7F756-7E83-4853-85B5-BC3068E70558}"/>
              </a:ext>
            </a:extLst>
          </p:cNvPr>
          <p:cNvSpPr>
            <a:spLocks noGrp="1"/>
          </p:cNvSpPr>
          <p:nvPr/>
        </p:nvSpPr>
        <p:spPr>
          <a:xfrm>
            <a:off x="15525064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CCDCE6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7" name="path-213">
            <a:extLst>
              <a:ext uri="{FF2B5EF4-FFF2-40B4-BE49-F238E27FC236}">
                <a16:creationId xmlns:a16="http://schemas.microsoft.com/office/drawing/2014/main" id="{153A6681-91CF-405E-A61D-1D55DAA47362}"/>
              </a:ext>
            </a:extLst>
          </p:cNvPr>
          <p:cNvSpPr>
            <a:spLocks noGrp="1"/>
          </p:cNvSpPr>
          <p:nvPr/>
        </p:nvSpPr>
        <p:spPr>
          <a:xfrm>
            <a:off x="15738166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97B5C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8" name="path-203">
            <a:extLst>
              <a:ext uri="{FF2B5EF4-FFF2-40B4-BE49-F238E27FC236}">
                <a16:creationId xmlns:a16="http://schemas.microsoft.com/office/drawing/2014/main" id="{2AEE2773-D848-4A4A-85D5-4BA7B22A720A}"/>
              </a:ext>
            </a:extLst>
          </p:cNvPr>
          <p:cNvSpPr>
            <a:spLocks noGrp="1"/>
          </p:cNvSpPr>
          <p:nvPr/>
        </p:nvSpPr>
        <p:spPr>
          <a:xfrm>
            <a:off x="13607028" y="634865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A6BFD0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09" name="path-215">
            <a:extLst>
              <a:ext uri="{FF2B5EF4-FFF2-40B4-BE49-F238E27FC236}">
                <a16:creationId xmlns:a16="http://schemas.microsoft.com/office/drawing/2014/main" id="{C44952E3-E790-410A-ADA1-7C8C5A979E44}"/>
              </a:ext>
            </a:extLst>
          </p:cNvPr>
          <p:cNvSpPr>
            <a:spLocks noGrp="1"/>
          </p:cNvSpPr>
          <p:nvPr/>
        </p:nvSpPr>
        <p:spPr>
          <a:xfrm>
            <a:off x="13607028" y="656175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6F97B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0" name="path-227">
            <a:extLst>
              <a:ext uri="{FF2B5EF4-FFF2-40B4-BE49-F238E27FC236}">
                <a16:creationId xmlns:a16="http://schemas.microsoft.com/office/drawing/2014/main" id="{5481C297-3144-4F28-9557-DD68D610BB43}"/>
              </a:ext>
            </a:extLst>
          </p:cNvPr>
          <p:cNvSpPr>
            <a:spLocks noGrp="1"/>
          </p:cNvSpPr>
          <p:nvPr/>
        </p:nvSpPr>
        <p:spPr>
          <a:xfrm>
            <a:off x="13607028" y="6774858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1" name="path-239">
            <a:extLst>
              <a:ext uri="{FF2B5EF4-FFF2-40B4-BE49-F238E27FC236}">
                <a16:creationId xmlns:a16="http://schemas.microsoft.com/office/drawing/2014/main" id="{4BD41799-D008-47A8-B73F-814AEAA6BEE8}"/>
              </a:ext>
            </a:extLst>
          </p:cNvPr>
          <p:cNvSpPr>
            <a:spLocks noGrp="1"/>
          </p:cNvSpPr>
          <p:nvPr/>
        </p:nvSpPr>
        <p:spPr>
          <a:xfrm>
            <a:off x="13607028" y="6987960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2" name="path-251">
            <a:extLst>
              <a:ext uri="{FF2B5EF4-FFF2-40B4-BE49-F238E27FC236}">
                <a16:creationId xmlns:a16="http://schemas.microsoft.com/office/drawing/2014/main" id="{BC813136-F8C4-4ACD-A89E-2CB9D8F01DE1}"/>
              </a:ext>
            </a:extLst>
          </p:cNvPr>
          <p:cNvSpPr>
            <a:spLocks noGrp="1"/>
          </p:cNvSpPr>
          <p:nvPr/>
        </p:nvSpPr>
        <p:spPr>
          <a:xfrm>
            <a:off x="13607028" y="7201062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B7CCD9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3" name="path-263">
            <a:extLst>
              <a:ext uri="{FF2B5EF4-FFF2-40B4-BE49-F238E27FC236}">
                <a16:creationId xmlns:a16="http://schemas.microsoft.com/office/drawing/2014/main" id="{B2826995-8EC9-484D-8689-12F8F9CBB078}"/>
              </a:ext>
            </a:extLst>
          </p:cNvPr>
          <p:cNvSpPr>
            <a:spLocks noGrp="1"/>
          </p:cNvSpPr>
          <p:nvPr/>
        </p:nvSpPr>
        <p:spPr>
          <a:xfrm>
            <a:off x="13607028" y="7414163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366D91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4" name="path-275">
            <a:extLst>
              <a:ext uri="{FF2B5EF4-FFF2-40B4-BE49-F238E27FC236}">
                <a16:creationId xmlns:a16="http://schemas.microsoft.com/office/drawing/2014/main" id="{26E7F265-E085-46AF-BF8C-516C1A2D9284}"/>
              </a:ext>
            </a:extLst>
          </p:cNvPr>
          <p:cNvSpPr>
            <a:spLocks noGrp="1"/>
          </p:cNvSpPr>
          <p:nvPr/>
        </p:nvSpPr>
        <p:spPr>
          <a:xfrm>
            <a:off x="13607028" y="7627265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4F809F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5" name="path-287">
            <a:extLst>
              <a:ext uri="{FF2B5EF4-FFF2-40B4-BE49-F238E27FC236}">
                <a16:creationId xmlns:a16="http://schemas.microsoft.com/office/drawing/2014/main" id="{D87A1509-2776-48C6-887F-47EFC37D3374}"/>
              </a:ext>
            </a:extLst>
          </p:cNvPr>
          <p:cNvSpPr>
            <a:spLocks noGrp="1"/>
          </p:cNvSpPr>
          <p:nvPr/>
        </p:nvSpPr>
        <p:spPr>
          <a:xfrm>
            <a:off x="13607028" y="7840367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  <p:sp>
        <p:nvSpPr>
          <p:cNvPr id="416" name="visual-298">
            <a:extLst>
              <a:ext uri="{FF2B5EF4-FFF2-40B4-BE49-F238E27FC236}">
                <a16:creationId xmlns:a16="http://schemas.microsoft.com/office/drawing/2014/main" id="{F03E6693-3248-4C79-9EEF-1D3D9FF91DED}"/>
              </a:ext>
            </a:extLst>
          </p:cNvPr>
          <p:cNvSpPr>
            <a:spLocks noGrp="1"/>
          </p:cNvSpPr>
          <p:nvPr/>
        </p:nvSpPr>
        <p:spPr>
          <a:xfrm>
            <a:off x="13589269" y="6126674"/>
            <a:ext cx="205312" cy="1900157"/>
          </a:xfrm>
          <a:prstGeom prst="rect">
            <a:avLst/>
          </a:prstGeom>
          <a:noFill/>
          <a:ln w="13335">
            <a:solidFill>
              <a:srgbClr val="2C7A86"/>
            </a:solidFill>
            <a:prstDash val="solid"/>
          </a:ln>
        </p:spPr>
      </p:sp>
      <p:sp>
        <p:nvSpPr>
          <p:cNvPr id="417" name="path-203">
            <a:extLst>
              <a:ext uri="{FF2B5EF4-FFF2-40B4-BE49-F238E27FC236}">
                <a16:creationId xmlns:a16="http://schemas.microsoft.com/office/drawing/2014/main" id="{913AF151-10E3-4616-B59F-70BB3831E1AC}"/>
              </a:ext>
            </a:extLst>
          </p:cNvPr>
          <p:cNvSpPr>
            <a:spLocks noGrp="1"/>
          </p:cNvSpPr>
          <p:nvPr/>
        </p:nvSpPr>
        <p:spPr>
          <a:xfrm>
            <a:off x="13607149" y="6150746"/>
            <a:ext cx="168706" cy="168706"/>
          </a:xfrm>
          <a:custGeom>
            <a:avLst/>
            <a:gdLst/>
            <a:ahLst/>
            <a:cxnLst/>
            <a:rect l="0" t="0" r="0" b="0"/>
            <a:pathLst>
              <a:path w="180975" h="180975">
                <a:moveTo>
                  <a:pt x="0" y="0"/>
                </a:moveTo>
                <a:lnTo>
                  <a:pt x="180975" y="0"/>
                </a:lnTo>
                <a:lnTo>
                  <a:pt x="1809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D1E0E8"/>
          </a:solidFill>
          <a:ln w="5239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29718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355</Words>
  <Application>Microsoft Office PowerPoint</Application>
  <DocSecurity>0</DocSecurity>
  <PresentationFormat>自定义</PresentationFormat>
  <Paragraphs>52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Feng</cp:lastModifiedBy>
  <cp:revision>43</cp:revision>
  <dcterms:created xsi:type="dcterms:W3CDTF">2026-09-09T14:03:15Z</dcterms:created>
  <dcterms:modified xsi:type="dcterms:W3CDTF">2026-09-14T12:01:38Z</dcterms:modified>
</cp:coreProperties>
</file>