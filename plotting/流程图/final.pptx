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5" r:id="rId2"/>
  </p:sldIdLst>
  <p:sldSz cx="17145000" cy="1047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A6BFD0"/>
    <a:srgbClr val="6F97B1"/>
    <a:srgbClr val="D1E0E8"/>
    <a:srgbClr val="B7CCD9"/>
    <a:srgbClr val="366D91"/>
    <a:srgbClr val="4F809F"/>
    <a:srgbClr val="497B9C"/>
    <a:srgbClr val="648FAB"/>
    <a:srgbClr val="89AC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2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483708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Far-field propagation</a:t>
            </a:r>
            <a:r>
              <a:rPr lang="en-US" altLang="zh-CN" sz="244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 and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7" y="2184292"/>
            <a:ext cx="382252" cy="53714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432845" y="2190761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16690"/>
            <a:ext cx="8373564" cy="87904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02651" y="7667941"/>
            <a:ext cx="9452839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46610" y="7662782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174867" y="7630816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 flipV="1">
            <a:off x="11946610" y="9099896"/>
            <a:ext cx="1749689" cy="45719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 flipH="1">
            <a:off x="13531145" y="8170474"/>
            <a:ext cx="165154" cy="971338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 rot="16200000">
            <a:off x="13642867" y="8077765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0" name="path-202">
            <a:extLst>
              <a:ext uri="{FF2B5EF4-FFF2-40B4-BE49-F238E27FC236}">
                <a16:creationId xmlns:a16="http://schemas.microsoft.com/office/drawing/2014/main" id="{F2319EA9-B217-4D5A-B578-AEF512842A7F}"/>
              </a:ext>
            </a:extLst>
          </p:cNvPr>
          <p:cNvSpPr>
            <a:spLocks noGrp="1"/>
          </p:cNvSpPr>
          <p:nvPr/>
        </p:nvSpPr>
        <p:spPr>
          <a:xfrm>
            <a:off x="1339404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2" name="path-204">
            <a:extLst>
              <a:ext uri="{FF2B5EF4-FFF2-40B4-BE49-F238E27FC236}">
                <a16:creationId xmlns:a16="http://schemas.microsoft.com/office/drawing/2014/main" id="{CE479CE7-114C-4E1E-8310-658CA28F63BE}"/>
              </a:ext>
            </a:extLst>
          </p:cNvPr>
          <p:cNvSpPr>
            <a:spLocks noGrp="1"/>
          </p:cNvSpPr>
          <p:nvPr/>
        </p:nvSpPr>
        <p:spPr>
          <a:xfrm>
            <a:off x="13820250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3" name="path-205">
            <a:extLst>
              <a:ext uri="{FF2B5EF4-FFF2-40B4-BE49-F238E27FC236}">
                <a16:creationId xmlns:a16="http://schemas.microsoft.com/office/drawing/2014/main" id="{5C49EDC4-7621-44EF-899F-9676AE41477F}"/>
              </a:ext>
            </a:extLst>
          </p:cNvPr>
          <p:cNvSpPr>
            <a:spLocks noGrp="1"/>
          </p:cNvSpPr>
          <p:nvPr/>
        </p:nvSpPr>
        <p:spPr>
          <a:xfrm>
            <a:off x="1403335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5" name="path-206">
            <a:extLst>
              <a:ext uri="{FF2B5EF4-FFF2-40B4-BE49-F238E27FC236}">
                <a16:creationId xmlns:a16="http://schemas.microsoft.com/office/drawing/2014/main" id="{236D5B33-7352-46E6-87B5-B369B4B899C6}"/>
              </a:ext>
            </a:extLst>
          </p:cNvPr>
          <p:cNvSpPr>
            <a:spLocks noGrp="1"/>
          </p:cNvSpPr>
          <p:nvPr/>
        </p:nvSpPr>
        <p:spPr>
          <a:xfrm>
            <a:off x="1424645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6" name="path-207">
            <a:extLst>
              <a:ext uri="{FF2B5EF4-FFF2-40B4-BE49-F238E27FC236}">
                <a16:creationId xmlns:a16="http://schemas.microsoft.com/office/drawing/2014/main" id="{0A23F3CE-1D46-409E-AAB5-A4BA36C67E1A}"/>
              </a:ext>
            </a:extLst>
          </p:cNvPr>
          <p:cNvSpPr>
            <a:spLocks noGrp="1"/>
          </p:cNvSpPr>
          <p:nvPr/>
        </p:nvSpPr>
        <p:spPr>
          <a:xfrm>
            <a:off x="1445955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2" name="path-208">
            <a:extLst>
              <a:ext uri="{FF2B5EF4-FFF2-40B4-BE49-F238E27FC236}">
                <a16:creationId xmlns:a16="http://schemas.microsoft.com/office/drawing/2014/main" id="{5DA8150B-97A2-4525-A7D0-6AEA7A1FEEED}"/>
              </a:ext>
            </a:extLst>
          </p:cNvPr>
          <p:cNvSpPr>
            <a:spLocks noGrp="1"/>
          </p:cNvSpPr>
          <p:nvPr/>
        </p:nvSpPr>
        <p:spPr>
          <a:xfrm>
            <a:off x="1467265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5" name="path-209">
            <a:extLst>
              <a:ext uri="{FF2B5EF4-FFF2-40B4-BE49-F238E27FC236}">
                <a16:creationId xmlns:a16="http://schemas.microsoft.com/office/drawing/2014/main" id="{5A824F83-D8B2-43F2-9716-564C55D7A47B}"/>
              </a:ext>
            </a:extLst>
          </p:cNvPr>
          <p:cNvSpPr>
            <a:spLocks noGrp="1"/>
          </p:cNvSpPr>
          <p:nvPr/>
        </p:nvSpPr>
        <p:spPr>
          <a:xfrm>
            <a:off x="1488575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6" name="path-210">
            <a:extLst>
              <a:ext uri="{FF2B5EF4-FFF2-40B4-BE49-F238E27FC236}">
                <a16:creationId xmlns:a16="http://schemas.microsoft.com/office/drawing/2014/main" id="{255224ED-698C-42EC-AD1A-83D05C65B5E5}"/>
              </a:ext>
            </a:extLst>
          </p:cNvPr>
          <p:cNvSpPr>
            <a:spLocks noGrp="1"/>
          </p:cNvSpPr>
          <p:nvPr/>
        </p:nvSpPr>
        <p:spPr>
          <a:xfrm>
            <a:off x="15098861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8" name="path-211">
            <a:extLst>
              <a:ext uri="{FF2B5EF4-FFF2-40B4-BE49-F238E27FC236}">
                <a16:creationId xmlns:a16="http://schemas.microsoft.com/office/drawing/2014/main" id="{D6CBED84-84F3-4CFF-B74A-D857827F49A6}"/>
              </a:ext>
            </a:extLst>
          </p:cNvPr>
          <p:cNvSpPr>
            <a:spLocks noGrp="1"/>
          </p:cNvSpPr>
          <p:nvPr/>
        </p:nvSpPr>
        <p:spPr>
          <a:xfrm>
            <a:off x="1531196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path-212">
            <a:extLst>
              <a:ext uri="{FF2B5EF4-FFF2-40B4-BE49-F238E27FC236}">
                <a16:creationId xmlns:a16="http://schemas.microsoft.com/office/drawing/2014/main" id="{64D7F756-7E83-4853-85B5-BC3068E70558}"/>
              </a:ext>
            </a:extLst>
          </p:cNvPr>
          <p:cNvSpPr>
            <a:spLocks noGrp="1"/>
          </p:cNvSpPr>
          <p:nvPr/>
        </p:nvSpPr>
        <p:spPr>
          <a:xfrm>
            <a:off x="1552506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path-213">
            <a:extLst>
              <a:ext uri="{FF2B5EF4-FFF2-40B4-BE49-F238E27FC236}">
                <a16:creationId xmlns:a16="http://schemas.microsoft.com/office/drawing/2014/main" id="{153A6681-91CF-405E-A61D-1D55DAA47362}"/>
              </a:ext>
            </a:extLst>
          </p:cNvPr>
          <p:cNvSpPr>
            <a:spLocks noGrp="1"/>
          </p:cNvSpPr>
          <p:nvPr/>
        </p:nvSpPr>
        <p:spPr>
          <a:xfrm>
            <a:off x="1573816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8" name="path-203">
            <a:extLst>
              <a:ext uri="{FF2B5EF4-FFF2-40B4-BE49-F238E27FC236}">
                <a16:creationId xmlns:a16="http://schemas.microsoft.com/office/drawing/2014/main" id="{2AEE2773-D848-4A4A-85D5-4BA7B22A720A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9" name="path-215">
            <a:extLst>
              <a:ext uri="{FF2B5EF4-FFF2-40B4-BE49-F238E27FC236}">
                <a16:creationId xmlns:a16="http://schemas.microsoft.com/office/drawing/2014/main" id="{C44952E3-E790-410A-ADA1-7C8C5A979E44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0" name="path-227">
            <a:extLst>
              <a:ext uri="{FF2B5EF4-FFF2-40B4-BE49-F238E27FC236}">
                <a16:creationId xmlns:a16="http://schemas.microsoft.com/office/drawing/2014/main" id="{5481C297-3144-4F28-9557-DD68D610BB43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1" name="path-239">
            <a:extLst>
              <a:ext uri="{FF2B5EF4-FFF2-40B4-BE49-F238E27FC236}">
                <a16:creationId xmlns:a16="http://schemas.microsoft.com/office/drawing/2014/main" id="{4BD41799-D008-47A8-B73F-814AEAA6BEE8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2" name="path-251">
            <a:extLst>
              <a:ext uri="{FF2B5EF4-FFF2-40B4-BE49-F238E27FC236}">
                <a16:creationId xmlns:a16="http://schemas.microsoft.com/office/drawing/2014/main" id="{BC813136-F8C4-4ACD-A89E-2CB9D8F01DE1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3" name="path-263">
            <a:extLst>
              <a:ext uri="{FF2B5EF4-FFF2-40B4-BE49-F238E27FC236}">
                <a16:creationId xmlns:a16="http://schemas.microsoft.com/office/drawing/2014/main" id="{B2826995-8EC9-484D-8689-12F8F9CBB078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4" name="path-275">
            <a:extLst>
              <a:ext uri="{FF2B5EF4-FFF2-40B4-BE49-F238E27FC236}">
                <a16:creationId xmlns:a16="http://schemas.microsoft.com/office/drawing/2014/main" id="{26E7F265-E085-46AF-BF8C-516C1A2D9284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5" name="path-287">
            <a:extLst>
              <a:ext uri="{FF2B5EF4-FFF2-40B4-BE49-F238E27FC236}">
                <a16:creationId xmlns:a16="http://schemas.microsoft.com/office/drawing/2014/main" id="{D87A1509-2776-48C6-887F-47EFC37D3374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6" name="visual-298">
            <a:extLst>
              <a:ext uri="{FF2B5EF4-FFF2-40B4-BE49-F238E27FC236}">
                <a16:creationId xmlns:a16="http://schemas.microsoft.com/office/drawing/2014/main" id="{F03E6693-3248-4C79-9EEF-1D3D9FF91DED}"/>
              </a:ext>
            </a:extLst>
          </p:cNvPr>
          <p:cNvSpPr>
            <a:spLocks noGrp="1"/>
          </p:cNvSpPr>
          <p:nvPr/>
        </p:nvSpPr>
        <p:spPr>
          <a:xfrm>
            <a:off x="13589269" y="6126674"/>
            <a:ext cx="205312" cy="1900157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417" name="path-203">
            <a:extLst>
              <a:ext uri="{FF2B5EF4-FFF2-40B4-BE49-F238E27FC236}">
                <a16:creationId xmlns:a16="http://schemas.microsoft.com/office/drawing/2014/main" id="{913AF151-10E3-4616-B59F-70BB3831E1AC}"/>
              </a:ext>
            </a:extLst>
          </p:cNvPr>
          <p:cNvSpPr>
            <a:spLocks noGrp="1"/>
          </p:cNvSpPr>
          <p:nvPr/>
        </p:nvSpPr>
        <p:spPr>
          <a:xfrm>
            <a:off x="1360714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36517AA0-BB1B-426F-9752-D1D83465285A}"/>
              </a:ext>
            </a:extLst>
          </p:cNvPr>
          <p:cNvSpPr/>
          <p:nvPr/>
        </p:nvSpPr>
        <p:spPr>
          <a:xfrm>
            <a:off x="875489" y="825768"/>
            <a:ext cx="6807944" cy="3684499"/>
          </a:xfrm>
          <a:prstGeom prst="rect">
            <a:avLst/>
          </a:prstGeom>
          <a:noFill/>
          <a:ln>
            <a:solidFill>
              <a:srgbClr val="15608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7BB264D0-BC60-4242-8FA1-78F01AF57B01}"/>
              </a:ext>
            </a:extLst>
          </p:cNvPr>
          <p:cNvSpPr/>
          <p:nvPr/>
        </p:nvSpPr>
        <p:spPr>
          <a:xfrm>
            <a:off x="8337847" y="825768"/>
            <a:ext cx="7709194" cy="3684499"/>
          </a:xfrm>
          <a:prstGeom prst="rect">
            <a:avLst/>
          </a:prstGeom>
          <a:noFill/>
          <a:ln>
            <a:solidFill>
              <a:srgbClr val="15608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3683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351</Words>
  <Application>Microsoft Office PowerPoint</Application>
  <DocSecurity>0</DocSecurity>
  <PresentationFormat>自定义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Feng</cp:lastModifiedBy>
  <cp:revision>47</cp:revision>
  <dcterms:created xsi:type="dcterms:W3CDTF">2026-09-09T14:03:15Z</dcterms:created>
  <dcterms:modified xsi:type="dcterms:W3CDTF">2026-09-26T08:53:05Z</dcterms:modified>
</cp:coreProperties>
</file>