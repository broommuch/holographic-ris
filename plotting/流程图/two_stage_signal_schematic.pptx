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821a2ed074ee3" /><Relationship Type="http://schemas.openxmlformats.org/officeDocument/2006/relationships/extended-properties" Target="/docProps/app.xml" Id="R0fe3e8261333480f" /><Relationship Type="http://schemas.openxmlformats.org/officeDocument/2006/relationships/officeDocument" Target="/ppt/presentation.xml" Id="Rd945c49a7723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e3a6bcad94b32"/>
  </p:sldMasterIdLst>
  <p:notesMasterIdLst>
    <p:notesMasterId xmlns:r="http://schemas.openxmlformats.org/officeDocument/2006/relationships" r:id="R6bf505258fad4bc3"/>
  </p:notesMasterIdLst>
  <p:sldIdLst>
    <p:sldId xmlns:r="http://schemas.openxmlformats.org/officeDocument/2006/relationships" id="256" r:id="Ra1c79b4e642f44b6"/>
  </p:sldIdLst>
  <p:sldSz cx="17145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5dd6e4e81494e" /><Relationship Type="http://schemas.openxmlformats.org/officeDocument/2006/relationships/slideMaster" Target="/ppt/slideMasters/slideMaster1.xml" Id="R2d3e3a6bcad94b32" /><Relationship Type="http://schemas.openxmlformats.org/officeDocument/2006/relationships/notesMaster" Target="/ppt/notesMasters/notesMaster1.xml" Id="R6bf505258fad4bc3" /><Relationship Type="http://schemas.openxmlformats.org/officeDocument/2006/relationships/presProps" Target="/ppt/presProps.xml" Id="R876ab7342d384aac" /><Relationship Type="http://schemas.openxmlformats.org/officeDocument/2006/relationships/tableStyles" Target="/ppt/tableStyles.xml" Id="R810131f970634851" /><Relationship Type="http://schemas.openxmlformats.org/officeDocument/2006/relationships/slide" Target="/ppt/slides/slide1.xml" Id="Ra1c79b4e642f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f61557f0b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0e817b266743ff" /><Relationship Type="http://schemas.openxmlformats.org/officeDocument/2006/relationships/notesMaster" Target="/ppt/notesMasters/notesMaster1.xml" Id="R08abc95199d0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main.pdf, Section II.B–D and Section IV.A–C, Algorithms 1 and 2. This is a conceptual signal-evolution illustration, not simulation or measured data. RF waveforms, energy envelopes, patterns, gain phasors and constellation points are schematic. The receiver interferes the incoming field with a known reference before element-wise square-law detection and subslot integration. Only intensity samples enter the digital algorithms. Stage I uses known pilots to initialize and refine DOAs and complex channel gains with damped Gauss–Newton; the learned channel is reused by Stage II. Stage II uses reference-assisted Gerchberg–Saxton alternating magnitude and finite-alphabet projections: add the known reference in the forward intensity prediction and remove it before back-projection. The cloud-to-constellation imagery depicts iterative constraint enforcement, not coherent I/Q mixing or an independent measured phase signal. The final I/Q traces represent the time-ordered detected complex symbols. No coherent RF downconversion is implied. QPSK is shown only as an illustrative finite constellation.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ad33b844049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632cf3fe74f52" /><Relationship Type="http://schemas.openxmlformats.org/officeDocument/2006/relationships/slideLayout" Target="/ppt/slideLayouts/slideLayout1.xml" Id="Rfdbc2310adaf41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bc2310adaf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ed34856df4ca4" /><Relationship Type="http://schemas.openxmlformats.org/officeDocument/2006/relationships/notesSlide" Target="/ppt/notesSlides/notesSlide1.xml" Id="R6a86ab9bcc444e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visual-1">
            <a:extLst xmlns:a="http://schemas.openxmlformats.org/drawingml/2006/main">
              <a:ext uri="{FF2B5EF4-FFF2-40B4-BE49-F238E27FC236}">
                <a16:creationId xmlns:a16="http://schemas.microsoft.com/office/drawing/2014/main" id="{D17895CA-DBE8-4A0F-A9A7-5B45B2A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Received RF waveform</a:t>
            </a:r>
          </a:p>
        </p:txBody>
      </p:sp>
      <p:sp>
        <p:nvSpPr>
          <p:cNvPr id="2" name="visual-2">
            <a:extLst xmlns:a="http://schemas.openxmlformats.org/drawingml/2006/main">
              <a:ext uri="{FF2B5EF4-FFF2-40B4-BE49-F238E27FC236}">
                <a16:creationId xmlns:a16="http://schemas.microsoft.com/office/drawing/2014/main" id="{118D4B6E-A282-48DD-84B3-B3B0BE05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Reference interference</a:t>
            </a:r>
          </a:p>
        </p:txBody>
      </p:sp>
      <p:sp>
        <p:nvSpPr>
          <p:cNvPr id="3" name="visual-3">
            <a:extLst xmlns:a="http://schemas.openxmlformats.org/drawingml/2006/main">
              <a:ext uri="{FF2B5EF4-FFF2-40B4-BE49-F238E27FC236}">
                <a16:creationId xmlns:a16="http://schemas.microsoft.com/office/drawing/2014/main" id="{400A48DB-2D8E-4150-A1AD-C6AE4B0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00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Detect &amp; integrate</a:t>
            </a:r>
          </a:p>
        </p:txBody>
      </p:sp>
      <p:sp>
        <p:nvSpPr>
          <p:cNvPr id="4" name="visual-4">
            <a:extLst xmlns:a="http://schemas.openxmlformats.org/drawingml/2006/main">
              <a:ext uri="{FF2B5EF4-FFF2-40B4-BE49-F238E27FC236}">
                <a16:creationId xmlns:a16="http://schemas.microsoft.com/office/drawing/2014/main" id="{6FFA8CC7-C315-4329-A817-97BB2AB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00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Intensity samples</a:t>
            </a:r>
          </a:p>
        </p:txBody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5C4E00F9-4562-4661-BEEA-BE6D2D0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3038475" cy="953"/>
          </a:xfrm>
          <a:custGeom xmlns:a="http://schemas.openxmlformats.org/drawingml/2006/main">
            <a:pathLst>
              <a:path w="3038475" h="953">
                <a:moveTo>
                  <a:pt x="0" y="0"/>
                </a:moveTo>
                <a:lnTo>
                  <a:pt x="3038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CD9E2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B878C939-E42D-4D26-9D13-9F5312F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88690"/>
            <a:ext cx="3038475" cy="933959"/>
          </a:xfrm>
          <a:custGeom xmlns:a="http://schemas.openxmlformats.org/drawingml/2006/main">
            <a:pathLst>
              <a:path w="3038475" h="933959">
                <a:moveTo>
                  <a:pt x="0" y="553637"/>
                </a:moveTo>
                <a:lnTo>
                  <a:pt x="9235" y="682231"/>
                </a:lnTo>
                <a:lnTo>
                  <a:pt x="18471" y="792101"/>
                </a:lnTo>
                <a:lnTo>
                  <a:pt x="27706" y="871713"/>
                </a:lnTo>
                <a:lnTo>
                  <a:pt x="36942" y="912550"/>
                </a:lnTo>
                <a:lnTo>
                  <a:pt x="46177" y="910015"/>
                </a:lnTo>
                <a:lnTo>
                  <a:pt x="55413" y="863916"/>
                </a:lnTo>
                <a:lnTo>
                  <a:pt x="64648" y="778485"/>
                </a:lnTo>
                <a:lnTo>
                  <a:pt x="73884" y="661928"/>
                </a:lnTo>
                <a:lnTo>
                  <a:pt x="83119" y="525579"/>
                </a:lnTo>
                <a:lnTo>
                  <a:pt x="92355" y="382728"/>
                </a:lnTo>
                <a:lnTo>
                  <a:pt x="101590" y="247277"/>
                </a:lnTo>
                <a:lnTo>
                  <a:pt x="110826" y="132346"/>
                </a:lnTo>
                <a:lnTo>
                  <a:pt x="120061" y="48981"/>
                </a:lnTo>
                <a:lnTo>
                  <a:pt x="129297" y="5090"/>
                </a:lnTo>
                <a:lnTo>
                  <a:pt x="138532" y="4715"/>
                </a:lnTo>
                <a:lnTo>
                  <a:pt x="147768" y="47691"/>
                </a:lnTo>
                <a:lnTo>
                  <a:pt x="157003" y="129726"/>
                </a:lnTo>
                <a:lnTo>
                  <a:pt x="166239" y="242876"/>
                </a:lnTo>
                <a:lnTo>
                  <a:pt x="175474" y="376366"/>
                </a:lnTo>
                <a:lnTo>
                  <a:pt x="184710" y="517653"/>
                </a:lnTo>
                <a:lnTo>
                  <a:pt x="193945" y="653637"/>
                </a:lnTo>
                <a:lnTo>
                  <a:pt x="203181" y="771893"/>
                </a:lnTo>
                <a:lnTo>
                  <a:pt x="212416" y="861810"/>
                </a:lnTo>
                <a:lnTo>
                  <a:pt x="221652" y="915528"/>
                </a:lnTo>
                <a:lnTo>
                  <a:pt x="230887" y="928606"/>
                </a:lnTo>
                <a:lnTo>
                  <a:pt x="240123" y="900355"/>
                </a:lnTo>
                <a:lnTo>
                  <a:pt x="249358" y="833820"/>
                </a:lnTo>
                <a:lnTo>
                  <a:pt x="258594" y="735434"/>
                </a:lnTo>
                <a:lnTo>
                  <a:pt x="267829" y="614370"/>
                </a:lnTo>
                <a:lnTo>
                  <a:pt x="277065" y="481669"/>
                </a:lnTo>
                <a:lnTo>
                  <a:pt x="286300" y="349227"/>
                </a:lnTo>
                <a:lnTo>
                  <a:pt x="295536" y="228727"/>
                </a:lnTo>
                <a:lnTo>
                  <a:pt x="304771" y="130624"/>
                </a:lnTo>
                <a:lnTo>
                  <a:pt x="314007" y="63253"/>
                </a:lnTo>
                <a:lnTo>
                  <a:pt x="323242" y="32144"/>
                </a:lnTo>
                <a:lnTo>
                  <a:pt x="332478" y="39596"/>
                </a:lnTo>
                <a:lnTo>
                  <a:pt x="341713" y="84530"/>
                </a:lnTo>
                <a:lnTo>
                  <a:pt x="350948" y="162638"/>
                </a:lnTo>
                <a:lnTo>
                  <a:pt x="360184" y="266800"/>
                </a:lnTo>
                <a:lnTo>
                  <a:pt x="369419" y="387733"/>
                </a:lnTo>
                <a:lnTo>
                  <a:pt x="378655" y="514806"/>
                </a:lnTo>
                <a:lnTo>
                  <a:pt x="387890" y="636960"/>
                </a:lnTo>
                <a:lnTo>
                  <a:pt x="397126" y="743653"/>
                </a:lnTo>
                <a:lnTo>
                  <a:pt x="406361" y="825744"/>
                </a:lnTo>
                <a:lnTo>
                  <a:pt x="415597" y="876256"/>
                </a:lnTo>
                <a:lnTo>
                  <a:pt x="424832" y="890951"/>
                </a:lnTo>
                <a:lnTo>
                  <a:pt x="434068" y="868679"/>
                </a:lnTo>
                <a:lnTo>
                  <a:pt x="443303" y="811455"/>
                </a:lnTo>
                <a:lnTo>
                  <a:pt x="452539" y="724289"/>
                </a:lnTo>
                <a:lnTo>
                  <a:pt x="461774" y="614757"/>
                </a:lnTo>
                <a:lnTo>
                  <a:pt x="471010" y="492360"/>
                </a:lnTo>
                <a:lnTo>
                  <a:pt x="480245" y="367724"/>
                </a:lnTo>
                <a:lnTo>
                  <a:pt x="489481" y="251696"/>
                </a:lnTo>
                <a:lnTo>
                  <a:pt x="498716" y="154424"/>
                </a:lnTo>
                <a:lnTo>
                  <a:pt x="507952" y="84482"/>
                </a:lnTo>
                <a:lnTo>
                  <a:pt x="517187" y="48126"/>
                </a:lnTo>
                <a:lnTo>
                  <a:pt x="526423" y="48738"/>
                </a:lnTo>
                <a:lnTo>
                  <a:pt x="535658" y="86505"/>
                </a:lnTo>
                <a:lnTo>
                  <a:pt x="544894" y="158372"/>
                </a:lnTo>
                <a:lnTo>
                  <a:pt x="554129" y="258276"/>
                </a:lnTo>
                <a:lnTo>
                  <a:pt x="563365" y="377638"/>
                </a:lnTo>
                <a:lnTo>
                  <a:pt x="572600" y="506083"/>
                </a:lnTo>
                <a:lnTo>
                  <a:pt x="581836" y="632335"/>
                </a:lnTo>
                <a:lnTo>
                  <a:pt x="591071" y="745195"/>
                </a:lnTo>
                <a:lnTo>
                  <a:pt x="600307" y="834533"/>
                </a:lnTo>
                <a:lnTo>
                  <a:pt x="609542" y="892202"/>
                </a:lnTo>
                <a:lnTo>
                  <a:pt x="618778" y="912785"/>
                </a:lnTo>
                <a:lnTo>
                  <a:pt x="628013" y="894113"/>
                </a:lnTo>
                <a:lnTo>
                  <a:pt x="637249" y="837493"/>
                </a:lnTo>
                <a:lnTo>
                  <a:pt x="646484" y="747630"/>
                </a:lnTo>
                <a:lnTo>
                  <a:pt x="655720" y="632235"/>
                </a:lnTo>
                <a:lnTo>
                  <a:pt x="664955" y="501365"/>
                </a:lnTo>
                <a:lnTo>
                  <a:pt x="674191" y="366526"/>
                </a:lnTo>
                <a:lnTo>
                  <a:pt x="683426" y="239654"/>
                </a:lnTo>
                <a:lnTo>
                  <a:pt x="692661" y="132032"/>
                </a:lnTo>
                <a:lnTo>
                  <a:pt x="701897" y="53272"/>
                </a:lnTo>
                <a:lnTo>
                  <a:pt x="711132" y="10439"/>
                </a:lnTo>
                <a:lnTo>
                  <a:pt x="720368" y="7406"/>
                </a:lnTo>
                <a:lnTo>
                  <a:pt x="729603" y="44508"/>
                </a:lnTo>
                <a:lnTo>
                  <a:pt x="738839" y="118512"/>
                </a:lnTo>
                <a:lnTo>
                  <a:pt x="748074" y="222922"/>
                </a:lnTo>
                <a:lnTo>
                  <a:pt x="757310" y="348581"/>
                </a:lnTo>
                <a:lnTo>
                  <a:pt x="766545" y="484505"/>
                </a:lnTo>
                <a:lnTo>
                  <a:pt x="775781" y="618891"/>
                </a:lnTo>
                <a:lnTo>
                  <a:pt x="785016" y="740175"/>
                </a:lnTo>
                <a:lnTo>
                  <a:pt x="794252" y="838060"/>
                </a:lnTo>
                <a:lnTo>
                  <a:pt x="803487" y="904416"/>
                </a:lnTo>
                <a:lnTo>
                  <a:pt x="812723" y="933959"/>
                </a:lnTo>
                <a:lnTo>
                  <a:pt x="821958" y="924667"/>
                </a:lnTo>
                <a:lnTo>
                  <a:pt x="831194" y="877886"/>
                </a:lnTo>
                <a:lnTo>
                  <a:pt x="840429" y="798140"/>
                </a:lnTo>
                <a:lnTo>
                  <a:pt x="849665" y="692651"/>
                </a:lnTo>
                <a:lnTo>
                  <a:pt x="858900" y="570644"/>
                </a:lnTo>
                <a:lnTo>
                  <a:pt x="868136" y="442490"/>
                </a:lnTo>
                <a:lnTo>
                  <a:pt x="877371" y="318782"/>
                </a:lnTo>
                <a:lnTo>
                  <a:pt x="886607" y="209422"/>
                </a:lnTo>
                <a:lnTo>
                  <a:pt x="895842" y="122806"/>
                </a:lnTo>
                <a:lnTo>
                  <a:pt x="905078" y="65176"/>
                </a:lnTo>
                <a:lnTo>
                  <a:pt x="914313" y="40180"/>
                </a:lnTo>
                <a:lnTo>
                  <a:pt x="923549" y="48685"/>
                </a:lnTo>
                <a:lnTo>
                  <a:pt x="932784" y="88825"/>
                </a:lnTo>
                <a:lnTo>
                  <a:pt x="942020" y="156286"/>
                </a:lnTo>
                <a:lnTo>
                  <a:pt x="951255" y="244780"/>
                </a:lnTo>
                <a:lnTo>
                  <a:pt x="960491" y="346655"/>
                </a:lnTo>
                <a:lnTo>
                  <a:pt x="969726" y="453591"/>
                </a:lnTo>
                <a:lnTo>
                  <a:pt x="978962" y="557299"/>
                </a:lnTo>
                <a:lnTo>
                  <a:pt x="988197" y="650186"/>
                </a:lnTo>
                <a:lnTo>
                  <a:pt x="997433" y="725909"/>
                </a:lnTo>
                <a:lnTo>
                  <a:pt x="1006668" y="779800"/>
                </a:lnTo>
                <a:lnTo>
                  <a:pt x="1015903" y="809122"/>
                </a:lnTo>
                <a:lnTo>
                  <a:pt x="1025139" y="813156"/>
                </a:lnTo>
                <a:lnTo>
                  <a:pt x="1034374" y="793117"/>
                </a:lnTo>
                <a:lnTo>
                  <a:pt x="1043610" y="751925"/>
                </a:lnTo>
                <a:lnTo>
                  <a:pt x="1052845" y="693860"/>
                </a:lnTo>
                <a:lnTo>
                  <a:pt x="1062081" y="624140"/>
                </a:lnTo>
                <a:lnTo>
                  <a:pt x="1071316" y="548450"/>
                </a:lnTo>
                <a:lnTo>
                  <a:pt x="1080552" y="472484"/>
                </a:lnTo>
                <a:lnTo>
                  <a:pt x="1089787" y="401520"/>
                </a:lnTo>
                <a:lnTo>
                  <a:pt x="1099023" y="340060"/>
                </a:lnTo>
                <a:lnTo>
                  <a:pt x="1108258" y="291568"/>
                </a:lnTo>
                <a:lnTo>
                  <a:pt x="1117494" y="258300"/>
                </a:lnTo>
                <a:lnTo>
                  <a:pt x="1126729" y="241250"/>
                </a:lnTo>
                <a:lnTo>
                  <a:pt x="1135965" y="240188"/>
                </a:lnTo>
                <a:lnTo>
                  <a:pt x="1145200" y="253793"/>
                </a:lnTo>
                <a:lnTo>
                  <a:pt x="1154436" y="279850"/>
                </a:lnTo>
                <a:lnTo>
                  <a:pt x="1163671" y="315493"/>
                </a:lnTo>
                <a:lnTo>
                  <a:pt x="1172907" y="357479"/>
                </a:lnTo>
                <a:lnTo>
                  <a:pt x="1182142" y="402451"/>
                </a:lnTo>
                <a:lnTo>
                  <a:pt x="1191378" y="447195"/>
                </a:lnTo>
                <a:lnTo>
                  <a:pt x="1200613" y="488845"/>
                </a:lnTo>
                <a:lnTo>
                  <a:pt x="1209849" y="525050"/>
                </a:lnTo>
                <a:lnTo>
                  <a:pt x="1219084" y="554076"/>
                </a:lnTo>
                <a:lnTo>
                  <a:pt x="1228320" y="574860"/>
                </a:lnTo>
                <a:lnTo>
                  <a:pt x="1237555" y="586999"/>
                </a:lnTo>
                <a:lnTo>
                  <a:pt x="1246791" y="590695"/>
                </a:lnTo>
                <a:lnTo>
                  <a:pt x="1256026" y="586664"/>
                </a:lnTo>
                <a:lnTo>
                  <a:pt x="1265262" y="576018"/>
                </a:lnTo>
                <a:lnTo>
                  <a:pt x="1274497" y="560132"/>
                </a:lnTo>
                <a:lnTo>
                  <a:pt x="1283733" y="540519"/>
                </a:lnTo>
                <a:lnTo>
                  <a:pt x="1292968" y="518704"/>
                </a:lnTo>
                <a:lnTo>
                  <a:pt x="1302204" y="496128"/>
                </a:lnTo>
                <a:lnTo>
                  <a:pt x="1311439" y="474073"/>
                </a:lnTo>
                <a:lnTo>
                  <a:pt x="1320675" y="453614"/>
                </a:lnTo>
                <a:lnTo>
                  <a:pt x="1329910" y="435600"/>
                </a:lnTo>
                <a:lnTo>
                  <a:pt x="1339146" y="420654"/>
                </a:lnTo>
                <a:lnTo>
                  <a:pt x="1348381" y="409202"/>
                </a:lnTo>
                <a:lnTo>
                  <a:pt x="1357616" y="401496"/>
                </a:lnTo>
                <a:lnTo>
                  <a:pt x="1366852" y="397659"/>
                </a:lnTo>
                <a:lnTo>
                  <a:pt x="1376087" y="397709"/>
                </a:lnTo>
                <a:lnTo>
                  <a:pt x="1385323" y="401588"/>
                </a:lnTo>
                <a:lnTo>
                  <a:pt x="1394558" y="409164"/>
                </a:lnTo>
                <a:lnTo>
                  <a:pt x="1403794" y="420229"/>
                </a:lnTo>
                <a:lnTo>
                  <a:pt x="1413029" y="434477"/>
                </a:lnTo>
                <a:lnTo>
                  <a:pt x="1422265" y="451475"/>
                </a:lnTo>
                <a:lnTo>
                  <a:pt x="1431500" y="470628"/>
                </a:lnTo>
                <a:lnTo>
                  <a:pt x="1440736" y="491154"/>
                </a:lnTo>
                <a:lnTo>
                  <a:pt x="1449971" y="512065"/>
                </a:lnTo>
                <a:lnTo>
                  <a:pt x="1459207" y="532176"/>
                </a:lnTo>
                <a:lnTo>
                  <a:pt x="1468442" y="550139"/>
                </a:lnTo>
                <a:lnTo>
                  <a:pt x="1477678" y="564505"/>
                </a:lnTo>
                <a:lnTo>
                  <a:pt x="1486913" y="573818"/>
                </a:lnTo>
                <a:lnTo>
                  <a:pt x="1496149" y="576743"/>
                </a:lnTo>
                <a:lnTo>
                  <a:pt x="1505384" y="572199"/>
                </a:lnTo>
                <a:lnTo>
                  <a:pt x="1514620" y="559508"/>
                </a:lnTo>
                <a:lnTo>
                  <a:pt x="1523855" y="538529"/>
                </a:lnTo>
                <a:lnTo>
                  <a:pt x="1533091" y="509769"/>
                </a:lnTo>
                <a:lnTo>
                  <a:pt x="1542326" y="474445"/>
                </a:lnTo>
                <a:lnTo>
                  <a:pt x="1551562" y="434493"/>
                </a:lnTo>
                <a:lnTo>
                  <a:pt x="1560797" y="392507"/>
                </a:lnTo>
                <a:lnTo>
                  <a:pt x="1570033" y="351601"/>
                </a:lnTo>
                <a:lnTo>
                  <a:pt x="1579268" y="315205"/>
                </a:lnTo>
                <a:lnTo>
                  <a:pt x="1588504" y="286797"/>
                </a:lnTo>
                <a:lnTo>
                  <a:pt x="1597739" y="269598"/>
                </a:lnTo>
                <a:lnTo>
                  <a:pt x="1606975" y="266246"/>
                </a:lnTo>
                <a:lnTo>
                  <a:pt x="1616210" y="278486"/>
                </a:lnTo>
                <a:lnTo>
                  <a:pt x="1625446" y="306912"/>
                </a:lnTo>
                <a:lnTo>
                  <a:pt x="1634681" y="350781"/>
                </a:lnTo>
                <a:lnTo>
                  <a:pt x="1643917" y="407935"/>
                </a:lnTo>
                <a:lnTo>
                  <a:pt x="1653152" y="474852"/>
                </a:lnTo>
                <a:lnTo>
                  <a:pt x="1662388" y="546833"/>
                </a:lnTo>
                <a:lnTo>
                  <a:pt x="1671623" y="618307"/>
                </a:lnTo>
                <a:lnTo>
                  <a:pt x="1680859" y="683266"/>
                </a:lnTo>
                <a:lnTo>
                  <a:pt x="1690094" y="735763"/>
                </a:lnTo>
                <a:lnTo>
                  <a:pt x="1699329" y="770462"/>
                </a:lnTo>
                <a:lnTo>
                  <a:pt x="1708565" y="783168"/>
                </a:lnTo>
                <a:lnTo>
                  <a:pt x="1717800" y="771295"/>
                </a:lnTo>
                <a:lnTo>
                  <a:pt x="1727036" y="734218"/>
                </a:lnTo>
                <a:lnTo>
                  <a:pt x="1736271" y="673469"/>
                </a:lnTo>
                <a:lnTo>
                  <a:pt x="1745507" y="592740"/>
                </a:lnTo>
                <a:lnTo>
                  <a:pt x="1754742" y="497686"/>
                </a:lnTo>
                <a:lnTo>
                  <a:pt x="1763978" y="395535"/>
                </a:lnTo>
                <a:lnTo>
                  <a:pt x="1773213" y="294525"/>
                </a:lnTo>
                <a:lnTo>
                  <a:pt x="1782449" y="203214"/>
                </a:lnTo>
                <a:lnTo>
                  <a:pt x="1791684" y="129733"/>
                </a:lnTo>
                <a:lnTo>
                  <a:pt x="1800920" y="81030"/>
                </a:lnTo>
                <a:lnTo>
                  <a:pt x="1810155" y="62198"/>
                </a:lnTo>
                <a:lnTo>
                  <a:pt x="1819391" y="75941"/>
                </a:lnTo>
                <a:lnTo>
                  <a:pt x="1828626" y="122243"/>
                </a:lnTo>
                <a:lnTo>
                  <a:pt x="1837862" y="198269"/>
                </a:lnTo>
                <a:lnTo>
                  <a:pt x="1847097" y="298526"/>
                </a:lnTo>
                <a:lnTo>
                  <a:pt x="1856333" y="415271"/>
                </a:lnTo>
                <a:lnTo>
                  <a:pt x="1865568" y="539134"/>
                </a:lnTo>
                <a:lnTo>
                  <a:pt x="1874804" y="659904"/>
                </a:lnTo>
                <a:lnTo>
                  <a:pt x="1884039" y="767409"/>
                </a:lnTo>
                <a:lnTo>
                  <a:pt x="1893275" y="852414"/>
                </a:lnTo>
                <a:lnTo>
                  <a:pt x="1902510" y="907445"/>
                </a:lnTo>
                <a:lnTo>
                  <a:pt x="1911746" y="927468"/>
                </a:lnTo>
                <a:lnTo>
                  <a:pt x="1920981" y="910360"/>
                </a:lnTo>
                <a:lnTo>
                  <a:pt x="1930217" y="857127"/>
                </a:lnTo>
                <a:lnTo>
                  <a:pt x="1939452" y="771843"/>
                </a:lnTo>
                <a:lnTo>
                  <a:pt x="1948688" y="661320"/>
                </a:lnTo>
                <a:lnTo>
                  <a:pt x="1957923" y="534538"/>
                </a:lnTo>
                <a:lnTo>
                  <a:pt x="1967159" y="401879"/>
                </a:lnTo>
                <a:lnTo>
                  <a:pt x="1976394" y="274247"/>
                </a:lnTo>
                <a:lnTo>
                  <a:pt x="1985630" y="162137"/>
                </a:lnTo>
                <a:lnTo>
                  <a:pt x="1994865" y="74748"/>
                </a:lnTo>
                <a:lnTo>
                  <a:pt x="2004101" y="19212"/>
                </a:lnTo>
                <a:lnTo>
                  <a:pt x="2013336" y="0"/>
                </a:lnTo>
                <a:lnTo>
                  <a:pt x="2022572" y="18566"/>
                </a:lnTo>
                <a:lnTo>
                  <a:pt x="2031807" y="73246"/>
                </a:lnTo>
                <a:lnTo>
                  <a:pt x="2041042" y="159420"/>
                </a:lnTo>
                <a:lnTo>
                  <a:pt x="2050278" y="269921"/>
                </a:lnTo>
                <a:lnTo>
                  <a:pt x="2059513" y="395649"/>
                </a:lnTo>
                <a:lnTo>
                  <a:pt x="2068749" y="526343"/>
                </a:lnTo>
                <a:lnTo>
                  <a:pt x="2077984" y="651425"/>
                </a:lnTo>
                <a:lnTo>
                  <a:pt x="2087220" y="760874"/>
                </a:lnTo>
                <a:lnTo>
                  <a:pt x="2096455" y="846023"/>
                </a:lnTo>
                <a:lnTo>
                  <a:pt x="2105691" y="900252"/>
                </a:lnTo>
                <a:lnTo>
                  <a:pt x="2114926" y="919489"/>
                </a:lnTo>
                <a:lnTo>
                  <a:pt x="2124162" y="902512"/>
                </a:lnTo>
                <a:lnTo>
                  <a:pt x="2133397" y="851006"/>
                </a:lnTo>
                <a:lnTo>
                  <a:pt x="2142633" y="769402"/>
                </a:lnTo>
                <a:lnTo>
                  <a:pt x="2151868" y="664486"/>
                </a:lnTo>
                <a:lnTo>
                  <a:pt x="2161104" y="544845"/>
                </a:lnTo>
                <a:lnTo>
                  <a:pt x="2170339" y="420162"/>
                </a:lnTo>
                <a:lnTo>
                  <a:pt x="2179575" y="300449"/>
                </a:lnTo>
                <a:lnTo>
                  <a:pt x="2188810" y="195252"/>
                </a:lnTo>
                <a:lnTo>
                  <a:pt x="2198046" y="112906"/>
                </a:lnTo>
                <a:lnTo>
                  <a:pt x="2207281" y="59886"/>
                </a:lnTo>
                <a:lnTo>
                  <a:pt x="2216517" y="40311"/>
                </a:lnTo>
                <a:lnTo>
                  <a:pt x="2225752" y="55624"/>
                </a:lnTo>
                <a:lnTo>
                  <a:pt x="2234988" y="104487"/>
                </a:lnTo>
                <a:lnTo>
                  <a:pt x="2244223" y="182883"/>
                </a:lnTo>
                <a:lnTo>
                  <a:pt x="2253459" y="284425"/>
                </a:lnTo>
                <a:lnTo>
                  <a:pt x="2262694" y="400855"/>
                </a:lnTo>
                <a:lnTo>
                  <a:pt x="2271930" y="522684"/>
                </a:lnTo>
                <a:lnTo>
                  <a:pt x="2281165" y="639934"/>
                </a:lnTo>
                <a:lnTo>
                  <a:pt x="2290401" y="742931"/>
                </a:lnTo>
                <a:lnTo>
                  <a:pt x="2299636" y="823079"/>
                </a:lnTo>
                <a:lnTo>
                  <a:pt x="2308872" y="873569"/>
                </a:lnTo>
                <a:lnTo>
                  <a:pt x="2318107" y="889958"/>
                </a:lnTo>
                <a:lnTo>
                  <a:pt x="2327343" y="870572"/>
                </a:lnTo>
                <a:lnTo>
                  <a:pt x="2336578" y="816701"/>
                </a:lnTo>
                <a:lnTo>
                  <a:pt x="2345814" y="732554"/>
                </a:lnTo>
                <a:lnTo>
                  <a:pt x="2355049" y="624980"/>
                </a:lnTo>
                <a:lnTo>
                  <a:pt x="2364284" y="502959"/>
                </a:lnTo>
                <a:lnTo>
                  <a:pt x="2373520" y="376895"/>
                </a:lnTo>
                <a:lnTo>
                  <a:pt x="2382755" y="257770"/>
                </a:lnTo>
                <a:lnTo>
                  <a:pt x="2391991" y="156208"/>
                </a:lnTo>
                <a:lnTo>
                  <a:pt x="2401226" y="81537"/>
                </a:lnTo>
                <a:lnTo>
                  <a:pt x="2410462" y="40922"/>
                </a:lnTo>
                <a:lnTo>
                  <a:pt x="2419697" y="38652"/>
                </a:lnTo>
                <a:lnTo>
                  <a:pt x="2428933" y="75655"/>
                </a:lnTo>
                <a:lnTo>
                  <a:pt x="2438168" y="149293"/>
                </a:lnTo>
                <a:lnTo>
                  <a:pt x="2447404" y="253476"/>
                </a:lnTo>
                <a:lnTo>
                  <a:pt x="2456639" y="379100"/>
                </a:lnTo>
                <a:lnTo>
                  <a:pt x="2465875" y="514795"/>
                </a:lnTo>
                <a:lnTo>
                  <a:pt x="2475110" y="647917"/>
                </a:lnTo>
                <a:lnTo>
                  <a:pt x="2484346" y="765713"/>
                </a:lnTo>
                <a:lnTo>
                  <a:pt x="2493581" y="856555"/>
                </a:lnTo>
                <a:lnTo>
                  <a:pt x="2502817" y="911116"/>
                </a:lnTo>
                <a:lnTo>
                  <a:pt x="2512052" y="923371"/>
                </a:lnTo>
                <a:lnTo>
                  <a:pt x="2521288" y="891322"/>
                </a:lnTo>
                <a:lnTo>
                  <a:pt x="2530523" y="817328"/>
                </a:lnTo>
                <a:lnTo>
                  <a:pt x="2539759" y="708023"/>
                </a:lnTo>
                <a:lnTo>
                  <a:pt x="2548994" y="573772"/>
                </a:lnTo>
                <a:lnTo>
                  <a:pt x="2558230" y="427724"/>
                </a:lnTo>
                <a:lnTo>
                  <a:pt x="2567465" y="284530"/>
                </a:lnTo>
                <a:lnTo>
                  <a:pt x="2576701" y="158855"/>
                </a:lnTo>
                <a:lnTo>
                  <a:pt x="2585936" y="63834"/>
                </a:lnTo>
                <a:lnTo>
                  <a:pt x="2595172" y="9637"/>
                </a:lnTo>
                <a:lnTo>
                  <a:pt x="2604407" y="2314"/>
                </a:lnTo>
                <a:lnTo>
                  <a:pt x="2613643" y="43050"/>
                </a:lnTo>
                <a:lnTo>
                  <a:pt x="2622878" y="127941"/>
                </a:lnTo>
                <a:lnTo>
                  <a:pt x="2632114" y="248319"/>
                </a:lnTo>
                <a:lnTo>
                  <a:pt x="2641349" y="391624"/>
                </a:lnTo>
                <a:lnTo>
                  <a:pt x="2650585" y="542721"/>
                </a:lnTo>
                <a:lnTo>
                  <a:pt x="2659820" y="685540"/>
                </a:lnTo>
                <a:lnTo>
                  <a:pt x="2669056" y="804840"/>
                </a:lnTo>
                <a:lnTo>
                  <a:pt x="2678291" y="887912"/>
                </a:lnTo>
                <a:lnTo>
                  <a:pt x="2687527" y="926004"/>
                </a:lnTo>
                <a:lnTo>
                  <a:pt x="2696762" y="915309"/>
                </a:lnTo>
                <a:lnTo>
                  <a:pt x="2705997" y="857395"/>
                </a:lnTo>
                <a:lnTo>
                  <a:pt x="2715233" y="759012"/>
                </a:lnTo>
                <a:lnTo>
                  <a:pt x="2724468" y="631308"/>
                </a:lnTo>
                <a:lnTo>
                  <a:pt x="2733704" y="488532"/>
                </a:lnTo>
                <a:lnTo>
                  <a:pt x="2742939" y="346400"/>
                </a:lnTo>
                <a:lnTo>
                  <a:pt x="2752175" y="220291"/>
                </a:lnTo>
                <a:lnTo>
                  <a:pt x="2761410" y="123517"/>
                </a:lnTo>
                <a:lnTo>
                  <a:pt x="2770646" y="65852"/>
                </a:lnTo>
                <a:lnTo>
                  <a:pt x="2779881" y="52505"/>
                </a:lnTo>
                <a:lnTo>
                  <a:pt x="2789117" y="83642"/>
                </a:lnTo>
                <a:lnTo>
                  <a:pt x="2798352" y="154508"/>
                </a:lnTo>
                <a:lnTo>
                  <a:pt x="2807588" y="256117"/>
                </a:lnTo>
                <a:lnTo>
                  <a:pt x="2816823" y="376409"/>
                </a:lnTo>
                <a:lnTo>
                  <a:pt x="2826059" y="501729"/>
                </a:lnTo>
                <a:lnTo>
                  <a:pt x="2835294" y="618429"/>
                </a:lnTo>
                <a:lnTo>
                  <a:pt x="2844530" y="714404"/>
                </a:lnTo>
                <a:lnTo>
                  <a:pt x="2853765" y="780383"/>
                </a:lnTo>
                <a:lnTo>
                  <a:pt x="2863001" y="810833"/>
                </a:lnTo>
                <a:lnTo>
                  <a:pt x="2872236" y="804378"/>
                </a:lnTo>
                <a:lnTo>
                  <a:pt x="2881472" y="763729"/>
                </a:lnTo>
                <a:lnTo>
                  <a:pt x="2890707" y="695138"/>
                </a:lnTo>
                <a:lnTo>
                  <a:pt x="2899943" y="607491"/>
                </a:lnTo>
                <a:lnTo>
                  <a:pt x="2909178" y="511149"/>
                </a:lnTo>
                <a:lnTo>
                  <a:pt x="2918414" y="416706"/>
                </a:lnTo>
                <a:lnTo>
                  <a:pt x="2927649" y="333811"/>
                </a:lnTo>
                <a:lnTo>
                  <a:pt x="2936885" y="270175"/>
                </a:lnTo>
                <a:lnTo>
                  <a:pt x="2946120" y="230882"/>
                </a:lnTo>
                <a:lnTo>
                  <a:pt x="2955356" y="218049"/>
                </a:lnTo>
                <a:lnTo>
                  <a:pt x="2964591" y="230845"/>
                </a:lnTo>
                <a:lnTo>
                  <a:pt x="2973827" y="265837"/>
                </a:lnTo>
                <a:lnTo>
                  <a:pt x="2983062" y="317595"/>
                </a:lnTo>
                <a:lnTo>
                  <a:pt x="2992298" y="379458"/>
                </a:lnTo>
                <a:lnTo>
                  <a:pt x="3001533" y="444363"/>
                </a:lnTo>
                <a:lnTo>
                  <a:pt x="3010769" y="505629"/>
                </a:lnTo>
                <a:lnTo>
                  <a:pt x="3020004" y="557623"/>
                </a:lnTo>
                <a:lnTo>
                  <a:pt x="3029240" y="596231"/>
                </a:lnTo>
                <a:lnTo>
                  <a:pt x="3038475" y="61911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96"/>
            </a:solidFill>
            <a:prstDash val="solid"/>
          </a:ln>
        </p:spPr>
      </p:sp>
      <p:sp>
        <p:nvSpPr>
          <p:cNvPr id="7" name="visual-7">
            <a:extLst xmlns:a="http://schemas.openxmlformats.org/drawingml/2006/main">
              <a:ext uri="{FF2B5EF4-FFF2-40B4-BE49-F238E27FC236}">
                <a16:creationId xmlns:a16="http://schemas.microsoft.com/office/drawing/2014/main" id="{A268C1B1-66B1-405E-96E7-FE52622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Amplitude and phase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A5FA48C6-726C-4ED1-A9D9-3290DDF5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725805" cy="953"/>
          </a:xfrm>
          <a:custGeom xmlns:a="http://schemas.openxmlformats.org/drawingml/2006/main">
            <a:pathLst>
              <a:path w="725805" h="953">
                <a:moveTo>
                  <a:pt x="0" y="0"/>
                </a:moveTo>
                <a:lnTo>
                  <a:pt x="7258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46A96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2BDF54DD-D603-4622-8134-A059B5B2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96440"/>
            <a:ext cx="152400" cy="121920"/>
          </a:xfrm>
          <a:custGeom xmlns:a="http://schemas.openxmlformats.org/drawingml/2006/main"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olographic-surface">
            <a:extLst xmlns:a="http://schemas.openxmlformats.org/drawingml/2006/main">
              <a:ext uri="{FF2B5EF4-FFF2-40B4-BE49-F238E27FC236}">
                <a16:creationId xmlns:a16="http://schemas.microsoft.com/office/drawing/2014/main" id="{60002F41-4DFD-42AA-A684-9B4F228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66775"/>
            <a:ext cx="2705100" cy="2324100"/>
          </a:xfrm>
          <a:custGeom xmlns:a="http://schemas.openxmlformats.org/drawingml/2006/main">
            <a:pathLst>
              <a:path w="2705100" h="2324100">
                <a:moveTo>
                  <a:pt x="0" y="552450"/>
                </a:moveTo>
                <a:lnTo>
                  <a:pt x="2705100" y="0"/>
                </a:lnTo>
                <a:lnTo>
                  <a:pt x="2705100" y="1771650"/>
                </a:lnTo>
                <a:lnTo>
                  <a:pt x="0" y="2324100"/>
                </a:lnTo>
                <a:close/>
              </a:path>
            </a:pathLst>
          </a:custGeom>
          <a:solidFill xmlns:a="http://schemas.openxmlformats.org/drawingml/2006/main">
            <a:srgbClr val="E5EEF4"/>
          </a:solidFill>
          <a:ln xmlns:a="http://schemas.openxmlformats.org/drawingml/2006/main" w="17145">
            <a:solidFill>
              <a:srgbClr val="56788E"/>
            </a:solidFill>
            <a:prstDash val="solid"/>
          </a:ln>
        </p:spPr>
      </p:sp>
      <p:sp>
        <p:nvSpPr>
          <p:cNvPr id="11" name="interference-fringes-0-0">
            <a:extLst xmlns:a="http://schemas.openxmlformats.org/drawingml/2006/main">
              <a:ext uri="{FF2B5EF4-FFF2-40B4-BE49-F238E27FC236}">
                <a16:creationId xmlns:a16="http://schemas.microsoft.com/office/drawing/2014/main" id="{0A062FF3-9305-454E-92F5-E6CD3AEF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78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685A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2" name="interference-fringes-0-1">
            <a:extLst xmlns:a="http://schemas.openxmlformats.org/drawingml/2006/main">
              <a:ext uri="{FF2B5EF4-FFF2-40B4-BE49-F238E27FC236}">
                <a16:creationId xmlns:a16="http://schemas.microsoft.com/office/drawing/2014/main" id="{C770B414-7161-480E-A93F-A4C20D6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849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5BFC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" name="interference-fringes-0-2">
            <a:extLst xmlns:a="http://schemas.openxmlformats.org/drawingml/2006/main">
              <a:ext uri="{FF2B5EF4-FFF2-40B4-BE49-F238E27FC236}">
                <a16:creationId xmlns:a16="http://schemas.microsoft.com/office/drawing/2014/main" id="{37227863-977E-45F3-9599-B2EA3CA7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4420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" name="interference-fringes-0-3">
            <a:extLst xmlns:a="http://schemas.openxmlformats.org/drawingml/2006/main">
              <a:ext uri="{FF2B5EF4-FFF2-40B4-BE49-F238E27FC236}">
                <a16:creationId xmlns:a16="http://schemas.microsoft.com/office/drawing/2014/main" id="{09D2AD52-86FE-47DE-94B8-309DD66A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992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" name="interference-fringes-0-4">
            <a:extLst xmlns:a="http://schemas.openxmlformats.org/drawingml/2006/main">
              <a:ext uri="{FF2B5EF4-FFF2-40B4-BE49-F238E27FC236}">
                <a16:creationId xmlns:a16="http://schemas.microsoft.com/office/drawing/2014/main" id="{83B1AE6F-62F6-4222-8196-0A02061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563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" name="interference-fringes-0-5">
            <a:extLst xmlns:a="http://schemas.openxmlformats.org/drawingml/2006/main">
              <a:ext uri="{FF2B5EF4-FFF2-40B4-BE49-F238E27FC236}">
                <a16:creationId xmlns:a16="http://schemas.microsoft.com/office/drawing/2014/main" id="{DB095B6E-3EB0-488E-B677-D5083894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134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8B5C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" name="interference-fringes-0-6">
            <a:extLst xmlns:a="http://schemas.openxmlformats.org/drawingml/2006/main">
              <a:ext uri="{FF2B5EF4-FFF2-40B4-BE49-F238E27FC236}">
                <a16:creationId xmlns:a16="http://schemas.microsoft.com/office/drawing/2014/main" id="{D6059D6E-E31F-4398-8C48-4A141FC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2706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497C9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" name="interference-fringes-0-7">
            <a:extLst xmlns:a="http://schemas.openxmlformats.org/drawingml/2006/main">
              <a:ext uri="{FF2B5EF4-FFF2-40B4-BE49-F238E27FC236}">
                <a16:creationId xmlns:a16="http://schemas.microsoft.com/office/drawing/2014/main" id="{BB884350-CC93-47F0-A891-403F5E4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2277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B719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" name="interference-fringes-0-8">
            <a:extLst xmlns:a="http://schemas.openxmlformats.org/drawingml/2006/main">
              <a:ext uri="{FF2B5EF4-FFF2-40B4-BE49-F238E27FC236}">
                <a16:creationId xmlns:a16="http://schemas.microsoft.com/office/drawing/2014/main" id="{DB67F384-0094-4E7C-9DDE-4311F12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1849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80A4B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" name="interference-fringes-0-9">
            <a:extLst xmlns:a="http://schemas.openxmlformats.org/drawingml/2006/main">
              <a:ext uri="{FF2B5EF4-FFF2-40B4-BE49-F238E27FC236}">
                <a16:creationId xmlns:a16="http://schemas.microsoft.com/office/drawing/2014/main" id="{8B4AB161-8DEE-4009-A338-FB80B56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420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FD3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" name="interference-fringes-0-10">
            <a:extLst xmlns:a="http://schemas.openxmlformats.org/drawingml/2006/main">
              <a:ext uri="{FF2B5EF4-FFF2-40B4-BE49-F238E27FC236}">
                <a16:creationId xmlns:a16="http://schemas.microsoft.com/office/drawing/2014/main" id="{6C716467-1071-4E24-96A2-9F4C657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0991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2" name="interference-fringes-0-11">
            <a:extLst xmlns:a="http://schemas.openxmlformats.org/drawingml/2006/main">
              <a:ext uri="{FF2B5EF4-FFF2-40B4-BE49-F238E27FC236}">
                <a16:creationId xmlns:a16="http://schemas.microsoft.com/office/drawing/2014/main" id="{50F9CE66-B7F2-46A8-A7CB-385818D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0563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" name="interference-fringes-1-0">
            <a:extLst xmlns:a="http://schemas.openxmlformats.org/drawingml/2006/main">
              <a:ext uri="{FF2B5EF4-FFF2-40B4-BE49-F238E27FC236}">
                <a16:creationId xmlns:a16="http://schemas.microsoft.com/office/drawing/2014/main" id="{63DB40D3-D7B6-4864-B30D-09FDEB7D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373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7B5C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" name="interference-fringes-1-1">
            <a:extLst xmlns:a="http://schemas.openxmlformats.org/drawingml/2006/main">
              <a:ext uri="{FF2B5EF4-FFF2-40B4-BE49-F238E27FC236}">
                <a16:creationId xmlns:a16="http://schemas.microsoft.com/office/drawing/2014/main" id="{54ECF813-346E-4E10-9516-818401C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944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8D8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" name="interference-fringes-1-2">
            <a:extLst xmlns:a="http://schemas.openxmlformats.org/drawingml/2006/main">
              <a:ext uri="{FF2B5EF4-FFF2-40B4-BE49-F238E27FC236}">
                <a16:creationId xmlns:a16="http://schemas.microsoft.com/office/drawing/2014/main" id="{F2401FFC-F7E1-4F94-9D07-6213CE80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516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" name="interference-fringes-1-3">
            <a:extLst xmlns:a="http://schemas.openxmlformats.org/drawingml/2006/main">
              <a:ext uri="{FF2B5EF4-FFF2-40B4-BE49-F238E27FC236}">
                <a16:creationId xmlns:a16="http://schemas.microsoft.com/office/drawing/2014/main" id="{68AB2759-E3C2-4C8E-BEA7-2B34D943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087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" name="interference-fringes-1-4">
            <a:extLst xmlns:a="http://schemas.openxmlformats.org/drawingml/2006/main">
              <a:ext uri="{FF2B5EF4-FFF2-40B4-BE49-F238E27FC236}">
                <a16:creationId xmlns:a16="http://schemas.microsoft.com/office/drawing/2014/main" id="{AD5CA8AF-B08C-44D5-A213-450CC678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659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5BFD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" name="interference-fringes-1-5">
            <a:extLst xmlns:a="http://schemas.openxmlformats.org/drawingml/2006/main">
              <a:ext uri="{FF2B5EF4-FFF2-40B4-BE49-F238E27FC236}">
                <a16:creationId xmlns:a16="http://schemas.microsoft.com/office/drawing/2014/main" id="{E546BB1A-70C8-4D34-88FB-5A88BB3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30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685A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" name="interference-fringes-1-6">
            <a:extLst xmlns:a="http://schemas.openxmlformats.org/drawingml/2006/main">
              <a:ext uri="{FF2B5EF4-FFF2-40B4-BE49-F238E27FC236}">
                <a16:creationId xmlns:a16="http://schemas.microsoft.com/office/drawing/2014/main" id="{8731E9DD-1AF5-4980-863F-5DD7EA0F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801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56D9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" name="interference-fringes-1-7">
            <a:extLst xmlns:a="http://schemas.openxmlformats.org/drawingml/2006/main">
              <a:ext uri="{FF2B5EF4-FFF2-40B4-BE49-F238E27FC236}">
                <a16:creationId xmlns:a16="http://schemas.microsoft.com/office/drawing/2014/main" id="{E6B07F11-08C3-4B36-8C17-6901251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373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7098B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1" name="interference-fringes-1-8">
            <a:extLst xmlns:a="http://schemas.openxmlformats.org/drawingml/2006/main">
              <a:ext uri="{FF2B5EF4-FFF2-40B4-BE49-F238E27FC236}">
                <a16:creationId xmlns:a16="http://schemas.microsoft.com/office/drawing/2014/main" id="{DB6378CC-75C9-4F9D-8543-5D1DA2B5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944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8CDD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2" name="interference-fringes-1-9">
            <a:extLst xmlns:a="http://schemas.openxmlformats.org/drawingml/2006/main">
              <a:ext uri="{FF2B5EF4-FFF2-40B4-BE49-F238E27FC236}">
                <a16:creationId xmlns:a16="http://schemas.microsoft.com/office/drawing/2014/main" id="{EA9C955C-A0D2-4300-9FB8-3874212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515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3" name="interference-fringes-1-10">
            <a:extLst xmlns:a="http://schemas.openxmlformats.org/drawingml/2006/main">
              <a:ext uri="{FF2B5EF4-FFF2-40B4-BE49-F238E27FC236}">
                <a16:creationId xmlns:a16="http://schemas.microsoft.com/office/drawing/2014/main" id="{E37BF222-49D3-42C1-8B14-BF188E1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087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4" name="interference-fringes-1-11">
            <a:extLst xmlns:a="http://schemas.openxmlformats.org/drawingml/2006/main">
              <a:ext uri="{FF2B5EF4-FFF2-40B4-BE49-F238E27FC236}">
                <a16:creationId xmlns:a16="http://schemas.microsoft.com/office/drawing/2014/main" id="{717D7ACB-D777-4906-AB49-AAB3AEE7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2658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ED2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5" name="interference-fringes-2-0">
            <a:extLst xmlns:a="http://schemas.openxmlformats.org/drawingml/2006/main">
              <a:ext uri="{FF2B5EF4-FFF2-40B4-BE49-F238E27FC236}">
                <a16:creationId xmlns:a16="http://schemas.microsoft.com/office/drawing/2014/main" id="{E638B2C6-69A2-49F3-84F6-61649F26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469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3D5E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6" name="interference-fringes-2-1">
            <a:extLst xmlns:a="http://schemas.openxmlformats.org/drawingml/2006/main">
              <a:ext uri="{FF2B5EF4-FFF2-40B4-BE49-F238E27FC236}">
                <a16:creationId xmlns:a16="http://schemas.microsoft.com/office/drawing/2014/main" id="{A526326D-2AAF-47F0-972A-575E6929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9040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7" name="interference-fringes-2-2">
            <a:extLst xmlns:a="http://schemas.openxmlformats.org/drawingml/2006/main">
              <a:ext uri="{FF2B5EF4-FFF2-40B4-BE49-F238E27FC236}">
                <a16:creationId xmlns:a16="http://schemas.microsoft.com/office/drawing/2014/main" id="{068BC986-B119-4A79-ACA6-8346CB59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611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C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8" name="interference-fringes-2-3">
            <a:extLst xmlns:a="http://schemas.openxmlformats.org/drawingml/2006/main">
              <a:ext uri="{FF2B5EF4-FFF2-40B4-BE49-F238E27FC236}">
                <a16:creationId xmlns:a16="http://schemas.microsoft.com/office/drawing/2014/main" id="{B535E33B-2E3C-4447-831E-7065CB39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183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1C8D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" name="interference-fringes-2-4">
            <a:extLst xmlns:a="http://schemas.openxmlformats.org/drawingml/2006/main">
              <a:ext uri="{FF2B5EF4-FFF2-40B4-BE49-F238E27FC236}">
                <a16:creationId xmlns:a16="http://schemas.microsoft.com/office/drawing/2014/main" id="{289E389E-D8AA-4220-AF88-7CE201F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54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6590A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" name="interference-fringes-2-5">
            <a:extLst xmlns:a="http://schemas.openxmlformats.org/drawingml/2006/main">
              <a:ext uri="{FF2B5EF4-FFF2-40B4-BE49-F238E27FC236}">
                <a16:creationId xmlns:a16="http://schemas.microsoft.com/office/drawing/2014/main" id="{FC357DF9-C87B-4135-8B20-084E733C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325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" name="interference-fringes-2-6">
            <a:extLst xmlns:a="http://schemas.openxmlformats.org/drawingml/2006/main">
              <a:ext uri="{FF2B5EF4-FFF2-40B4-BE49-F238E27FC236}">
                <a16:creationId xmlns:a16="http://schemas.microsoft.com/office/drawing/2014/main" id="{EE5D2C44-75AE-4044-8E07-8D02C311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6897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618DA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2" name="interference-fringes-2-7">
            <a:extLst xmlns:a="http://schemas.openxmlformats.org/drawingml/2006/main">
              <a:ext uri="{FF2B5EF4-FFF2-40B4-BE49-F238E27FC236}">
                <a16:creationId xmlns:a16="http://schemas.microsoft.com/office/drawing/2014/main" id="{F8531BC7-51AA-45EA-AB71-BA142A7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468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DC5D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3" name="interference-fringes-2-8">
            <a:extLst xmlns:a="http://schemas.openxmlformats.org/drawingml/2006/main">
              <a:ext uri="{FF2B5EF4-FFF2-40B4-BE49-F238E27FC236}">
                <a16:creationId xmlns:a16="http://schemas.microsoft.com/office/drawing/2014/main" id="{F9E60698-D9B3-4DE4-8B69-52C24998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6040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CDC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4" name="interference-fringes-2-9">
            <a:extLst xmlns:a="http://schemas.openxmlformats.org/drawingml/2006/main">
              <a:ext uri="{FF2B5EF4-FFF2-40B4-BE49-F238E27FC236}">
                <a16:creationId xmlns:a16="http://schemas.microsoft.com/office/drawing/2014/main" id="{848A0B3D-A477-45DC-9526-CEFF5F99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611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5" name="interference-fringes-2-10">
            <a:extLst xmlns:a="http://schemas.openxmlformats.org/drawingml/2006/main">
              <a:ext uri="{FF2B5EF4-FFF2-40B4-BE49-F238E27FC236}">
                <a16:creationId xmlns:a16="http://schemas.microsoft.com/office/drawing/2014/main" id="{4BB39D70-5C8E-4C4A-B6DC-8EE7322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5182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4D6E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6" name="interference-fringes-2-11">
            <a:extLst xmlns:a="http://schemas.openxmlformats.org/drawingml/2006/main">
              <a:ext uri="{FF2B5EF4-FFF2-40B4-BE49-F238E27FC236}">
                <a16:creationId xmlns:a16="http://schemas.microsoft.com/office/drawing/2014/main" id="{D360DA5A-6784-4ED1-9DA1-A00B5216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4754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8DADC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7" name="interference-fringes-3-0">
            <a:extLst xmlns:a="http://schemas.openxmlformats.org/drawingml/2006/main">
              <a:ext uri="{FF2B5EF4-FFF2-40B4-BE49-F238E27FC236}">
                <a16:creationId xmlns:a16="http://schemas.microsoft.com/office/drawing/2014/main" id="{212446E7-308A-4D7B-9207-D22CE22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564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8" name="interference-fringes-3-1">
            <a:extLst xmlns:a="http://schemas.openxmlformats.org/drawingml/2006/main">
              <a:ext uri="{FF2B5EF4-FFF2-40B4-BE49-F238E27FC236}">
                <a16:creationId xmlns:a16="http://schemas.microsoft.com/office/drawing/2014/main" id="{713E09DB-E912-4B5B-8521-CFBB87D5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135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9" name="interference-fringes-3-2">
            <a:extLst xmlns:a="http://schemas.openxmlformats.org/drawingml/2006/main">
              <a:ext uri="{FF2B5EF4-FFF2-40B4-BE49-F238E27FC236}">
                <a16:creationId xmlns:a16="http://schemas.microsoft.com/office/drawing/2014/main" id="{FCCFC835-25E9-427C-88CB-9688479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707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ACFD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0" name="interference-fringes-3-3">
            <a:extLst xmlns:a="http://schemas.openxmlformats.org/drawingml/2006/main">
              <a:ext uri="{FF2B5EF4-FFF2-40B4-BE49-F238E27FC236}">
                <a16:creationId xmlns:a16="http://schemas.microsoft.com/office/drawing/2014/main" id="{C4CAE0B6-734B-45BC-83F6-08F9A74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278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759CB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1" name="interference-fringes-3-4">
            <a:extLst xmlns:a="http://schemas.openxmlformats.org/drawingml/2006/main">
              <a:ext uri="{FF2B5EF4-FFF2-40B4-BE49-F238E27FC236}">
                <a16:creationId xmlns:a16="http://schemas.microsoft.com/office/drawing/2014/main" id="{5504A40B-FA15-415D-9716-B4FA1856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850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76E9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2" name="interference-fringes-3-5">
            <a:extLst xmlns:a="http://schemas.openxmlformats.org/drawingml/2006/main">
              <a:ext uri="{FF2B5EF4-FFF2-40B4-BE49-F238E27FC236}">
                <a16:creationId xmlns:a16="http://schemas.microsoft.com/office/drawing/2014/main" id="{47AA435C-D29B-4462-BD6D-FFE05EA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21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282A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3" name="interference-fringes-3-6">
            <a:extLst xmlns:a="http://schemas.openxmlformats.org/drawingml/2006/main">
              <a:ext uri="{FF2B5EF4-FFF2-40B4-BE49-F238E27FC236}">
                <a16:creationId xmlns:a16="http://schemas.microsoft.com/office/drawing/2014/main" id="{3E588DF4-3D0E-4528-9A14-0247AEF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992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1BCC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4" name="interference-fringes-3-7">
            <a:extLst xmlns:a="http://schemas.openxmlformats.org/drawingml/2006/main">
              <a:ext uri="{FF2B5EF4-FFF2-40B4-BE49-F238E27FC236}">
                <a16:creationId xmlns:a16="http://schemas.microsoft.com/office/drawing/2014/main" id="{B7092B66-3F98-4639-9D1F-FBC52DE2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564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ADA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5" name="interference-fringes-3-8">
            <a:extLst xmlns:a="http://schemas.openxmlformats.org/drawingml/2006/main">
              <a:ext uri="{FF2B5EF4-FFF2-40B4-BE49-F238E27FC236}">
                <a16:creationId xmlns:a16="http://schemas.microsoft.com/office/drawing/2014/main" id="{2FA5C780-2858-4341-B34C-D4A85FA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135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6" name="interference-fringes-3-9">
            <a:extLst xmlns:a="http://schemas.openxmlformats.org/drawingml/2006/main">
              <a:ext uri="{FF2B5EF4-FFF2-40B4-BE49-F238E27FC236}">
                <a16:creationId xmlns:a16="http://schemas.microsoft.com/office/drawing/2014/main" id="{2F30B481-0162-445E-A1EA-7FE79F62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706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9D9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7" name="interference-fringes-3-10">
            <a:extLst xmlns:a="http://schemas.openxmlformats.org/drawingml/2006/main">
              <a:ext uri="{FF2B5EF4-FFF2-40B4-BE49-F238E27FC236}">
                <a16:creationId xmlns:a16="http://schemas.microsoft.com/office/drawing/2014/main" id="{D4F1C664-7FCC-4E83-A93B-D283D5A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278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BB8C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8" name="interference-fringes-3-11">
            <a:extLst xmlns:a="http://schemas.openxmlformats.org/drawingml/2006/main">
              <a:ext uri="{FF2B5EF4-FFF2-40B4-BE49-F238E27FC236}">
                <a16:creationId xmlns:a16="http://schemas.microsoft.com/office/drawing/2014/main" id="{FBC1CE90-328F-49B3-9F60-2F86BBD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6849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4D7E9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59" name="interference-fringes-4-0">
            <a:extLst xmlns:a="http://schemas.openxmlformats.org/drawingml/2006/main">
              <a:ext uri="{FF2B5EF4-FFF2-40B4-BE49-F238E27FC236}">
                <a16:creationId xmlns:a16="http://schemas.microsoft.com/office/drawing/2014/main" id="{F8DC347A-8BB4-4A58-88A9-63A0558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660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0" name="interference-fringes-4-1">
            <a:extLst xmlns:a="http://schemas.openxmlformats.org/drawingml/2006/main">
              <a:ext uri="{FF2B5EF4-FFF2-40B4-BE49-F238E27FC236}">
                <a16:creationId xmlns:a16="http://schemas.microsoft.com/office/drawing/2014/main" id="{D18AB706-7A2D-4D25-926D-78B5A4A8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31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1D4D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1" name="interference-fringes-4-2">
            <a:extLst xmlns:a="http://schemas.openxmlformats.org/drawingml/2006/main">
              <a:ext uri="{FF2B5EF4-FFF2-40B4-BE49-F238E27FC236}">
                <a16:creationId xmlns:a16="http://schemas.microsoft.com/office/drawing/2014/main" id="{8A5E5BAF-C17B-465C-99E9-1A41B1B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2802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85A7B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2" name="interference-fringes-4-3">
            <a:extLst xmlns:a="http://schemas.openxmlformats.org/drawingml/2006/main">
              <a:ext uri="{FF2B5EF4-FFF2-40B4-BE49-F238E27FC236}">
                <a16:creationId xmlns:a16="http://schemas.microsoft.com/office/drawing/2014/main" id="{569BD699-E2BD-4D96-921C-7760F0F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374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D729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3" name="interference-fringes-4-4">
            <a:extLst xmlns:a="http://schemas.openxmlformats.org/drawingml/2006/main">
              <a:ext uri="{FF2B5EF4-FFF2-40B4-BE49-F238E27FC236}">
                <a16:creationId xmlns:a16="http://schemas.microsoft.com/office/drawing/2014/main" id="{653769BE-15D3-4E1B-A4E3-2720B29F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45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46799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4" name="interference-fringes-4-5">
            <a:extLst xmlns:a="http://schemas.openxmlformats.org/drawingml/2006/main">
              <a:ext uri="{FF2B5EF4-FFF2-40B4-BE49-F238E27FC236}">
                <a16:creationId xmlns:a16="http://schemas.microsoft.com/office/drawing/2014/main" id="{6942E4A0-6201-44F9-B9FB-DB3A0F1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16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3B2C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5" name="interference-fringes-4-6">
            <a:extLst xmlns:a="http://schemas.openxmlformats.org/drawingml/2006/main">
              <a:ext uri="{FF2B5EF4-FFF2-40B4-BE49-F238E27FC236}">
                <a16:creationId xmlns:a16="http://schemas.microsoft.com/office/drawing/2014/main" id="{8434385D-8A67-4B26-A5DC-A234CD8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088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6D8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6" name="interference-fringes-4-7">
            <a:extLst xmlns:a="http://schemas.openxmlformats.org/drawingml/2006/main">
              <a:ext uri="{FF2B5EF4-FFF2-40B4-BE49-F238E27FC236}">
                <a16:creationId xmlns:a16="http://schemas.microsoft.com/office/drawing/2014/main" id="{94F63B76-19B9-4A83-ACFC-2E929E6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659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7" name="interference-fringes-4-8">
            <a:extLst xmlns:a="http://schemas.openxmlformats.org/drawingml/2006/main">
              <a:ext uri="{FF2B5EF4-FFF2-40B4-BE49-F238E27FC236}">
                <a16:creationId xmlns:a16="http://schemas.microsoft.com/office/drawing/2014/main" id="{8C901DEE-5466-45CA-9688-91864263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231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8" name="interference-fringes-4-9">
            <a:extLst xmlns:a="http://schemas.openxmlformats.org/drawingml/2006/main">
              <a:ext uri="{FF2B5EF4-FFF2-40B4-BE49-F238E27FC236}">
                <a16:creationId xmlns:a16="http://schemas.microsoft.com/office/drawing/2014/main" id="{C7505C39-7FB0-41E0-BA44-4787099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802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8C2D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69" name="interference-fringes-4-10">
            <a:extLst xmlns:a="http://schemas.openxmlformats.org/drawingml/2006/main">
              <a:ext uri="{FF2B5EF4-FFF2-40B4-BE49-F238E27FC236}">
                <a16:creationId xmlns:a16="http://schemas.microsoft.com/office/drawing/2014/main" id="{32EF5790-CD55-4832-B88F-81922299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373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A88A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0" name="interference-fringes-4-11">
            <a:extLst xmlns:a="http://schemas.openxmlformats.org/drawingml/2006/main">
              <a:ext uri="{FF2B5EF4-FFF2-40B4-BE49-F238E27FC236}">
                <a16:creationId xmlns:a16="http://schemas.microsoft.com/office/drawing/2014/main" id="{5042CA08-85F8-4F77-80AB-E95D0F2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945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5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1" name="interference-fringes-5-0">
            <a:extLst xmlns:a="http://schemas.openxmlformats.org/drawingml/2006/main">
              <a:ext uri="{FF2B5EF4-FFF2-40B4-BE49-F238E27FC236}">
                <a16:creationId xmlns:a16="http://schemas.microsoft.com/office/drawing/2014/main" id="{F3B802BC-6BEB-48A8-9346-D98010D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755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2" name="interference-fringes-5-1">
            <a:extLst xmlns:a="http://schemas.openxmlformats.org/drawingml/2006/main">
              <a:ext uri="{FF2B5EF4-FFF2-40B4-BE49-F238E27FC236}">
                <a16:creationId xmlns:a16="http://schemas.microsoft.com/office/drawing/2014/main" id="{9AA0088E-FE5F-451E-9F54-3303975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326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4B2C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3" name="interference-fringes-5-2">
            <a:extLst xmlns:a="http://schemas.openxmlformats.org/drawingml/2006/main">
              <a:ext uri="{FF2B5EF4-FFF2-40B4-BE49-F238E27FC236}">
                <a16:creationId xmlns:a16="http://schemas.microsoft.com/office/drawing/2014/main" id="{B159BD77-8D8C-491A-B4FC-08F0E186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898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467A9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4" name="interference-fringes-5-3">
            <a:extLst xmlns:a="http://schemas.openxmlformats.org/drawingml/2006/main">
              <a:ext uri="{FF2B5EF4-FFF2-40B4-BE49-F238E27FC236}">
                <a16:creationId xmlns:a16="http://schemas.microsoft.com/office/drawing/2014/main" id="{EFDA7B6D-02F6-4547-A90F-AF6021B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469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D729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5" name="interference-fringes-5-4">
            <a:extLst xmlns:a="http://schemas.openxmlformats.org/drawingml/2006/main">
              <a:ext uri="{FF2B5EF4-FFF2-40B4-BE49-F238E27FC236}">
                <a16:creationId xmlns:a16="http://schemas.microsoft.com/office/drawing/2014/main" id="{DFD4073B-274C-47DC-9D9F-2B4A752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41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84A7B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6" name="interference-fringes-5-5">
            <a:extLst xmlns:a="http://schemas.openxmlformats.org/drawingml/2006/main">
              <a:ext uri="{FF2B5EF4-FFF2-40B4-BE49-F238E27FC236}">
                <a16:creationId xmlns:a16="http://schemas.microsoft.com/office/drawing/2014/main" id="{4074CAEE-1BDE-4096-A241-0F950D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612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1D4D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7" name="interference-fringes-5-6">
            <a:extLst xmlns:a="http://schemas.openxmlformats.org/drawingml/2006/main">
              <a:ext uri="{FF2B5EF4-FFF2-40B4-BE49-F238E27FC236}">
                <a16:creationId xmlns:a16="http://schemas.microsoft.com/office/drawing/2014/main" id="{6F8CECEB-F284-4C48-8C67-0FAADC2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183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8" name="interference-fringes-5-7">
            <a:extLst xmlns:a="http://schemas.openxmlformats.org/drawingml/2006/main">
              <a:ext uri="{FF2B5EF4-FFF2-40B4-BE49-F238E27FC236}">
                <a16:creationId xmlns:a16="http://schemas.microsoft.com/office/drawing/2014/main" id="{D119ECFD-4931-4F91-B035-317FCD7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755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79" name="interference-fringes-5-8">
            <a:extLst xmlns:a="http://schemas.openxmlformats.org/drawingml/2006/main">
              <a:ext uri="{FF2B5EF4-FFF2-40B4-BE49-F238E27FC236}">
                <a16:creationId xmlns:a16="http://schemas.microsoft.com/office/drawing/2014/main" id="{8A3630CB-777C-4E01-A977-89F0EFC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326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3CAD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0" name="interference-fringes-5-9">
            <a:extLst xmlns:a="http://schemas.openxmlformats.org/drawingml/2006/main">
              <a:ext uri="{FF2B5EF4-FFF2-40B4-BE49-F238E27FC236}">
                <a16:creationId xmlns:a16="http://schemas.microsoft.com/office/drawing/2014/main" id="{BC8691B7-11AC-4448-A2DF-2026A7A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97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6993A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1" name="interference-fringes-5-10">
            <a:extLst xmlns:a="http://schemas.openxmlformats.org/drawingml/2006/main">
              <a:ext uri="{FF2B5EF4-FFF2-40B4-BE49-F238E27FC236}">
                <a16:creationId xmlns:a16="http://schemas.microsoft.com/office/drawing/2014/main" id="{DAFC51BD-B02E-4383-8D94-1A0DE4B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469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2" name="interference-fringes-5-11">
            <a:extLst xmlns:a="http://schemas.openxmlformats.org/drawingml/2006/main">
              <a:ext uri="{FF2B5EF4-FFF2-40B4-BE49-F238E27FC236}">
                <a16:creationId xmlns:a16="http://schemas.microsoft.com/office/drawing/2014/main" id="{ED0CF22B-357A-4A09-B9DF-B7C8293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040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D8AA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3" name="interference-fringes-6-0">
            <a:extLst xmlns:a="http://schemas.openxmlformats.org/drawingml/2006/main">
              <a:ext uri="{FF2B5EF4-FFF2-40B4-BE49-F238E27FC236}">
                <a16:creationId xmlns:a16="http://schemas.microsoft.com/office/drawing/2014/main" id="{F839D0D5-62F6-4EDD-B035-7A42B4C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851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A2BDC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4" name="interference-fringes-6-1">
            <a:extLst xmlns:a="http://schemas.openxmlformats.org/drawingml/2006/main">
              <a:ext uri="{FF2B5EF4-FFF2-40B4-BE49-F238E27FC236}">
                <a16:creationId xmlns:a16="http://schemas.microsoft.com/office/drawing/2014/main" id="{7ACF8F35-B89D-439C-9725-AA75F6B8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422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5383A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5" name="interference-fringes-6-2">
            <a:extLst xmlns:a="http://schemas.openxmlformats.org/drawingml/2006/main">
              <a:ext uri="{FF2B5EF4-FFF2-40B4-BE49-F238E27FC236}">
                <a16:creationId xmlns:a16="http://schemas.microsoft.com/office/drawing/2014/main" id="{8DAF14EF-60B3-41B5-B55D-A51EB0EE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993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66E9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6" name="interference-fringes-6-3">
            <a:extLst xmlns:a="http://schemas.openxmlformats.org/drawingml/2006/main">
              <a:ext uri="{FF2B5EF4-FFF2-40B4-BE49-F238E27FC236}">
                <a16:creationId xmlns:a16="http://schemas.microsoft.com/office/drawing/2014/main" id="{C8258DF9-21D0-4D32-8F4A-426AD984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565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749BB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7" name="interference-fringes-6-4">
            <a:extLst xmlns:a="http://schemas.openxmlformats.org/drawingml/2006/main">
              <a:ext uri="{FF2B5EF4-FFF2-40B4-BE49-F238E27FC236}">
                <a16:creationId xmlns:a16="http://schemas.microsoft.com/office/drawing/2014/main" id="{A9ACC286-010D-4042-96DD-FE3DC337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366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ACED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8" name="interference-fringes-6-5">
            <a:extLst xmlns:a="http://schemas.openxmlformats.org/drawingml/2006/main">
              <a:ext uri="{FF2B5EF4-FFF2-40B4-BE49-F238E27FC236}">
                <a16:creationId xmlns:a16="http://schemas.microsoft.com/office/drawing/2014/main" id="{E8119A3A-C437-4D90-B827-198710BA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7079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89" name="interference-fringes-6-6">
            <a:extLst xmlns:a="http://schemas.openxmlformats.org/drawingml/2006/main">
              <a:ext uri="{FF2B5EF4-FFF2-40B4-BE49-F238E27FC236}">
                <a16:creationId xmlns:a16="http://schemas.microsoft.com/office/drawing/2014/main" id="{E6BB5D4B-9AAC-4CB7-840D-ACC24016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2793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0" name="interference-fringes-6-7">
            <a:extLst xmlns:a="http://schemas.openxmlformats.org/drawingml/2006/main">
              <a:ext uri="{FF2B5EF4-FFF2-40B4-BE49-F238E27FC236}">
                <a16:creationId xmlns:a16="http://schemas.microsoft.com/office/drawing/2014/main" id="{17C902F9-2EF7-43E6-88DF-94B71C8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8507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BCD0D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1" name="interference-fringes-6-8">
            <a:extLst xmlns:a="http://schemas.openxmlformats.org/drawingml/2006/main">
              <a:ext uri="{FF2B5EF4-FFF2-40B4-BE49-F238E27FC236}">
                <a16:creationId xmlns:a16="http://schemas.microsoft.com/office/drawing/2014/main" id="{DBFADD17-0DE1-4333-87CD-3DBD7A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42210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799FB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2" name="interference-fringes-6-9">
            <a:extLst xmlns:a="http://schemas.openxmlformats.org/drawingml/2006/main">
              <a:ext uri="{FF2B5EF4-FFF2-40B4-BE49-F238E27FC236}">
                <a16:creationId xmlns:a16="http://schemas.microsoft.com/office/drawing/2014/main" id="{455C2936-945D-4116-9B4C-5A98768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99348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386F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3" name="interference-fringes-6-10">
            <a:extLst xmlns:a="http://schemas.openxmlformats.org/drawingml/2006/main">
              <a:ext uri="{FF2B5EF4-FFF2-40B4-BE49-F238E27FC236}">
                <a16:creationId xmlns:a16="http://schemas.microsoft.com/office/drawing/2014/main" id="{062A095E-7888-4DE5-B6FC-EA76E6E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56485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4F809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4" name="interference-fringes-6-11">
            <a:extLst xmlns:a="http://schemas.openxmlformats.org/drawingml/2006/main">
              <a:ext uri="{FF2B5EF4-FFF2-40B4-BE49-F238E27FC236}">
                <a16:creationId xmlns:a16="http://schemas.microsoft.com/office/drawing/2014/main" id="{880CA698-20DD-4AED-B6B8-5D00538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313623"/>
            <a:ext cx="171450" cy="205740"/>
          </a:xfrm>
          <a:custGeom xmlns:a="http://schemas.openxmlformats.org/drawingml/2006/main"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 xmlns:a="http://schemas.openxmlformats.org/drawingml/2006/main">
            <a:srgbClr val="9EBAC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95" name="path-10">
            <a:extLst xmlns:a="http://schemas.openxmlformats.org/drawingml/2006/main">
              <a:ext uri="{FF2B5EF4-FFF2-40B4-BE49-F238E27FC236}">
                <a16:creationId xmlns:a16="http://schemas.microsoft.com/office/drawing/2014/main" id="{E7CBDDD8-E54B-4220-BCDF-5BF1D98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86131"/>
            <a:ext cx="1838325" cy="533388"/>
          </a:xfrm>
          <a:custGeom xmlns:a="http://schemas.openxmlformats.org/drawingml/2006/main">
            <a:pathLst>
              <a:path w="1838325" h="533388">
                <a:moveTo>
                  <a:pt x="0" y="266694"/>
                </a:moveTo>
                <a:lnTo>
                  <a:pt x="5588" y="312811"/>
                </a:lnTo>
                <a:lnTo>
                  <a:pt x="11175" y="357538"/>
                </a:lnTo>
                <a:lnTo>
                  <a:pt x="16763" y="399529"/>
                </a:lnTo>
                <a:lnTo>
                  <a:pt x="22350" y="437518"/>
                </a:lnTo>
                <a:lnTo>
                  <a:pt x="27938" y="470360"/>
                </a:lnTo>
                <a:lnTo>
                  <a:pt x="33526" y="497066"/>
                </a:lnTo>
                <a:lnTo>
                  <a:pt x="39113" y="516832"/>
                </a:lnTo>
                <a:lnTo>
                  <a:pt x="44701" y="529062"/>
                </a:lnTo>
                <a:lnTo>
                  <a:pt x="50289" y="533388"/>
                </a:lnTo>
                <a:lnTo>
                  <a:pt x="55876" y="529679"/>
                </a:lnTo>
                <a:lnTo>
                  <a:pt x="61464" y="518047"/>
                </a:lnTo>
                <a:lnTo>
                  <a:pt x="67051" y="498842"/>
                </a:lnTo>
                <a:lnTo>
                  <a:pt x="72639" y="472644"/>
                </a:lnTo>
                <a:lnTo>
                  <a:pt x="78227" y="440240"/>
                </a:lnTo>
                <a:lnTo>
                  <a:pt x="83814" y="402609"/>
                </a:lnTo>
                <a:lnTo>
                  <a:pt x="89402" y="360882"/>
                </a:lnTo>
                <a:lnTo>
                  <a:pt x="94989" y="316318"/>
                </a:lnTo>
                <a:lnTo>
                  <a:pt x="100577" y="270259"/>
                </a:lnTo>
                <a:lnTo>
                  <a:pt x="106165" y="224093"/>
                </a:lnTo>
                <a:lnTo>
                  <a:pt x="111752" y="179210"/>
                </a:lnTo>
                <a:lnTo>
                  <a:pt x="117340" y="136962"/>
                </a:lnTo>
                <a:lnTo>
                  <a:pt x="122928" y="98623"/>
                </a:lnTo>
                <a:lnTo>
                  <a:pt x="128515" y="65348"/>
                </a:lnTo>
                <a:lnTo>
                  <a:pt x="134103" y="38139"/>
                </a:lnTo>
                <a:lnTo>
                  <a:pt x="139690" y="17815"/>
                </a:lnTo>
                <a:lnTo>
                  <a:pt x="145278" y="4989"/>
                </a:lnTo>
                <a:lnTo>
                  <a:pt x="150866" y="48"/>
                </a:lnTo>
                <a:lnTo>
                  <a:pt x="156453" y="3140"/>
                </a:lnTo>
                <a:lnTo>
                  <a:pt x="162041" y="14172"/>
                </a:lnTo>
                <a:lnTo>
                  <a:pt x="167628" y="32811"/>
                </a:lnTo>
                <a:lnTo>
                  <a:pt x="173216" y="58498"/>
                </a:lnTo>
                <a:lnTo>
                  <a:pt x="178804" y="90456"/>
                </a:lnTo>
                <a:lnTo>
                  <a:pt x="184391" y="127724"/>
                </a:lnTo>
                <a:lnTo>
                  <a:pt x="189979" y="169179"/>
                </a:lnTo>
                <a:lnTo>
                  <a:pt x="195566" y="213571"/>
                </a:lnTo>
                <a:lnTo>
                  <a:pt x="201154" y="259564"/>
                </a:lnTo>
                <a:lnTo>
                  <a:pt x="206742" y="305772"/>
                </a:lnTo>
                <a:lnTo>
                  <a:pt x="212329" y="350802"/>
                </a:lnTo>
                <a:lnTo>
                  <a:pt x="217917" y="393299"/>
                </a:lnTo>
                <a:lnTo>
                  <a:pt x="223505" y="431981"/>
                </a:lnTo>
                <a:lnTo>
                  <a:pt x="229092" y="465684"/>
                </a:lnTo>
                <a:lnTo>
                  <a:pt x="234680" y="493392"/>
                </a:lnTo>
                <a:lnTo>
                  <a:pt x="240267" y="514270"/>
                </a:lnTo>
                <a:lnTo>
                  <a:pt x="245855" y="527689"/>
                </a:lnTo>
                <a:lnTo>
                  <a:pt x="251443" y="533245"/>
                </a:lnTo>
                <a:lnTo>
                  <a:pt x="257030" y="530771"/>
                </a:lnTo>
                <a:lnTo>
                  <a:pt x="262618" y="520341"/>
                </a:lnTo>
                <a:lnTo>
                  <a:pt x="268205" y="502269"/>
                </a:lnTo>
                <a:lnTo>
                  <a:pt x="273793" y="477100"/>
                </a:lnTo>
                <a:lnTo>
                  <a:pt x="279381" y="445592"/>
                </a:lnTo>
                <a:lnTo>
                  <a:pt x="284968" y="408695"/>
                </a:lnTo>
                <a:lnTo>
                  <a:pt x="290556" y="367519"/>
                </a:lnTo>
                <a:lnTo>
                  <a:pt x="296144" y="323306"/>
                </a:lnTo>
                <a:lnTo>
                  <a:pt x="301731" y="277387"/>
                </a:lnTo>
                <a:lnTo>
                  <a:pt x="307319" y="231146"/>
                </a:lnTo>
                <a:lnTo>
                  <a:pt x="312906" y="185976"/>
                </a:lnTo>
                <a:lnTo>
                  <a:pt x="318494" y="143238"/>
                </a:lnTo>
                <a:lnTo>
                  <a:pt x="324082" y="104220"/>
                </a:lnTo>
                <a:lnTo>
                  <a:pt x="329669" y="70096"/>
                </a:lnTo>
                <a:lnTo>
                  <a:pt x="335257" y="41895"/>
                </a:lnTo>
                <a:lnTo>
                  <a:pt x="340844" y="20466"/>
                </a:lnTo>
                <a:lnTo>
                  <a:pt x="346432" y="6456"/>
                </a:lnTo>
                <a:lnTo>
                  <a:pt x="352020" y="286"/>
                </a:lnTo>
                <a:lnTo>
                  <a:pt x="357607" y="2142"/>
                </a:lnTo>
                <a:lnTo>
                  <a:pt x="363195" y="11968"/>
                </a:lnTo>
                <a:lnTo>
                  <a:pt x="368783" y="29469"/>
                </a:lnTo>
                <a:lnTo>
                  <a:pt x="374370" y="54116"/>
                </a:lnTo>
                <a:lnTo>
                  <a:pt x="379958" y="85168"/>
                </a:lnTo>
                <a:lnTo>
                  <a:pt x="385545" y="121688"/>
                </a:lnTo>
                <a:lnTo>
                  <a:pt x="391133" y="162577"/>
                </a:lnTo>
                <a:lnTo>
                  <a:pt x="396721" y="206603"/>
                </a:lnTo>
                <a:lnTo>
                  <a:pt x="402308" y="252439"/>
                </a:lnTo>
                <a:lnTo>
                  <a:pt x="407896" y="298705"/>
                </a:lnTo>
                <a:lnTo>
                  <a:pt x="413483" y="344006"/>
                </a:lnTo>
                <a:lnTo>
                  <a:pt x="419071" y="386978"/>
                </a:lnTo>
                <a:lnTo>
                  <a:pt x="424659" y="426327"/>
                </a:lnTo>
                <a:lnTo>
                  <a:pt x="430246" y="460866"/>
                </a:lnTo>
                <a:lnTo>
                  <a:pt x="435834" y="489555"/>
                </a:lnTo>
                <a:lnTo>
                  <a:pt x="441422" y="511530"/>
                </a:lnTo>
                <a:lnTo>
                  <a:pt x="447009" y="526129"/>
                </a:lnTo>
                <a:lnTo>
                  <a:pt x="452597" y="532912"/>
                </a:lnTo>
                <a:lnTo>
                  <a:pt x="458184" y="531674"/>
                </a:lnTo>
                <a:lnTo>
                  <a:pt x="463772" y="522453"/>
                </a:lnTo>
                <a:lnTo>
                  <a:pt x="469360" y="505528"/>
                </a:lnTo>
                <a:lnTo>
                  <a:pt x="474947" y="481406"/>
                </a:lnTo>
                <a:lnTo>
                  <a:pt x="480535" y="450816"/>
                </a:lnTo>
                <a:lnTo>
                  <a:pt x="486122" y="414679"/>
                </a:lnTo>
                <a:lnTo>
                  <a:pt x="491710" y="374084"/>
                </a:lnTo>
                <a:lnTo>
                  <a:pt x="497298" y="330253"/>
                </a:lnTo>
                <a:lnTo>
                  <a:pt x="502885" y="284508"/>
                </a:lnTo>
                <a:lnTo>
                  <a:pt x="508473" y="238225"/>
                </a:lnTo>
                <a:lnTo>
                  <a:pt x="514060" y="192801"/>
                </a:lnTo>
                <a:lnTo>
                  <a:pt x="519648" y="149602"/>
                </a:lnTo>
                <a:lnTo>
                  <a:pt x="525236" y="109932"/>
                </a:lnTo>
                <a:lnTo>
                  <a:pt x="530823" y="74984"/>
                </a:lnTo>
                <a:lnTo>
                  <a:pt x="536411" y="45811"/>
                </a:lnTo>
                <a:lnTo>
                  <a:pt x="541999" y="23294"/>
                </a:lnTo>
                <a:lnTo>
                  <a:pt x="547586" y="8109"/>
                </a:lnTo>
                <a:lnTo>
                  <a:pt x="553174" y="715"/>
                </a:lnTo>
                <a:lnTo>
                  <a:pt x="558761" y="1333"/>
                </a:lnTo>
                <a:lnTo>
                  <a:pt x="564349" y="9947"/>
                </a:lnTo>
                <a:lnTo>
                  <a:pt x="569937" y="26295"/>
                </a:lnTo>
                <a:lnTo>
                  <a:pt x="575524" y="49886"/>
                </a:lnTo>
                <a:lnTo>
                  <a:pt x="581112" y="80009"/>
                </a:lnTo>
                <a:lnTo>
                  <a:pt x="586699" y="115756"/>
                </a:lnTo>
                <a:lnTo>
                  <a:pt x="592287" y="156050"/>
                </a:lnTo>
                <a:lnTo>
                  <a:pt x="597875" y="199678"/>
                </a:lnTo>
                <a:lnTo>
                  <a:pt x="603462" y="245325"/>
                </a:lnTo>
                <a:lnTo>
                  <a:pt x="609050" y="291615"/>
                </a:lnTo>
                <a:lnTo>
                  <a:pt x="614638" y="337155"/>
                </a:lnTo>
                <a:lnTo>
                  <a:pt x="620225" y="380572"/>
                </a:lnTo>
                <a:lnTo>
                  <a:pt x="625813" y="420558"/>
                </a:lnTo>
                <a:lnTo>
                  <a:pt x="631400" y="455909"/>
                </a:lnTo>
                <a:lnTo>
                  <a:pt x="636988" y="485559"/>
                </a:lnTo>
                <a:lnTo>
                  <a:pt x="642576" y="508615"/>
                </a:lnTo>
                <a:lnTo>
                  <a:pt x="648163" y="524383"/>
                </a:lnTo>
                <a:lnTo>
                  <a:pt x="653751" y="532388"/>
                </a:lnTo>
                <a:lnTo>
                  <a:pt x="659338" y="532388"/>
                </a:lnTo>
                <a:lnTo>
                  <a:pt x="664926" y="524383"/>
                </a:lnTo>
                <a:lnTo>
                  <a:pt x="670514" y="508615"/>
                </a:lnTo>
                <a:lnTo>
                  <a:pt x="676101" y="485559"/>
                </a:lnTo>
                <a:lnTo>
                  <a:pt x="681689" y="455909"/>
                </a:lnTo>
                <a:lnTo>
                  <a:pt x="687277" y="420558"/>
                </a:lnTo>
                <a:lnTo>
                  <a:pt x="692864" y="380572"/>
                </a:lnTo>
                <a:lnTo>
                  <a:pt x="698452" y="337155"/>
                </a:lnTo>
                <a:lnTo>
                  <a:pt x="704039" y="291615"/>
                </a:lnTo>
                <a:lnTo>
                  <a:pt x="709627" y="245325"/>
                </a:lnTo>
                <a:lnTo>
                  <a:pt x="715215" y="199678"/>
                </a:lnTo>
                <a:lnTo>
                  <a:pt x="720802" y="156050"/>
                </a:lnTo>
                <a:lnTo>
                  <a:pt x="726390" y="115756"/>
                </a:lnTo>
                <a:lnTo>
                  <a:pt x="731977" y="80009"/>
                </a:lnTo>
                <a:lnTo>
                  <a:pt x="737565" y="49886"/>
                </a:lnTo>
                <a:lnTo>
                  <a:pt x="743153" y="26295"/>
                </a:lnTo>
                <a:lnTo>
                  <a:pt x="748740" y="9947"/>
                </a:lnTo>
                <a:lnTo>
                  <a:pt x="754328" y="1333"/>
                </a:lnTo>
                <a:lnTo>
                  <a:pt x="759916" y="715"/>
                </a:lnTo>
                <a:lnTo>
                  <a:pt x="765503" y="8109"/>
                </a:lnTo>
                <a:lnTo>
                  <a:pt x="771091" y="23294"/>
                </a:lnTo>
                <a:lnTo>
                  <a:pt x="776678" y="45811"/>
                </a:lnTo>
                <a:lnTo>
                  <a:pt x="782266" y="74984"/>
                </a:lnTo>
                <a:lnTo>
                  <a:pt x="787854" y="109932"/>
                </a:lnTo>
                <a:lnTo>
                  <a:pt x="793441" y="149602"/>
                </a:lnTo>
                <a:lnTo>
                  <a:pt x="799029" y="192801"/>
                </a:lnTo>
                <a:lnTo>
                  <a:pt x="804616" y="238225"/>
                </a:lnTo>
                <a:lnTo>
                  <a:pt x="810204" y="284508"/>
                </a:lnTo>
                <a:lnTo>
                  <a:pt x="815792" y="330253"/>
                </a:lnTo>
                <a:lnTo>
                  <a:pt x="821379" y="374084"/>
                </a:lnTo>
                <a:lnTo>
                  <a:pt x="826967" y="414679"/>
                </a:lnTo>
                <a:lnTo>
                  <a:pt x="832554" y="450816"/>
                </a:lnTo>
                <a:lnTo>
                  <a:pt x="838142" y="481406"/>
                </a:lnTo>
                <a:lnTo>
                  <a:pt x="843730" y="505528"/>
                </a:lnTo>
                <a:lnTo>
                  <a:pt x="849317" y="522453"/>
                </a:lnTo>
                <a:lnTo>
                  <a:pt x="854905" y="531674"/>
                </a:lnTo>
                <a:lnTo>
                  <a:pt x="860493" y="532912"/>
                </a:lnTo>
                <a:lnTo>
                  <a:pt x="866080" y="526129"/>
                </a:lnTo>
                <a:lnTo>
                  <a:pt x="871668" y="511530"/>
                </a:lnTo>
                <a:lnTo>
                  <a:pt x="877255" y="489555"/>
                </a:lnTo>
                <a:lnTo>
                  <a:pt x="882843" y="460866"/>
                </a:lnTo>
                <a:lnTo>
                  <a:pt x="888431" y="426327"/>
                </a:lnTo>
                <a:lnTo>
                  <a:pt x="894018" y="386978"/>
                </a:lnTo>
                <a:lnTo>
                  <a:pt x="899606" y="344006"/>
                </a:lnTo>
                <a:lnTo>
                  <a:pt x="905193" y="298705"/>
                </a:lnTo>
                <a:lnTo>
                  <a:pt x="910781" y="252439"/>
                </a:lnTo>
                <a:lnTo>
                  <a:pt x="916369" y="206603"/>
                </a:lnTo>
                <a:lnTo>
                  <a:pt x="921956" y="162577"/>
                </a:lnTo>
                <a:lnTo>
                  <a:pt x="927544" y="121688"/>
                </a:lnTo>
                <a:lnTo>
                  <a:pt x="933132" y="85168"/>
                </a:lnTo>
                <a:lnTo>
                  <a:pt x="938719" y="54116"/>
                </a:lnTo>
                <a:lnTo>
                  <a:pt x="944307" y="29469"/>
                </a:lnTo>
                <a:lnTo>
                  <a:pt x="949894" y="11968"/>
                </a:lnTo>
                <a:lnTo>
                  <a:pt x="955482" y="2142"/>
                </a:lnTo>
                <a:lnTo>
                  <a:pt x="961070" y="286"/>
                </a:lnTo>
                <a:lnTo>
                  <a:pt x="966657" y="6456"/>
                </a:lnTo>
                <a:lnTo>
                  <a:pt x="972245" y="20466"/>
                </a:lnTo>
                <a:lnTo>
                  <a:pt x="977832" y="41895"/>
                </a:lnTo>
                <a:lnTo>
                  <a:pt x="983420" y="70096"/>
                </a:lnTo>
                <a:lnTo>
                  <a:pt x="989008" y="104220"/>
                </a:lnTo>
                <a:lnTo>
                  <a:pt x="994595" y="143238"/>
                </a:lnTo>
                <a:lnTo>
                  <a:pt x="1000183" y="185976"/>
                </a:lnTo>
                <a:lnTo>
                  <a:pt x="1005771" y="231146"/>
                </a:lnTo>
                <a:lnTo>
                  <a:pt x="1011358" y="277387"/>
                </a:lnTo>
                <a:lnTo>
                  <a:pt x="1016946" y="323306"/>
                </a:lnTo>
                <a:lnTo>
                  <a:pt x="1022533" y="367519"/>
                </a:lnTo>
                <a:lnTo>
                  <a:pt x="1028121" y="408695"/>
                </a:lnTo>
                <a:lnTo>
                  <a:pt x="1033709" y="445592"/>
                </a:lnTo>
                <a:lnTo>
                  <a:pt x="1039296" y="477100"/>
                </a:lnTo>
                <a:lnTo>
                  <a:pt x="1044884" y="502269"/>
                </a:lnTo>
                <a:lnTo>
                  <a:pt x="1050471" y="520341"/>
                </a:lnTo>
                <a:lnTo>
                  <a:pt x="1056059" y="530771"/>
                </a:lnTo>
                <a:lnTo>
                  <a:pt x="1061647" y="533245"/>
                </a:lnTo>
                <a:lnTo>
                  <a:pt x="1067234" y="527689"/>
                </a:lnTo>
                <a:lnTo>
                  <a:pt x="1072822" y="514270"/>
                </a:lnTo>
                <a:lnTo>
                  <a:pt x="1078409" y="493392"/>
                </a:lnTo>
                <a:lnTo>
                  <a:pt x="1083997" y="465684"/>
                </a:lnTo>
                <a:lnTo>
                  <a:pt x="1089585" y="431981"/>
                </a:lnTo>
                <a:lnTo>
                  <a:pt x="1095172" y="393299"/>
                </a:lnTo>
                <a:lnTo>
                  <a:pt x="1100760" y="350802"/>
                </a:lnTo>
                <a:lnTo>
                  <a:pt x="1106348" y="305772"/>
                </a:lnTo>
                <a:lnTo>
                  <a:pt x="1111935" y="259564"/>
                </a:lnTo>
                <a:lnTo>
                  <a:pt x="1117523" y="213571"/>
                </a:lnTo>
                <a:lnTo>
                  <a:pt x="1123110" y="169179"/>
                </a:lnTo>
                <a:lnTo>
                  <a:pt x="1128698" y="127724"/>
                </a:lnTo>
                <a:lnTo>
                  <a:pt x="1134286" y="90456"/>
                </a:lnTo>
                <a:lnTo>
                  <a:pt x="1139873" y="58498"/>
                </a:lnTo>
                <a:lnTo>
                  <a:pt x="1145461" y="32811"/>
                </a:lnTo>
                <a:lnTo>
                  <a:pt x="1151048" y="14172"/>
                </a:lnTo>
                <a:lnTo>
                  <a:pt x="1156636" y="3140"/>
                </a:lnTo>
                <a:lnTo>
                  <a:pt x="1162224" y="48"/>
                </a:lnTo>
                <a:lnTo>
                  <a:pt x="1167811" y="4989"/>
                </a:lnTo>
                <a:lnTo>
                  <a:pt x="1173399" y="17815"/>
                </a:lnTo>
                <a:lnTo>
                  <a:pt x="1178987" y="38139"/>
                </a:lnTo>
                <a:lnTo>
                  <a:pt x="1184574" y="65348"/>
                </a:lnTo>
                <a:lnTo>
                  <a:pt x="1190162" y="98623"/>
                </a:lnTo>
                <a:lnTo>
                  <a:pt x="1195749" y="136962"/>
                </a:lnTo>
                <a:lnTo>
                  <a:pt x="1201337" y="179210"/>
                </a:lnTo>
                <a:lnTo>
                  <a:pt x="1206925" y="224093"/>
                </a:lnTo>
                <a:lnTo>
                  <a:pt x="1212512" y="270259"/>
                </a:lnTo>
                <a:lnTo>
                  <a:pt x="1218100" y="316318"/>
                </a:lnTo>
                <a:lnTo>
                  <a:pt x="1223687" y="360882"/>
                </a:lnTo>
                <a:lnTo>
                  <a:pt x="1229275" y="402609"/>
                </a:lnTo>
                <a:lnTo>
                  <a:pt x="1234863" y="440240"/>
                </a:lnTo>
                <a:lnTo>
                  <a:pt x="1240450" y="472644"/>
                </a:lnTo>
                <a:lnTo>
                  <a:pt x="1246038" y="498842"/>
                </a:lnTo>
                <a:lnTo>
                  <a:pt x="1251626" y="518047"/>
                </a:lnTo>
                <a:lnTo>
                  <a:pt x="1257213" y="529679"/>
                </a:lnTo>
                <a:lnTo>
                  <a:pt x="1262801" y="533388"/>
                </a:lnTo>
                <a:lnTo>
                  <a:pt x="1268388" y="529062"/>
                </a:lnTo>
                <a:lnTo>
                  <a:pt x="1273976" y="516832"/>
                </a:lnTo>
                <a:lnTo>
                  <a:pt x="1279564" y="497066"/>
                </a:lnTo>
                <a:lnTo>
                  <a:pt x="1285151" y="470360"/>
                </a:lnTo>
                <a:lnTo>
                  <a:pt x="1290739" y="437518"/>
                </a:lnTo>
                <a:lnTo>
                  <a:pt x="1296326" y="399529"/>
                </a:lnTo>
                <a:lnTo>
                  <a:pt x="1301914" y="357538"/>
                </a:lnTo>
                <a:lnTo>
                  <a:pt x="1307502" y="312811"/>
                </a:lnTo>
                <a:lnTo>
                  <a:pt x="1313089" y="266694"/>
                </a:lnTo>
                <a:lnTo>
                  <a:pt x="1318677" y="220577"/>
                </a:lnTo>
                <a:lnTo>
                  <a:pt x="1324265" y="175850"/>
                </a:lnTo>
                <a:lnTo>
                  <a:pt x="1329852" y="133859"/>
                </a:lnTo>
                <a:lnTo>
                  <a:pt x="1335440" y="95870"/>
                </a:lnTo>
                <a:lnTo>
                  <a:pt x="1341027" y="63028"/>
                </a:lnTo>
                <a:lnTo>
                  <a:pt x="1346615" y="36322"/>
                </a:lnTo>
                <a:lnTo>
                  <a:pt x="1352203" y="16556"/>
                </a:lnTo>
                <a:lnTo>
                  <a:pt x="1357790" y="4326"/>
                </a:lnTo>
                <a:lnTo>
                  <a:pt x="1363378" y="0"/>
                </a:lnTo>
                <a:lnTo>
                  <a:pt x="1368965" y="3709"/>
                </a:lnTo>
                <a:lnTo>
                  <a:pt x="1374553" y="15341"/>
                </a:lnTo>
                <a:lnTo>
                  <a:pt x="1380141" y="34546"/>
                </a:lnTo>
                <a:lnTo>
                  <a:pt x="1385728" y="60744"/>
                </a:lnTo>
                <a:lnTo>
                  <a:pt x="1391316" y="93148"/>
                </a:lnTo>
                <a:lnTo>
                  <a:pt x="1396903" y="130779"/>
                </a:lnTo>
                <a:lnTo>
                  <a:pt x="1402491" y="172506"/>
                </a:lnTo>
                <a:lnTo>
                  <a:pt x="1408079" y="217070"/>
                </a:lnTo>
                <a:lnTo>
                  <a:pt x="1413666" y="263129"/>
                </a:lnTo>
                <a:lnTo>
                  <a:pt x="1419254" y="309295"/>
                </a:lnTo>
                <a:lnTo>
                  <a:pt x="1424842" y="354178"/>
                </a:lnTo>
                <a:lnTo>
                  <a:pt x="1430429" y="396426"/>
                </a:lnTo>
                <a:lnTo>
                  <a:pt x="1436017" y="434765"/>
                </a:lnTo>
                <a:lnTo>
                  <a:pt x="1441604" y="468040"/>
                </a:lnTo>
                <a:lnTo>
                  <a:pt x="1447192" y="495250"/>
                </a:lnTo>
                <a:lnTo>
                  <a:pt x="1452780" y="515573"/>
                </a:lnTo>
                <a:lnTo>
                  <a:pt x="1458367" y="528399"/>
                </a:lnTo>
                <a:lnTo>
                  <a:pt x="1463955" y="533340"/>
                </a:lnTo>
                <a:lnTo>
                  <a:pt x="1469542" y="530248"/>
                </a:lnTo>
                <a:lnTo>
                  <a:pt x="1475130" y="519216"/>
                </a:lnTo>
                <a:lnTo>
                  <a:pt x="1480718" y="500577"/>
                </a:lnTo>
                <a:lnTo>
                  <a:pt x="1486305" y="474891"/>
                </a:lnTo>
                <a:lnTo>
                  <a:pt x="1491893" y="442932"/>
                </a:lnTo>
                <a:lnTo>
                  <a:pt x="1497481" y="405664"/>
                </a:lnTo>
                <a:lnTo>
                  <a:pt x="1503068" y="364210"/>
                </a:lnTo>
                <a:lnTo>
                  <a:pt x="1508656" y="319817"/>
                </a:lnTo>
                <a:lnTo>
                  <a:pt x="1514243" y="273824"/>
                </a:lnTo>
                <a:lnTo>
                  <a:pt x="1519831" y="227616"/>
                </a:lnTo>
                <a:lnTo>
                  <a:pt x="1525419" y="182586"/>
                </a:lnTo>
                <a:lnTo>
                  <a:pt x="1531006" y="140089"/>
                </a:lnTo>
                <a:lnTo>
                  <a:pt x="1536594" y="101407"/>
                </a:lnTo>
                <a:lnTo>
                  <a:pt x="1542181" y="67704"/>
                </a:lnTo>
                <a:lnTo>
                  <a:pt x="1547769" y="39996"/>
                </a:lnTo>
                <a:lnTo>
                  <a:pt x="1553357" y="19118"/>
                </a:lnTo>
                <a:lnTo>
                  <a:pt x="1558944" y="5699"/>
                </a:lnTo>
                <a:lnTo>
                  <a:pt x="1564532" y="143"/>
                </a:lnTo>
                <a:lnTo>
                  <a:pt x="1570120" y="2617"/>
                </a:lnTo>
                <a:lnTo>
                  <a:pt x="1575707" y="13047"/>
                </a:lnTo>
                <a:lnTo>
                  <a:pt x="1581295" y="31119"/>
                </a:lnTo>
                <a:lnTo>
                  <a:pt x="1586882" y="56288"/>
                </a:lnTo>
                <a:lnTo>
                  <a:pt x="1592470" y="87796"/>
                </a:lnTo>
                <a:lnTo>
                  <a:pt x="1598058" y="124693"/>
                </a:lnTo>
                <a:lnTo>
                  <a:pt x="1603645" y="165869"/>
                </a:lnTo>
                <a:lnTo>
                  <a:pt x="1609233" y="210082"/>
                </a:lnTo>
                <a:lnTo>
                  <a:pt x="1614820" y="256001"/>
                </a:lnTo>
                <a:lnTo>
                  <a:pt x="1620408" y="302242"/>
                </a:lnTo>
                <a:lnTo>
                  <a:pt x="1625996" y="347412"/>
                </a:lnTo>
                <a:lnTo>
                  <a:pt x="1631583" y="390150"/>
                </a:lnTo>
                <a:lnTo>
                  <a:pt x="1637171" y="429169"/>
                </a:lnTo>
                <a:lnTo>
                  <a:pt x="1642759" y="463292"/>
                </a:lnTo>
                <a:lnTo>
                  <a:pt x="1648346" y="491493"/>
                </a:lnTo>
                <a:lnTo>
                  <a:pt x="1653934" y="512922"/>
                </a:lnTo>
                <a:lnTo>
                  <a:pt x="1659521" y="526932"/>
                </a:lnTo>
                <a:lnTo>
                  <a:pt x="1665109" y="533102"/>
                </a:lnTo>
                <a:lnTo>
                  <a:pt x="1670697" y="531246"/>
                </a:lnTo>
                <a:lnTo>
                  <a:pt x="1676284" y="521420"/>
                </a:lnTo>
                <a:lnTo>
                  <a:pt x="1681872" y="503919"/>
                </a:lnTo>
                <a:lnTo>
                  <a:pt x="1687459" y="479272"/>
                </a:lnTo>
                <a:lnTo>
                  <a:pt x="1693047" y="448221"/>
                </a:lnTo>
                <a:lnTo>
                  <a:pt x="1698635" y="411700"/>
                </a:lnTo>
                <a:lnTo>
                  <a:pt x="1704222" y="370811"/>
                </a:lnTo>
                <a:lnTo>
                  <a:pt x="1709810" y="326785"/>
                </a:lnTo>
                <a:lnTo>
                  <a:pt x="1715397" y="280949"/>
                </a:lnTo>
                <a:lnTo>
                  <a:pt x="1720985" y="234683"/>
                </a:lnTo>
                <a:lnTo>
                  <a:pt x="1726573" y="189382"/>
                </a:lnTo>
                <a:lnTo>
                  <a:pt x="1732160" y="146410"/>
                </a:lnTo>
                <a:lnTo>
                  <a:pt x="1737748" y="107061"/>
                </a:lnTo>
                <a:lnTo>
                  <a:pt x="1743336" y="72522"/>
                </a:lnTo>
                <a:lnTo>
                  <a:pt x="1748923" y="43833"/>
                </a:lnTo>
                <a:lnTo>
                  <a:pt x="1754511" y="21858"/>
                </a:lnTo>
                <a:lnTo>
                  <a:pt x="1760098" y="7259"/>
                </a:lnTo>
                <a:lnTo>
                  <a:pt x="1765686" y="476"/>
                </a:lnTo>
                <a:lnTo>
                  <a:pt x="1771274" y="1714"/>
                </a:lnTo>
                <a:lnTo>
                  <a:pt x="1776861" y="10935"/>
                </a:lnTo>
                <a:lnTo>
                  <a:pt x="1782449" y="27861"/>
                </a:lnTo>
                <a:lnTo>
                  <a:pt x="1788036" y="51982"/>
                </a:lnTo>
                <a:lnTo>
                  <a:pt x="1793624" y="82572"/>
                </a:lnTo>
                <a:lnTo>
                  <a:pt x="1799212" y="118709"/>
                </a:lnTo>
                <a:lnTo>
                  <a:pt x="1804799" y="159304"/>
                </a:lnTo>
                <a:lnTo>
                  <a:pt x="1810387" y="203135"/>
                </a:lnTo>
                <a:lnTo>
                  <a:pt x="1815975" y="248880"/>
                </a:lnTo>
                <a:lnTo>
                  <a:pt x="1821562" y="295163"/>
                </a:lnTo>
                <a:lnTo>
                  <a:pt x="1827150" y="340587"/>
                </a:lnTo>
                <a:lnTo>
                  <a:pt x="1832737" y="383786"/>
                </a:lnTo>
                <a:lnTo>
                  <a:pt x="1838325" y="423456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B56D18"/>
            </a:solidFill>
            <a:prstDash val="solid"/>
          </a:ln>
        </p:spPr>
      </p:sp>
      <p:sp>
        <p:nvSpPr>
          <p:cNvPr id="96" name="path-11">
            <a:extLst xmlns:a="http://schemas.openxmlformats.org/drawingml/2006/main">
              <a:ext uri="{FF2B5EF4-FFF2-40B4-BE49-F238E27FC236}">
                <a16:creationId xmlns:a16="http://schemas.microsoft.com/office/drawing/2014/main" id="{987FB562-E8C0-4776-B2E5-851E1B6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828675" cy="485775"/>
          </a:xfrm>
          <a:custGeom xmlns:a="http://schemas.openxmlformats.org/drawingml/2006/main">
            <a:pathLst>
              <a:path w="828675" h="485775">
                <a:moveTo>
                  <a:pt x="0" y="485775"/>
                </a:moveTo>
                <a:lnTo>
                  <a:pt x="276225" y="447675"/>
                </a:lnTo>
                <a:lnTo>
                  <a:pt x="514350" y="333375"/>
                </a:lnTo>
                <a:lnTo>
                  <a:pt x="685800" y="190500"/>
                </a:ln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B56D18"/>
            </a:solidFill>
            <a:prstDash val="solid"/>
          </a:ln>
        </p:spPr>
      </p:sp>
      <p:sp>
        <p:nvSpPr>
          <p:cNvPr id="97" name="path-12">
            <a:extLst xmlns:a="http://schemas.openxmlformats.org/drawingml/2006/main">
              <a:ext uri="{FF2B5EF4-FFF2-40B4-BE49-F238E27FC236}">
                <a16:creationId xmlns:a16="http://schemas.microsoft.com/office/drawing/2014/main" id="{478BE1AF-CEFE-4B51-9836-F55E438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28914"/>
            <a:ext cx="86335" cy="138136"/>
          </a:xfrm>
          <a:custGeom xmlns:a="http://schemas.openxmlformats.org/drawingml/2006/main">
            <a:pathLst>
              <a:path w="86335" h="138136">
                <a:moveTo>
                  <a:pt x="0" y="138136"/>
                </a:moveTo>
                <a:lnTo>
                  <a:pt x="863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B56D18"/>
            </a:solidFill>
            <a:prstDash val="solid"/>
          </a:ln>
        </p:spPr>
      </p:sp>
      <p:sp>
        <p:nvSpPr>
          <p:cNvPr id="98" name="path-13">
            <a:extLst xmlns:a="http://schemas.openxmlformats.org/drawingml/2006/main">
              <a:ext uri="{FF2B5EF4-FFF2-40B4-BE49-F238E27FC236}">
                <a16:creationId xmlns:a16="http://schemas.microsoft.com/office/drawing/2014/main" id="{343DD6E7-1C66-4253-B9AA-D7A99D9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592" y="2838450"/>
            <a:ext cx="115908" cy="141351"/>
          </a:xfrm>
          <a:custGeom xmlns:a="http://schemas.openxmlformats.org/drawingml/2006/main">
            <a:pathLst>
              <a:path w="115908" h="141351">
                <a:moveTo>
                  <a:pt x="115908" y="0"/>
                </a:moveTo>
                <a:lnTo>
                  <a:pt x="90464" y="141351"/>
                </a:lnTo>
                <a:lnTo>
                  <a:pt x="0" y="84810"/>
                </a:lnTo>
                <a:close/>
              </a:path>
            </a:pathLst>
          </a:custGeom>
          <a:solidFill xmlns:a="http://schemas.openxmlformats.org/drawingml/2006/main">
            <a:srgbClr val="B56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visual-14">
            <a:extLst xmlns:a="http://schemas.openxmlformats.org/drawingml/2006/main">
              <a:ext uri="{FF2B5EF4-FFF2-40B4-BE49-F238E27FC236}">
                <a16:creationId xmlns:a16="http://schemas.microsoft.com/office/drawing/2014/main" id="{80E7C007-B58C-4F8F-B531-C6C9CDC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14775"/>
            <a:ext cx="3552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00" name="visual-15">
            <a:extLst xmlns:a="http://schemas.openxmlformats.org/drawingml/2006/main">
              <a:ext uri="{FF2B5EF4-FFF2-40B4-BE49-F238E27FC236}">
                <a16:creationId xmlns:a16="http://schemas.microsoft.com/office/drawing/2014/main" id="{F28C8310-6671-438D-90FC-1963F5C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Spatial interference pattern</a:t>
            </a:r>
          </a:p>
        </p:txBody>
      </p:sp>
      <p:sp>
        <p:nvSpPr>
          <p:cNvPr id="101" name="path-16">
            <a:extLst xmlns:a="http://schemas.openxmlformats.org/drawingml/2006/main">
              <a:ext uri="{FF2B5EF4-FFF2-40B4-BE49-F238E27FC236}">
                <a16:creationId xmlns:a16="http://schemas.microsoft.com/office/drawing/2014/main" id="{B896F554-B519-43DE-B6AF-EBBCA85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57400"/>
            <a:ext cx="697230" cy="953"/>
          </a:xfrm>
          <a:custGeom xmlns:a="http://schemas.openxmlformats.org/drawingml/2006/main">
            <a:pathLst>
              <a:path w="697230" h="953">
                <a:moveTo>
                  <a:pt x="0" y="0"/>
                </a:moveTo>
                <a:lnTo>
                  <a:pt x="6972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46A96"/>
            </a:solidFill>
            <a:prstDash val="solid"/>
          </a:ln>
        </p:spPr>
      </p:sp>
      <p:sp>
        <p:nvSpPr>
          <p:cNvPr id="102" name="path-17">
            <a:extLst xmlns:a="http://schemas.openxmlformats.org/drawingml/2006/main">
              <a:ext uri="{FF2B5EF4-FFF2-40B4-BE49-F238E27FC236}">
                <a16:creationId xmlns:a16="http://schemas.microsoft.com/office/drawing/2014/main" id="{674C358A-3D66-4B96-A519-879C8DA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96440"/>
            <a:ext cx="152400" cy="121920"/>
          </a:xfrm>
          <a:custGeom xmlns:a="http://schemas.openxmlformats.org/drawingml/2006/main"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8">
            <a:extLst xmlns:a="http://schemas.openxmlformats.org/drawingml/2006/main">
              <a:ext uri="{FF2B5EF4-FFF2-40B4-BE49-F238E27FC236}">
                <a16:creationId xmlns:a16="http://schemas.microsoft.com/office/drawing/2014/main" id="{D6A360D2-9056-4DA7-B4C1-893C441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47975"/>
            <a:ext cx="3057525" cy="953"/>
          </a:xfrm>
          <a:custGeom xmlns:a="http://schemas.openxmlformats.org/drawingml/2006/main"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6788E"/>
            </a:solidFill>
            <a:prstDash val="solid"/>
          </a:ln>
        </p:spPr>
      </p:sp>
      <p:sp>
        <p:nvSpPr>
          <p:cNvPr id="104" name="energy-envelope-area">
            <a:extLst xmlns:a="http://schemas.openxmlformats.org/drawingml/2006/main">
              <a:ext uri="{FF2B5EF4-FFF2-40B4-BE49-F238E27FC236}">
                <a16:creationId xmlns:a16="http://schemas.microsoft.com/office/drawing/2014/main" id="{FC16CAB4-2265-4374-B8B0-E2FDE1EB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466768"/>
            <a:ext cx="2819400" cy="1381207"/>
          </a:xfrm>
          <a:custGeom xmlns:a="http://schemas.openxmlformats.org/drawingml/2006/main"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energy-envelope">
            <a:extLst xmlns:a="http://schemas.openxmlformats.org/drawingml/2006/main">
              <a:ext uri="{FF2B5EF4-FFF2-40B4-BE49-F238E27FC236}">
                <a16:creationId xmlns:a16="http://schemas.microsoft.com/office/drawing/2014/main" id="{85BF6417-CDAA-411F-95AF-E5AB067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466768"/>
            <a:ext cx="2819400" cy="783978"/>
          </a:xfrm>
          <a:custGeom xmlns:a="http://schemas.openxmlformats.org/drawingml/2006/main"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246A96"/>
            </a:solidFill>
            <a:prstDash val="solid"/>
          </a:ln>
        </p:spPr>
      </p:sp>
      <p:sp>
        <p:nvSpPr>
          <p:cNvPr id="106" name="square-law-oscillations">
            <a:extLst xmlns:a="http://schemas.openxmlformats.org/drawingml/2006/main">
              <a:ext uri="{FF2B5EF4-FFF2-40B4-BE49-F238E27FC236}">
                <a16:creationId xmlns:a16="http://schemas.microsoft.com/office/drawing/2014/main" id="{0C41AA8C-3A3E-46BC-AEDE-08D5D7B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471951"/>
            <a:ext cx="2819400" cy="1316301"/>
          </a:xfrm>
          <a:custGeom xmlns:a="http://schemas.openxmlformats.org/drawingml/2006/main"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 xmlns:a="http://schemas.openxmlformats.org/drawingml/2006/main"/>
          <a:ln xmlns:a="http://schemas.openxmlformats.org/drawingml/2006/main" w="12859">
            <a:solidFill>
              <a:srgbClr val="89ACC4"/>
            </a:solidFill>
            <a:prstDash val="solid"/>
          </a:ln>
        </p:spPr>
      </p:sp>
      <p:sp>
        <p:nvSpPr>
          <p:cNvPr id="107" name="visual-19">
            <a:extLst xmlns:a="http://schemas.openxmlformats.org/drawingml/2006/main">
              <a:ext uri="{FF2B5EF4-FFF2-40B4-BE49-F238E27FC236}">
                <a16:creationId xmlns:a16="http://schemas.microsoft.com/office/drawing/2014/main" id="{F9FD7A35-B4B2-4A05-9E5E-7E64F3A9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7517"/>
            <a:ext cx="256117" cy="380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20">
            <a:extLst xmlns:a="http://schemas.openxmlformats.org/drawingml/2006/main">
              <a:ext uri="{FF2B5EF4-FFF2-40B4-BE49-F238E27FC236}">
                <a16:creationId xmlns:a16="http://schemas.microsoft.com/office/drawing/2014/main" id="{F245F46F-7687-420F-AB26-14285C48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7517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09" name="visual-21">
            <a:extLst xmlns:a="http://schemas.openxmlformats.org/drawingml/2006/main">
              <a:ext uri="{FF2B5EF4-FFF2-40B4-BE49-F238E27FC236}">
                <a16:creationId xmlns:a16="http://schemas.microsoft.com/office/drawing/2014/main" id="{DAD6E8ED-4538-432D-AE17-23B00764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367" y="2226323"/>
            <a:ext cx="256117" cy="621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22">
            <a:extLst xmlns:a="http://schemas.openxmlformats.org/drawingml/2006/main">
              <a:ext uri="{FF2B5EF4-FFF2-40B4-BE49-F238E27FC236}">
                <a16:creationId xmlns:a16="http://schemas.microsoft.com/office/drawing/2014/main" id="{8929FE05-EFFA-4054-B263-BA6F754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367" y="2226323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11" name="visual-23">
            <a:extLst xmlns:a="http://schemas.openxmlformats.org/drawingml/2006/main">
              <a:ext uri="{FF2B5EF4-FFF2-40B4-BE49-F238E27FC236}">
                <a16:creationId xmlns:a16="http://schemas.microsoft.com/office/drawing/2014/main" id="{E3E9BEE5-93D0-4052-BD7A-1649B231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33" y="2067999"/>
            <a:ext cx="256117" cy="7799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24">
            <a:extLst xmlns:a="http://schemas.openxmlformats.org/drawingml/2006/main">
              <a:ext uri="{FF2B5EF4-FFF2-40B4-BE49-F238E27FC236}">
                <a16:creationId xmlns:a16="http://schemas.microsoft.com/office/drawing/2014/main" id="{B54A499E-6E6C-4D4F-951E-D9536FB7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33" y="2067999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13" name="visual-25">
            <a:extLst xmlns:a="http://schemas.openxmlformats.org/drawingml/2006/main">
              <a:ext uri="{FF2B5EF4-FFF2-40B4-BE49-F238E27FC236}">
                <a16:creationId xmlns:a16="http://schemas.microsoft.com/office/drawing/2014/main" id="{DDA65AE7-1728-4EAD-8EA5-2AE03FAD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2320862"/>
            <a:ext cx="256117" cy="527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26">
            <a:extLst xmlns:a="http://schemas.openxmlformats.org/drawingml/2006/main">
              <a:ext uri="{FF2B5EF4-FFF2-40B4-BE49-F238E27FC236}">
                <a16:creationId xmlns:a16="http://schemas.microsoft.com/office/drawing/2014/main" id="{DCDB3CCF-00A0-4218-9338-50679D2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2320862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15" name="visual-27">
            <a:extLst xmlns:a="http://schemas.openxmlformats.org/drawingml/2006/main">
              <a:ext uri="{FF2B5EF4-FFF2-40B4-BE49-F238E27FC236}">
                <a16:creationId xmlns:a16="http://schemas.microsoft.com/office/drawing/2014/main" id="{B1960035-C4B5-4315-9F2A-ADDB827A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67" y="2454477"/>
            <a:ext cx="256117" cy="393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28">
            <a:extLst xmlns:a="http://schemas.openxmlformats.org/drawingml/2006/main">
              <a:ext uri="{FF2B5EF4-FFF2-40B4-BE49-F238E27FC236}">
                <a16:creationId xmlns:a16="http://schemas.microsoft.com/office/drawing/2014/main" id="{F3CE7CA6-3018-45D2-9E8D-A6B80250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67" y="2454477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17" name="visual-29">
            <a:extLst xmlns:a="http://schemas.openxmlformats.org/drawingml/2006/main">
              <a:ext uri="{FF2B5EF4-FFF2-40B4-BE49-F238E27FC236}">
                <a16:creationId xmlns:a16="http://schemas.microsoft.com/office/drawing/2014/main" id="{CFB24B48-A1C2-4C65-861F-68FCEAD7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433" y="2324443"/>
            <a:ext cx="256117" cy="523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30">
            <a:extLst xmlns:a="http://schemas.openxmlformats.org/drawingml/2006/main">
              <a:ext uri="{FF2B5EF4-FFF2-40B4-BE49-F238E27FC236}">
                <a16:creationId xmlns:a16="http://schemas.microsoft.com/office/drawing/2014/main" id="{A33B788C-CEC9-4D87-9F98-6354BD9C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433" y="2324443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19" name="visual-31">
            <a:extLst xmlns:a="http://schemas.openxmlformats.org/drawingml/2006/main">
              <a:ext uri="{FF2B5EF4-FFF2-40B4-BE49-F238E27FC236}">
                <a16:creationId xmlns:a16="http://schemas.microsoft.com/office/drawing/2014/main" id="{6A5B226F-E2CB-4D0F-A95F-B7D492D0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2180976"/>
            <a:ext cx="256117" cy="66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32">
            <a:extLst xmlns:a="http://schemas.openxmlformats.org/drawingml/2006/main">
              <a:ext uri="{FF2B5EF4-FFF2-40B4-BE49-F238E27FC236}">
                <a16:creationId xmlns:a16="http://schemas.microsoft.com/office/drawing/2014/main" id="{8DB90D3C-3C62-4FE5-82F9-DCA0DC3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2180976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21" name="visual-33">
            <a:extLst xmlns:a="http://schemas.openxmlformats.org/drawingml/2006/main">
              <a:ext uri="{FF2B5EF4-FFF2-40B4-BE49-F238E27FC236}">
                <a16:creationId xmlns:a16="http://schemas.microsoft.com/office/drawing/2014/main" id="{F3C24546-779D-4769-B6E7-0A684C7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967" y="2296829"/>
            <a:ext cx="256117" cy="551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34">
            <a:extLst xmlns:a="http://schemas.openxmlformats.org/drawingml/2006/main">
              <a:ext uri="{FF2B5EF4-FFF2-40B4-BE49-F238E27FC236}">
                <a16:creationId xmlns:a16="http://schemas.microsoft.com/office/drawing/2014/main" id="{B384B813-DF66-4905-967B-A324075C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4967" y="2296829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23" name="visual-35">
            <a:extLst xmlns:a="http://schemas.openxmlformats.org/drawingml/2006/main">
              <a:ext uri="{FF2B5EF4-FFF2-40B4-BE49-F238E27FC236}">
                <a16:creationId xmlns:a16="http://schemas.microsoft.com/office/drawing/2014/main" id="{25B09556-ED70-4747-BB5F-1D91389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233" y="2465474"/>
            <a:ext cx="256117" cy="3825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96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36">
            <a:extLst xmlns:a="http://schemas.openxmlformats.org/drawingml/2006/main">
              <a:ext uri="{FF2B5EF4-FFF2-40B4-BE49-F238E27FC236}">
                <a16:creationId xmlns:a16="http://schemas.microsoft.com/office/drawing/2014/main" id="{75D03D65-3F23-4700-9B16-A05099D0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233" y="2465474"/>
            <a:ext cx="256117" cy="953"/>
          </a:xfrm>
          <a:custGeom xmlns:a="http://schemas.openxmlformats.org/drawingml/2006/main"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125" name="visual-37">
            <a:extLst xmlns:a="http://schemas.openxmlformats.org/drawingml/2006/main">
              <a:ext uri="{FF2B5EF4-FFF2-40B4-BE49-F238E27FC236}">
                <a16:creationId xmlns:a16="http://schemas.microsoft.com/office/drawing/2014/main" id="{2770DDB7-902C-4C06-8BFA-855DD56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24225"/>
            <a:ext cx="3724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Square-law energy sensing</a:t>
            </a:r>
          </a:p>
        </p:txBody>
      </p:sp>
      <p:sp>
        <p:nvSpPr>
          <p:cNvPr id="126" name="path-38">
            <a:extLst xmlns:a="http://schemas.openxmlformats.org/drawingml/2006/main">
              <a:ext uri="{FF2B5EF4-FFF2-40B4-BE49-F238E27FC236}">
                <a16:creationId xmlns:a16="http://schemas.microsoft.com/office/drawing/2014/main" id="{48C0DBF2-4BE4-4C6C-BF7D-6E00F5C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57400"/>
            <a:ext cx="773430" cy="953"/>
          </a:xfrm>
          <a:custGeom xmlns:a="http://schemas.openxmlformats.org/drawingml/2006/main">
            <a:pathLst>
              <a:path w="773430" h="953">
                <a:moveTo>
                  <a:pt x="0" y="0"/>
                </a:moveTo>
                <a:lnTo>
                  <a:pt x="7734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46A96"/>
            </a:solidFill>
            <a:prstDash val="solid"/>
          </a:ln>
        </p:spPr>
      </p:sp>
      <p:sp>
        <p:nvSpPr>
          <p:cNvPr id="127" name="path-39">
            <a:extLst xmlns:a="http://schemas.openxmlformats.org/drawingml/2006/main">
              <a:ext uri="{FF2B5EF4-FFF2-40B4-BE49-F238E27FC236}">
                <a16:creationId xmlns:a16="http://schemas.microsoft.com/office/drawing/2014/main" id="{9CE7A996-CD23-4331-A9DB-EBBA9D3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996440"/>
            <a:ext cx="152400" cy="121920"/>
          </a:xfrm>
          <a:custGeom xmlns:a="http://schemas.openxmlformats.org/drawingml/2006/main"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visual-40">
            <a:extLst xmlns:a="http://schemas.openxmlformats.org/drawingml/2006/main">
              <a:ext uri="{FF2B5EF4-FFF2-40B4-BE49-F238E27FC236}">
                <a16:creationId xmlns:a16="http://schemas.microsoft.com/office/drawing/2014/main" id="{A422CDA4-BB0C-4B02-BB63-696E1EBD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133475"/>
            <a:ext cx="2705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1430">
            <a:solidFill>
              <a:srgbClr val="CCD9E2"/>
            </a:solidFill>
            <a:prstDash val="solid"/>
          </a:ln>
        </p:spPr>
      </p:sp>
      <p:sp>
        <p:nvSpPr>
          <p:cNvPr id="129" name="visual-41">
            <a:extLst xmlns:a="http://schemas.openxmlformats.org/drawingml/2006/main">
              <a:ext uri="{FF2B5EF4-FFF2-40B4-BE49-F238E27FC236}">
                <a16:creationId xmlns:a16="http://schemas.microsoft.com/office/drawing/2014/main" id="{2E24DB9F-D7CE-4EB6-AA60-61A397D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1266825"/>
            <a:ext cx="2705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9"/>
          </a:solidFill>
          <a:ln xmlns:a="http://schemas.openxmlformats.org/drawingml/2006/main" w="12383">
            <a:solidFill>
              <a:srgbClr val="56788E"/>
            </a:solidFill>
            <a:prstDash val="solid"/>
          </a:ln>
        </p:spPr>
      </p:sp>
      <p:sp>
        <p:nvSpPr>
          <p:cNvPr id="130" name="visual-42">
            <a:extLst xmlns:a="http://schemas.openxmlformats.org/drawingml/2006/main">
              <a:ext uri="{FF2B5EF4-FFF2-40B4-BE49-F238E27FC236}">
                <a16:creationId xmlns:a16="http://schemas.microsoft.com/office/drawing/2014/main" id="{EF887D76-D28B-439E-A6BC-8D176BAC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400175"/>
            <a:ext cx="2705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6788E"/>
            </a:solidFill>
            <a:prstDash val="solid"/>
          </a:ln>
        </p:spPr>
      </p:sp>
      <p:sp>
        <p:nvSpPr>
          <p:cNvPr id="131" name="space-time-samples-0-0">
            <a:extLst xmlns:a="http://schemas.openxmlformats.org/drawingml/2006/main">
              <a:ext uri="{FF2B5EF4-FFF2-40B4-BE49-F238E27FC236}">
                <a16:creationId xmlns:a16="http://schemas.microsoft.com/office/drawing/2014/main" id="{B0112777-1EB0-4FB5-9151-86AB7E85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2BDC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2" name="space-time-samples-0-1">
            <a:extLst xmlns:a="http://schemas.openxmlformats.org/drawingml/2006/main">
              <a:ext uri="{FF2B5EF4-FFF2-40B4-BE49-F238E27FC236}">
                <a16:creationId xmlns:a16="http://schemas.microsoft.com/office/drawing/2014/main" id="{2EEC6264-8EC0-4457-9CEA-3A465D5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ADA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3" name="space-time-samples-0-2">
            <a:extLst xmlns:a="http://schemas.openxmlformats.org/drawingml/2006/main">
              <a:ext uri="{FF2B5EF4-FFF2-40B4-BE49-F238E27FC236}">
                <a16:creationId xmlns:a16="http://schemas.microsoft.com/office/drawing/2014/main" id="{D8B890FC-67FB-4C3F-B319-95B37903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4" name="space-time-samples-0-3">
            <a:extLst xmlns:a="http://schemas.openxmlformats.org/drawingml/2006/main">
              <a:ext uri="{FF2B5EF4-FFF2-40B4-BE49-F238E27FC236}">
                <a16:creationId xmlns:a16="http://schemas.microsoft.com/office/drawing/2014/main" id="{E01E9C80-379D-4DC0-97B2-8E14F3B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9D9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5" name="space-time-samples-0-4">
            <a:extLst xmlns:a="http://schemas.openxmlformats.org/drawingml/2006/main">
              <a:ext uri="{FF2B5EF4-FFF2-40B4-BE49-F238E27FC236}">
                <a16:creationId xmlns:a16="http://schemas.microsoft.com/office/drawing/2014/main" id="{B04482FE-2327-4BDB-8890-2162FF64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BB8C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6" name="space-time-samples-0-5">
            <a:extLst xmlns:a="http://schemas.openxmlformats.org/drawingml/2006/main">
              <a:ext uri="{FF2B5EF4-FFF2-40B4-BE49-F238E27FC236}">
                <a16:creationId xmlns:a16="http://schemas.microsoft.com/office/drawing/2014/main" id="{62CBC169-44F5-4912-9F91-0361E49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C7E9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7" name="space-time-samples-0-6">
            <a:extLst xmlns:a="http://schemas.openxmlformats.org/drawingml/2006/main">
              <a:ext uri="{FF2B5EF4-FFF2-40B4-BE49-F238E27FC236}">
                <a16:creationId xmlns:a16="http://schemas.microsoft.com/office/drawing/2014/main" id="{1BF3E47A-11AA-4BAB-BD69-919D99EB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9709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8" name="space-time-samples-0-7">
            <a:extLst xmlns:a="http://schemas.openxmlformats.org/drawingml/2006/main">
              <a:ext uri="{FF2B5EF4-FFF2-40B4-BE49-F238E27FC236}">
                <a16:creationId xmlns:a16="http://schemas.microsoft.com/office/drawing/2014/main" id="{3784FD8A-A45D-4C48-968A-E032AA0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CA1B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39" name="space-time-samples-0-8">
            <a:extLst xmlns:a="http://schemas.openxmlformats.org/drawingml/2006/main">
              <a:ext uri="{FF2B5EF4-FFF2-40B4-BE49-F238E27FC236}">
                <a16:creationId xmlns:a16="http://schemas.microsoft.com/office/drawing/2014/main" id="{C40505A1-D526-4E86-8E20-51E06D06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ED1D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0" name="space-time-samples-0-9">
            <a:extLst xmlns:a="http://schemas.openxmlformats.org/drawingml/2006/main">
              <a:ext uri="{FF2B5EF4-FFF2-40B4-BE49-F238E27FC236}">
                <a16:creationId xmlns:a16="http://schemas.microsoft.com/office/drawing/2014/main" id="{43BDAB73-F581-4AEC-81B8-6ACD6FF0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1" name="space-time-samples-0-10">
            <a:extLst xmlns:a="http://schemas.openxmlformats.org/drawingml/2006/main">
              <a:ext uri="{FF2B5EF4-FFF2-40B4-BE49-F238E27FC236}">
                <a16:creationId xmlns:a16="http://schemas.microsoft.com/office/drawing/2014/main" id="{2086CA7A-A087-48B4-8F1F-D19FA69F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2" name="space-time-samples-0-11">
            <a:extLst xmlns:a="http://schemas.openxmlformats.org/drawingml/2006/main">
              <a:ext uri="{FF2B5EF4-FFF2-40B4-BE49-F238E27FC236}">
                <a16:creationId xmlns:a16="http://schemas.microsoft.com/office/drawing/2014/main" id="{24D0F562-9656-49ED-B422-4107B8F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495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8CDD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3" name="space-time-samples-1-0">
            <a:extLst xmlns:a="http://schemas.openxmlformats.org/drawingml/2006/main">
              <a:ext uri="{FF2B5EF4-FFF2-40B4-BE49-F238E27FC236}">
                <a16:creationId xmlns:a16="http://schemas.microsoft.com/office/drawing/2014/main" id="{DDEE8C7B-C4E9-4941-90D0-C93E8B4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7D8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4" name="space-time-samples-1-1">
            <a:extLst xmlns:a="http://schemas.openxmlformats.org/drawingml/2006/main">
              <a:ext uri="{FF2B5EF4-FFF2-40B4-BE49-F238E27FC236}">
                <a16:creationId xmlns:a16="http://schemas.microsoft.com/office/drawing/2014/main" id="{D2806F87-9895-44E0-816F-150FE143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5" name="space-time-samples-1-2">
            <a:extLst xmlns:a="http://schemas.openxmlformats.org/drawingml/2006/main">
              <a:ext uri="{FF2B5EF4-FFF2-40B4-BE49-F238E27FC236}">
                <a16:creationId xmlns:a16="http://schemas.microsoft.com/office/drawing/2014/main" id="{03817170-C0CF-4299-BE49-2EEA4AA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6" name="space-time-samples-1-3">
            <a:extLst xmlns:a="http://schemas.openxmlformats.org/drawingml/2006/main">
              <a:ext uri="{FF2B5EF4-FFF2-40B4-BE49-F238E27FC236}">
                <a16:creationId xmlns:a16="http://schemas.microsoft.com/office/drawing/2014/main" id="{266EE1AF-CDB0-45A9-B679-E579A3F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8C1D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7" name="space-time-samples-1-4">
            <a:extLst xmlns:a="http://schemas.openxmlformats.org/drawingml/2006/main">
              <a:ext uri="{FF2B5EF4-FFF2-40B4-BE49-F238E27FC236}">
                <a16:creationId xmlns:a16="http://schemas.microsoft.com/office/drawing/2014/main" id="{C1D32ED2-F379-4F4A-9E4C-5D3ED77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A88A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8" name="space-time-samples-1-5">
            <a:extLst xmlns:a="http://schemas.openxmlformats.org/drawingml/2006/main">
              <a:ext uri="{FF2B5EF4-FFF2-40B4-BE49-F238E27FC236}">
                <a16:creationId xmlns:a16="http://schemas.microsoft.com/office/drawing/2014/main" id="{BDEED9D7-1993-4702-BAC9-40C07144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56D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49" name="space-time-samples-1-6">
            <a:extLst xmlns:a="http://schemas.openxmlformats.org/drawingml/2006/main">
              <a:ext uri="{FF2B5EF4-FFF2-40B4-BE49-F238E27FC236}">
                <a16:creationId xmlns:a16="http://schemas.microsoft.com/office/drawing/2014/main" id="{32E18ED3-4B67-478E-AFCB-12CE7F96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C95B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0" name="space-time-samples-1-7">
            <a:extLst xmlns:a="http://schemas.openxmlformats.org/drawingml/2006/main">
              <a:ext uri="{FF2B5EF4-FFF2-40B4-BE49-F238E27FC236}">
                <a16:creationId xmlns:a16="http://schemas.microsoft.com/office/drawing/2014/main" id="{BBF7756C-E754-47C0-8034-04E7460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5CBD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1" name="space-time-samples-1-8">
            <a:extLst xmlns:a="http://schemas.openxmlformats.org/drawingml/2006/main">
              <a:ext uri="{FF2B5EF4-FFF2-40B4-BE49-F238E27FC236}">
                <a16:creationId xmlns:a16="http://schemas.microsoft.com/office/drawing/2014/main" id="{92C4C31E-8387-4BC3-BD68-BAB5DDD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2" name="space-time-samples-1-9">
            <a:extLst xmlns:a="http://schemas.openxmlformats.org/drawingml/2006/main">
              <a:ext uri="{FF2B5EF4-FFF2-40B4-BE49-F238E27FC236}">
                <a16:creationId xmlns:a16="http://schemas.microsoft.com/office/drawing/2014/main" id="{5FB046CB-936C-495F-BED3-E8A7118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3" name="space-time-samples-1-10">
            <a:extLst xmlns:a="http://schemas.openxmlformats.org/drawingml/2006/main">
              <a:ext uri="{FF2B5EF4-FFF2-40B4-BE49-F238E27FC236}">
                <a16:creationId xmlns:a16="http://schemas.microsoft.com/office/drawing/2014/main" id="{889903D8-A8DB-4BEE-9482-6AAC270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0D3D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4" name="space-time-samples-1-11">
            <a:extLst xmlns:a="http://schemas.openxmlformats.org/drawingml/2006/main">
              <a:ext uri="{FF2B5EF4-FFF2-40B4-BE49-F238E27FC236}">
                <a16:creationId xmlns:a16="http://schemas.microsoft.com/office/drawing/2014/main" id="{0E900DDC-F52F-4B9B-A57C-466B52D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704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1A5B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5" name="space-time-samples-2-0">
            <a:extLst xmlns:a="http://schemas.openxmlformats.org/drawingml/2006/main">
              <a:ext uri="{FF2B5EF4-FFF2-40B4-BE49-F238E27FC236}">
                <a16:creationId xmlns:a16="http://schemas.microsoft.com/office/drawing/2014/main" id="{36F2F8BA-F12B-40F8-9214-4B9AA4CB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6" name="space-time-samples-2-1">
            <a:extLst xmlns:a="http://schemas.openxmlformats.org/drawingml/2006/main">
              <a:ext uri="{FF2B5EF4-FFF2-40B4-BE49-F238E27FC236}">
                <a16:creationId xmlns:a16="http://schemas.microsoft.com/office/drawing/2014/main" id="{C652398D-995B-4EB2-B512-055B9BAD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7" name="space-time-samples-2-2">
            <a:extLst xmlns:a="http://schemas.openxmlformats.org/drawingml/2006/main">
              <a:ext uri="{FF2B5EF4-FFF2-40B4-BE49-F238E27FC236}">
                <a16:creationId xmlns:a16="http://schemas.microsoft.com/office/drawing/2014/main" id="{8B8BCB55-1B8B-4764-BB15-16990E9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3CAD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8" name="space-time-samples-2-3">
            <a:extLst xmlns:a="http://schemas.openxmlformats.org/drawingml/2006/main">
              <a:ext uri="{FF2B5EF4-FFF2-40B4-BE49-F238E27FC236}">
                <a16:creationId xmlns:a16="http://schemas.microsoft.com/office/drawing/2014/main" id="{3A2CFB2B-F11B-4FC1-8F04-66D209D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993A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59" name="space-time-samples-2-4">
            <a:extLst xmlns:a="http://schemas.openxmlformats.org/drawingml/2006/main">
              <a:ext uri="{FF2B5EF4-FFF2-40B4-BE49-F238E27FC236}">
                <a16:creationId xmlns:a16="http://schemas.microsoft.com/office/drawing/2014/main" id="{13F9AAE6-C653-4269-BF50-56ABABBC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0" name="space-time-samples-2-5">
            <a:extLst xmlns:a="http://schemas.openxmlformats.org/drawingml/2006/main">
              <a:ext uri="{FF2B5EF4-FFF2-40B4-BE49-F238E27FC236}">
                <a16:creationId xmlns:a16="http://schemas.microsoft.com/office/drawing/2014/main" id="{13378B99-1577-4754-BA40-3B9E2D8A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D8AA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1" name="space-time-samples-2-6">
            <a:extLst xmlns:a="http://schemas.openxmlformats.org/drawingml/2006/main">
              <a:ext uri="{FF2B5EF4-FFF2-40B4-BE49-F238E27FC236}">
                <a16:creationId xmlns:a16="http://schemas.microsoft.com/office/drawing/2014/main" id="{CCC2AFF7-3228-4F4C-B946-2935139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BC3D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2" name="space-time-samples-2-7">
            <a:extLst xmlns:a="http://schemas.openxmlformats.org/drawingml/2006/main">
              <a:ext uri="{FF2B5EF4-FFF2-40B4-BE49-F238E27FC236}">
                <a16:creationId xmlns:a16="http://schemas.microsoft.com/office/drawing/2014/main" id="{1F943F1D-5B13-455F-8CB8-1790EA7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C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3" name="space-time-samples-2-8">
            <a:extLst xmlns:a="http://schemas.openxmlformats.org/drawingml/2006/main">
              <a:ext uri="{FF2B5EF4-FFF2-40B4-BE49-F238E27FC236}">
                <a16:creationId xmlns:a16="http://schemas.microsoft.com/office/drawing/2014/main" id="{E0E06CB1-AE87-40D5-A572-DA324650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4" name="space-time-samples-2-9">
            <a:extLst xmlns:a="http://schemas.openxmlformats.org/drawingml/2006/main">
              <a:ext uri="{FF2B5EF4-FFF2-40B4-BE49-F238E27FC236}">
                <a16:creationId xmlns:a16="http://schemas.microsoft.com/office/drawing/2014/main" id="{7DF0E2ED-6160-4B33-9C28-19ED3E7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6D7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5" name="space-time-samples-2-10">
            <a:extLst xmlns:a="http://schemas.openxmlformats.org/drawingml/2006/main">
              <a:ext uri="{FF2B5EF4-FFF2-40B4-BE49-F238E27FC236}">
                <a16:creationId xmlns:a16="http://schemas.microsoft.com/office/drawing/2014/main" id="{AF60F197-9BD4-4A68-92EA-D037E7FE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0B0C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6" name="space-time-samples-2-11">
            <a:extLst xmlns:a="http://schemas.openxmlformats.org/drawingml/2006/main">
              <a:ext uri="{FF2B5EF4-FFF2-40B4-BE49-F238E27FC236}">
                <a16:creationId xmlns:a16="http://schemas.microsoft.com/office/drawing/2014/main" id="{A90D6309-F414-4244-B94B-B8F8490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9145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4789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7" name="space-time-samples-3-0">
            <a:extLst xmlns:a="http://schemas.openxmlformats.org/drawingml/2006/main">
              <a:ext uri="{FF2B5EF4-FFF2-40B4-BE49-F238E27FC236}">
                <a16:creationId xmlns:a16="http://schemas.microsoft.com/office/drawing/2014/main" id="{9F9538A0-4152-4377-B6AC-EEE8F674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8" name="space-time-samples-3-1">
            <a:extLst xmlns:a="http://schemas.openxmlformats.org/drawingml/2006/main">
              <a:ext uri="{FF2B5EF4-FFF2-40B4-BE49-F238E27FC236}">
                <a16:creationId xmlns:a16="http://schemas.microsoft.com/office/drawing/2014/main" id="{4AC0433C-D31B-4684-853C-EC2E32E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CD0D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69" name="space-time-samples-3-2">
            <a:extLst xmlns:a="http://schemas.openxmlformats.org/drawingml/2006/main">
              <a:ext uri="{FF2B5EF4-FFF2-40B4-BE49-F238E27FC236}">
                <a16:creationId xmlns:a16="http://schemas.microsoft.com/office/drawing/2014/main" id="{74D7DD2C-F0D5-43C0-B099-BCE88F1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99FB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0" name="space-time-samples-3-3">
            <a:extLst xmlns:a="http://schemas.openxmlformats.org/drawingml/2006/main">
              <a:ext uri="{FF2B5EF4-FFF2-40B4-BE49-F238E27FC236}">
                <a16:creationId xmlns:a16="http://schemas.microsoft.com/office/drawing/2014/main" id="{1AE5C2AD-AFF5-44F7-A27E-806D0D1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86F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1" name="space-time-samples-3-4">
            <a:extLst xmlns:a="http://schemas.openxmlformats.org/drawingml/2006/main">
              <a:ext uri="{FF2B5EF4-FFF2-40B4-BE49-F238E27FC236}">
                <a16:creationId xmlns:a16="http://schemas.microsoft.com/office/drawing/2014/main" id="{A23E3B39-6E43-4D87-9486-3DD5962E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F809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2" name="space-time-samples-3-5">
            <a:extLst xmlns:a="http://schemas.openxmlformats.org/drawingml/2006/main">
              <a:ext uri="{FF2B5EF4-FFF2-40B4-BE49-F238E27FC236}">
                <a16:creationId xmlns:a16="http://schemas.microsoft.com/office/drawing/2014/main" id="{BC7B0428-C176-4F22-8A9C-D155868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EBAC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3" name="space-time-samples-3-6">
            <a:extLst xmlns:a="http://schemas.openxmlformats.org/drawingml/2006/main">
              <a:ext uri="{FF2B5EF4-FFF2-40B4-BE49-F238E27FC236}">
                <a16:creationId xmlns:a16="http://schemas.microsoft.com/office/drawing/2014/main" id="{63D6DC99-71B8-4A17-BF9F-F335A2FC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9DA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4" name="space-time-samples-3-7">
            <a:extLst xmlns:a="http://schemas.openxmlformats.org/drawingml/2006/main">
              <a:ext uri="{FF2B5EF4-FFF2-40B4-BE49-F238E27FC236}">
                <a16:creationId xmlns:a16="http://schemas.microsoft.com/office/drawing/2014/main" id="{77BDF264-F422-407B-8F0F-C2BB9D5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5" name="space-time-samples-3-8">
            <a:extLst xmlns:a="http://schemas.openxmlformats.org/drawingml/2006/main">
              <a:ext uri="{FF2B5EF4-FFF2-40B4-BE49-F238E27FC236}">
                <a16:creationId xmlns:a16="http://schemas.microsoft.com/office/drawing/2014/main" id="{AA9CB79A-7AEA-431D-8937-CEA22C0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9DA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6" name="space-time-samples-3-9">
            <a:extLst xmlns:a="http://schemas.openxmlformats.org/drawingml/2006/main">
              <a:ext uri="{FF2B5EF4-FFF2-40B4-BE49-F238E27FC236}">
                <a16:creationId xmlns:a16="http://schemas.microsoft.com/office/drawing/2014/main" id="{E3C7DC6C-FC64-455F-8216-E0000F36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FBAC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7" name="space-time-samples-3-10">
            <a:extLst xmlns:a="http://schemas.openxmlformats.org/drawingml/2006/main">
              <a:ext uri="{FF2B5EF4-FFF2-40B4-BE49-F238E27FC236}">
                <a16:creationId xmlns:a16="http://schemas.microsoft.com/office/drawing/2014/main" id="{801A17E5-F962-4830-A0DC-65B51F5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080A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8" name="space-time-samples-3-11">
            <a:extLst xmlns:a="http://schemas.openxmlformats.org/drawingml/2006/main">
              <a:ext uri="{FF2B5EF4-FFF2-40B4-BE49-F238E27FC236}">
                <a16:creationId xmlns:a16="http://schemas.microsoft.com/office/drawing/2014/main" id="{787167AF-05CA-4704-91FE-9C88A97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124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76F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79" name="space-time-samples-4-0">
            <a:extLst xmlns:a="http://schemas.openxmlformats.org/drawingml/2006/main">
              <a:ext uri="{FF2B5EF4-FFF2-40B4-BE49-F238E27FC236}">
                <a16:creationId xmlns:a16="http://schemas.microsoft.com/office/drawing/2014/main" id="{37D2E4F1-3E47-407C-969B-E2D903B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3D5E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0" name="space-time-samples-4-1">
            <a:extLst xmlns:a="http://schemas.openxmlformats.org/drawingml/2006/main">
              <a:ext uri="{FF2B5EF4-FFF2-40B4-BE49-F238E27FC236}">
                <a16:creationId xmlns:a16="http://schemas.microsoft.com/office/drawing/2014/main" id="{47FC7A12-0635-42C8-9AF2-27252D1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9AAC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1" name="space-time-samples-4-2">
            <a:extLst xmlns:a="http://schemas.openxmlformats.org/drawingml/2006/main">
              <a:ext uri="{FF2B5EF4-FFF2-40B4-BE49-F238E27FC236}">
                <a16:creationId xmlns:a16="http://schemas.microsoft.com/office/drawing/2014/main" id="{488AEC7E-E4B6-4982-AEE7-41FB61F9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F749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2" name="space-time-samples-4-3">
            <a:extLst xmlns:a="http://schemas.openxmlformats.org/drawingml/2006/main">
              <a:ext uri="{FF2B5EF4-FFF2-40B4-BE49-F238E27FC236}">
                <a16:creationId xmlns:a16="http://schemas.microsoft.com/office/drawing/2014/main" id="{62CD9EEA-10F7-4815-914F-6A2B2832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3779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3" name="space-time-samples-4-4">
            <a:extLst xmlns:a="http://schemas.openxmlformats.org/drawingml/2006/main">
              <a:ext uri="{FF2B5EF4-FFF2-40B4-BE49-F238E27FC236}">
                <a16:creationId xmlns:a16="http://schemas.microsoft.com/office/drawing/2014/main" id="{0567CB18-ACEE-4BDC-993E-29580F2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0AFC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4" name="space-time-samples-4-5">
            <a:extLst xmlns:a="http://schemas.openxmlformats.org/drawingml/2006/main">
              <a:ext uri="{FF2B5EF4-FFF2-40B4-BE49-F238E27FC236}">
                <a16:creationId xmlns:a16="http://schemas.microsoft.com/office/drawing/2014/main" id="{E2AE245C-4646-40B0-A11D-2A651B8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5D7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5" name="space-time-samples-4-6">
            <a:extLst xmlns:a="http://schemas.openxmlformats.org/drawingml/2006/main">
              <a:ext uri="{FF2B5EF4-FFF2-40B4-BE49-F238E27FC236}">
                <a16:creationId xmlns:a16="http://schemas.microsoft.com/office/drawing/2014/main" id="{AB300664-D243-479B-A87E-495C1A68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6" name="space-time-samples-4-7">
            <a:extLst xmlns:a="http://schemas.openxmlformats.org/drawingml/2006/main">
              <a:ext uri="{FF2B5EF4-FFF2-40B4-BE49-F238E27FC236}">
                <a16:creationId xmlns:a16="http://schemas.microsoft.com/office/drawing/2014/main" id="{2615C088-7F65-400C-94BB-EE29198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CDC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7" name="space-time-samples-4-8">
            <a:extLst xmlns:a="http://schemas.openxmlformats.org/drawingml/2006/main">
              <a:ext uri="{FF2B5EF4-FFF2-40B4-BE49-F238E27FC236}">
                <a16:creationId xmlns:a16="http://schemas.microsoft.com/office/drawing/2014/main" id="{5C1C3F20-5457-4028-9A02-DB3C8AF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BC4D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8" name="space-time-samples-4-9">
            <a:extLst xmlns:a="http://schemas.openxmlformats.org/drawingml/2006/main">
              <a:ext uri="{FF2B5EF4-FFF2-40B4-BE49-F238E27FC236}">
                <a16:creationId xmlns:a16="http://schemas.microsoft.com/office/drawing/2014/main" id="{50C41AEB-340C-4EF6-A1FD-F724776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E8BA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89" name="space-time-samples-4-10">
            <a:extLst xmlns:a="http://schemas.openxmlformats.org/drawingml/2006/main">
              <a:ext uri="{FF2B5EF4-FFF2-40B4-BE49-F238E27FC236}">
                <a16:creationId xmlns:a16="http://schemas.microsoft.com/office/drawing/2014/main" id="{9FAE9830-3FE3-4066-96B7-A5F7AA4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0" name="space-time-samples-4-11">
            <a:extLst xmlns:a="http://schemas.openxmlformats.org/drawingml/2006/main">
              <a:ext uri="{FF2B5EF4-FFF2-40B4-BE49-F238E27FC236}">
                <a16:creationId xmlns:a16="http://schemas.microsoft.com/office/drawing/2014/main" id="{41D83636-7716-40A1-99E8-BFA007DA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333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892A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1" name="space-time-samples-5-0">
            <a:extLst xmlns:a="http://schemas.openxmlformats.org/drawingml/2006/main">
              <a:ext uri="{FF2B5EF4-FFF2-40B4-BE49-F238E27FC236}">
                <a16:creationId xmlns:a16="http://schemas.microsoft.com/office/drawing/2014/main" id="{9084918F-D22A-4D61-913F-8BD3F82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8B5C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2" name="space-time-samples-5-1">
            <a:extLst xmlns:a="http://schemas.openxmlformats.org/drawingml/2006/main">
              <a:ext uri="{FF2B5EF4-FFF2-40B4-BE49-F238E27FC236}">
                <a16:creationId xmlns:a16="http://schemas.microsoft.com/office/drawing/2014/main" id="{34606BAC-7487-44F1-9DB8-B4F741E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97C9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3" name="space-time-samples-5-2">
            <a:extLst xmlns:a="http://schemas.openxmlformats.org/drawingml/2006/main">
              <a:ext uri="{FF2B5EF4-FFF2-40B4-BE49-F238E27FC236}">
                <a16:creationId xmlns:a16="http://schemas.microsoft.com/office/drawing/2014/main" id="{9861E118-32A1-4BE6-8984-83CA9515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B719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4" name="space-time-samples-5-3">
            <a:extLst xmlns:a="http://schemas.openxmlformats.org/drawingml/2006/main">
              <a:ext uri="{FF2B5EF4-FFF2-40B4-BE49-F238E27FC236}">
                <a16:creationId xmlns:a16="http://schemas.microsoft.com/office/drawing/2014/main" id="{9FD5E8F3-34DB-4D70-AA83-FBFE7AC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0A4B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5" name="space-time-samples-5-4">
            <a:extLst xmlns:a="http://schemas.openxmlformats.org/drawingml/2006/main">
              <a:ext uri="{FF2B5EF4-FFF2-40B4-BE49-F238E27FC236}">
                <a16:creationId xmlns:a16="http://schemas.microsoft.com/office/drawing/2014/main" id="{6878AC0A-1E29-453D-90AF-D992E6E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FD3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6" name="space-time-samples-5-5">
            <a:extLst xmlns:a="http://schemas.openxmlformats.org/drawingml/2006/main">
              <a:ext uri="{FF2B5EF4-FFF2-40B4-BE49-F238E27FC236}">
                <a16:creationId xmlns:a16="http://schemas.microsoft.com/office/drawing/2014/main" id="{499A77FF-5A0D-4BCD-B110-6052174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7" name="space-time-samples-5-6">
            <a:extLst xmlns:a="http://schemas.openxmlformats.org/drawingml/2006/main">
              <a:ext uri="{FF2B5EF4-FFF2-40B4-BE49-F238E27FC236}">
                <a16:creationId xmlns:a16="http://schemas.microsoft.com/office/drawing/2014/main" id="{A0694109-C938-4CF4-A213-7BA5598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8" name="space-time-samples-5-7">
            <a:extLst xmlns:a="http://schemas.openxmlformats.org/drawingml/2006/main">
              <a:ext uri="{FF2B5EF4-FFF2-40B4-BE49-F238E27FC236}">
                <a16:creationId xmlns:a16="http://schemas.microsoft.com/office/drawing/2014/main" id="{ECF52A01-3727-4D78-BE7E-66B627B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6CBD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199" name="space-time-samples-5-8">
            <a:extLst xmlns:a="http://schemas.openxmlformats.org/drawingml/2006/main">
              <a:ext uri="{FF2B5EF4-FFF2-40B4-BE49-F238E27FC236}">
                <a16:creationId xmlns:a16="http://schemas.microsoft.com/office/drawing/2014/main" id="{2FB6BD05-0421-42E4-93B5-94059A9D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D96B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0" name="space-time-samples-5-9">
            <a:extLst xmlns:a="http://schemas.openxmlformats.org/drawingml/2006/main">
              <a:ext uri="{FF2B5EF4-FFF2-40B4-BE49-F238E27FC236}">
                <a16:creationId xmlns:a16="http://schemas.microsoft.com/office/drawing/2014/main" id="{9DD28E42-F77E-4BEF-90E1-C36B42D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56D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1" name="space-time-samples-5-10">
            <a:extLst xmlns:a="http://schemas.openxmlformats.org/drawingml/2006/main">
              <a:ext uri="{FF2B5EF4-FFF2-40B4-BE49-F238E27FC236}">
                <a16:creationId xmlns:a16="http://schemas.microsoft.com/office/drawing/2014/main" id="{300AE730-09E4-4C6E-862F-A147F3F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987A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2" name="space-time-samples-5-11">
            <a:extLst xmlns:a="http://schemas.openxmlformats.org/drawingml/2006/main">
              <a:ext uri="{FF2B5EF4-FFF2-40B4-BE49-F238E27FC236}">
                <a16:creationId xmlns:a16="http://schemas.microsoft.com/office/drawing/2014/main" id="{CCE0EE99-5C77-4979-B279-E2B8117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543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7C1D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3" name="space-time-samples-6-0">
            <a:extLst xmlns:a="http://schemas.openxmlformats.org/drawingml/2006/main">
              <a:ext uri="{FF2B5EF4-FFF2-40B4-BE49-F238E27FC236}">
                <a16:creationId xmlns:a16="http://schemas.microsoft.com/office/drawing/2014/main" id="{CF59EE8F-55B6-4E9B-9FAA-93DB0AE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685A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4" name="space-time-samples-6-1">
            <a:extLst xmlns:a="http://schemas.openxmlformats.org/drawingml/2006/main">
              <a:ext uri="{FF2B5EF4-FFF2-40B4-BE49-F238E27FC236}">
                <a16:creationId xmlns:a16="http://schemas.microsoft.com/office/drawing/2014/main" id="{469DFF2C-1FD7-47BA-8223-7FC456D1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56D9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5" name="space-time-samples-6-2">
            <a:extLst xmlns:a="http://schemas.openxmlformats.org/drawingml/2006/main">
              <a:ext uri="{FF2B5EF4-FFF2-40B4-BE49-F238E27FC236}">
                <a16:creationId xmlns:a16="http://schemas.microsoft.com/office/drawing/2014/main" id="{6616A6EF-F307-4BA5-AD5B-243A1103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098B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6" name="space-time-samples-6-3">
            <a:extLst xmlns:a="http://schemas.openxmlformats.org/drawingml/2006/main">
              <a:ext uri="{FF2B5EF4-FFF2-40B4-BE49-F238E27FC236}">
                <a16:creationId xmlns:a16="http://schemas.microsoft.com/office/drawing/2014/main" id="{AFB7C588-C20B-42CC-9E15-4529C02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8CDD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7" name="space-time-samples-6-4">
            <a:extLst xmlns:a="http://schemas.openxmlformats.org/drawingml/2006/main">
              <a:ext uri="{FF2B5EF4-FFF2-40B4-BE49-F238E27FC236}">
                <a16:creationId xmlns:a16="http://schemas.microsoft.com/office/drawing/2014/main" id="{8B68A6FB-F786-47D2-B812-5D10D770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8" name="space-time-samples-6-5">
            <a:extLst xmlns:a="http://schemas.openxmlformats.org/drawingml/2006/main">
              <a:ext uri="{FF2B5EF4-FFF2-40B4-BE49-F238E27FC236}">
                <a16:creationId xmlns:a16="http://schemas.microsoft.com/office/drawing/2014/main" id="{4FEA31E2-B243-4550-87D0-908787E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09" name="space-time-samples-6-6">
            <a:extLst xmlns:a="http://schemas.openxmlformats.org/drawingml/2006/main">
              <a:ext uri="{FF2B5EF4-FFF2-40B4-BE49-F238E27FC236}">
                <a16:creationId xmlns:a16="http://schemas.microsoft.com/office/drawing/2014/main" id="{8089D712-CE49-4573-9865-2D3A9E2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ED2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0" name="space-time-samples-6-7">
            <a:extLst xmlns:a="http://schemas.openxmlformats.org/drawingml/2006/main">
              <a:ext uri="{FF2B5EF4-FFF2-40B4-BE49-F238E27FC236}">
                <a16:creationId xmlns:a16="http://schemas.microsoft.com/office/drawing/2014/main" id="{A82262CF-CA8F-41D2-A5A4-1789798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DA2B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1" name="space-time-samples-6-8">
            <a:extLst xmlns:a="http://schemas.openxmlformats.org/drawingml/2006/main">
              <a:ext uri="{FF2B5EF4-FFF2-40B4-BE49-F238E27FC236}">
                <a16:creationId xmlns:a16="http://schemas.microsoft.com/office/drawing/2014/main" id="{F887AC60-280C-40B7-A2E9-589287B8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9709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2" name="space-time-samples-6-9">
            <a:extLst xmlns:a="http://schemas.openxmlformats.org/drawingml/2006/main">
              <a:ext uri="{FF2B5EF4-FFF2-40B4-BE49-F238E27FC236}">
                <a16:creationId xmlns:a16="http://schemas.microsoft.com/office/drawing/2014/main" id="{49B7554B-813D-4817-9B4A-BA46C38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C7D9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3" name="space-time-samples-6-10">
            <a:extLst xmlns:a="http://schemas.openxmlformats.org/drawingml/2006/main">
              <a:ext uri="{FF2B5EF4-FFF2-40B4-BE49-F238E27FC236}">
                <a16:creationId xmlns:a16="http://schemas.microsoft.com/office/drawing/2014/main" id="{514B9A3D-15DA-4DFF-81D7-41AD16F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AB7C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4" name="space-time-samples-6-11">
            <a:extLst xmlns:a="http://schemas.openxmlformats.org/drawingml/2006/main">
              <a:ext uri="{FF2B5EF4-FFF2-40B4-BE49-F238E27FC236}">
                <a16:creationId xmlns:a16="http://schemas.microsoft.com/office/drawing/2014/main" id="{53DE501D-A3AA-4C2E-A2F3-584D61D6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752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15" name="visual-43">
            <a:extLst xmlns:a="http://schemas.openxmlformats.org/drawingml/2006/main">
              <a:ext uri="{FF2B5EF4-FFF2-40B4-BE49-F238E27FC236}">
                <a16:creationId xmlns:a16="http://schemas.microsoft.com/office/drawing/2014/main" id="{A6E60603-81B7-4F9F-AB64-499DF568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333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Space × time</a:t>
            </a:r>
          </a:p>
        </p:txBody>
      </p:sp>
      <p:sp>
        <p:nvSpPr>
          <p:cNvPr id="216" name="path-44">
            <a:extLst xmlns:a="http://schemas.openxmlformats.org/drawingml/2006/main">
              <a:ext uri="{FF2B5EF4-FFF2-40B4-BE49-F238E27FC236}">
                <a16:creationId xmlns:a16="http://schemas.microsoft.com/office/drawing/2014/main" id="{0A6C914F-FDAE-434B-9DB9-EEC4D7F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2743200"/>
            <a:ext cx="628650" cy="953"/>
          </a:xfrm>
          <a:custGeom xmlns:a="http://schemas.openxmlformats.org/drawingml/2006/main"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17" name="path-45">
            <a:extLst xmlns:a="http://schemas.openxmlformats.org/drawingml/2006/main">
              <a:ext uri="{FF2B5EF4-FFF2-40B4-BE49-F238E27FC236}">
                <a16:creationId xmlns:a16="http://schemas.microsoft.com/office/drawing/2014/main" id="{0ACB1936-3A34-48F5-A749-34768CB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743200"/>
            <a:ext cx="953" cy="1733550"/>
          </a:xfrm>
          <a:custGeom xmlns:a="http://schemas.openxmlformats.org/drawingml/2006/main">
            <a:pathLst>
              <a:path w="953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18" name="path-46">
            <a:extLst xmlns:a="http://schemas.openxmlformats.org/drawingml/2006/main">
              <a:ext uri="{FF2B5EF4-FFF2-40B4-BE49-F238E27FC236}">
                <a16:creationId xmlns:a16="http://schemas.microsoft.com/office/drawing/2014/main" id="{22823009-E97B-47EB-ABC4-87F13ED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6287750" cy="953"/>
          </a:xfrm>
          <a:custGeom xmlns:a="http://schemas.openxmlformats.org/drawingml/2006/main">
            <a:pathLst>
              <a:path w="16287750" h="953">
                <a:moveTo>
                  <a:pt x="16287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19" name="path-47">
            <a:extLst xmlns:a="http://schemas.openxmlformats.org/drawingml/2006/main">
              <a:ext uri="{FF2B5EF4-FFF2-40B4-BE49-F238E27FC236}">
                <a16:creationId xmlns:a16="http://schemas.microsoft.com/office/drawing/2014/main" id="{5361679E-42E4-496C-BE19-39A33EB2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953" cy="2524125"/>
          </a:xfrm>
          <a:custGeom xmlns:a="http://schemas.openxmlformats.org/drawingml/2006/main"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20" name="path-48">
            <a:extLst xmlns:a="http://schemas.openxmlformats.org/drawingml/2006/main">
              <a:ext uri="{FF2B5EF4-FFF2-40B4-BE49-F238E27FC236}">
                <a16:creationId xmlns:a16="http://schemas.microsoft.com/office/drawing/2014/main" id="{54C8AFEC-746B-4E16-B4D1-D82037B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00875"/>
            <a:ext cx="270510" cy="953"/>
          </a:xfrm>
          <a:custGeom xmlns:a="http://schemas.openxmlformats.org/drawingml/2006/main"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21" name="path-49">
            <a:extLst xmlns:a="http://schemas.openxmlformats.org/drawingml/2006/main">
              <a:ext uri="{FF2B5EF4-FFF2-40B4-BE49-F238E27FC236}">
                <a16:creationId xmlns:a16="http://schemas.microsoft.com/office/drawing/2014/main" id="{E69EBF69-FCF1-4F8D-B4A7-849DCA9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5155"/>
            <a:ext cx="114300" cy="91440"/>
          </a:xfrm>
          <a:custGeom xmlns:a="http://schemas.openxmlformats.org/drawingml/2006/main"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A8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50">
            <a:extLst xmlns:a="http://schemas.openxmlformats.org/drawingml/2006/main">
              <a:ext uri="{FF2B5EF4-FFF2-40B4-BE49-F238E27FC236}">
                <a16:creationId xmlns:a16="http://schemas.microsoft.com/office/drawing/2014/main" id="{18BB8F35-58DC-473B-B460-62A86F9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953" cy="2524125"/>
          </a:xfrm>
          <a:custGeom xmlns:a="http://schemas.openxmlformats.org/drawingml/2006/main"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23" name="path-51">
            <a:extLst xmlns:a="http://schemas.openxmlformats.org/drawingml/2006/main">
              <a:ext uri="{FF2B5EF4-FFF2-40B4-BE49-F238E27FC236}">
                <a16:creationId xmlns:a16="http://schemas.microsoft.com/office/drawing/2014/main" id="{5B0C82D0-149F-4535-AAD8-9F581AD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7000875"/>
            <a:ext cx="384810" cy="953"/>
          </a:xfrm>
          <a:custGeom xmlns:a="http://schemas.openxmlformats.org/drawingml/2006/main"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A879C"/>
            </a:solidFill>
            <a:prstDash val="solid"/>
          </a:ln>
        </p:spPr>
      </p:sp>
      <p:sp>
        <p:nvSpPr>
          <p:cNvPr id="224" name="path-52">
            <a:extLst xmlns:a="http://schemas.openxmlformats.org/drawingml/2006/main">
              <a:ext uri="{FF2B5EF4-FFF2-40B4-BE49-F238E27FC236}">
                <a16:creationId xmlns:a16="http://schemas.microsoft.com/office/drawing/2014/main" id="{243C3943-C96E-4762-A424-C793DC00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955155"/>
            <a:ext cx="114300" cy="91440"/>
          </a:xfrm>
          <a:custGeom xmlns:a="http://schemas.openxmlformats.org/drawingml/2006/main"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A8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visual-53">
            <a:extLst xmlns:a="http://schemas.openxmlformats.org/drawingml/2006/main">
              <a:ext uri="{FF2B5EF4-FFF2-40B4-BE49-F238E27FC236}">
                <a16:creationId xmlns:a16="http://schemas.microsoft.com/office/drawing/2014/main" id="{1A911704-901C-4DF3-B72F-FFA2916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visual-54">
            <a:extLst xmlns:a="http://schemas.openxmlformats.org/drawingml/2006/main">
              <a:ext uri="{FF2B5EF4-FFF2-40B4-BE49-F238E27FC236}">
                <a16:creationId xmlns:a16="http://schemas.microsoft.com/office/drawing/2014/main" id="{E169971F-29A9-44B3-9E37-B2A7B2B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571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visual-55">
            <a:extLst xmlns:a="http://schemas.openxmlformats.org/drawingml/2006/main">
              <a:ext uri="{FF2B5EF4-FFF2-40B4-BE49-F238E27FC236}">
                <a16:creationId xmlns:a16="http://schemas.microsoft.com/office/drawing/2014/main" id="{81C5C05C-FBA1-4EBA-8479-DD0543F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957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 interval</a:t>
            </a:r>
          </a:p>
        </p:txBody>
      </p:sp>
      <p:sp>
        <p:nvSpPr>
          <p:cNvPr id="228" name="visual-56">
            <a:extLst xmlns:a="http://schemas.openxmlformats.org/drawingml/2006/main">
              <a:ext uri="{FF2B5EF4-FFF2-40B4-BE49-F238E27FC236}">
                <a16:creationId xmlns:a16="http://schemas.microsoft.com/office/drawing/2014/main" id="{7AA8F355-325C-4B9F-BC92-07C4EE59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0"/>
            <a:ext cx="2428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visual-57">
            <a:extLst xmlns:a="http://schemas.openxmlformats.org/drawingml/2006/main">
              <a:ext uri="{FF2B5EF4-FFF2-40B4-BE49-F238E27FC236}">
                <a16:creationId xmlns:a16="http://schemas.microsoft.com/office/drawing/2014/main" id="{94F09185-81E7-4431-AA79-0D4643D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957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Data interval</a:t>
            </a:r>
          </a:p>
        </p:txBody>
      </p:sp>
      <p:sp>
        <p:nvSpPr>
          <p:cNvPr id="230" name="visual-58">
            <a:extLst xmlns:a="http://schemas.openxmlformats.org/drawingml/2006/main">
              <a:ext uri="{FF2B5EF4-FFF2-40B4-BE49-F238E27FC236}">
                <a16:creationId xmlns:a16="http://schemas.microsoft.com/office/drawing/2014/main" id="{B9129144-49FE-4B59-A6A8-FAD9DFE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702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   Learn the channel</a:t>
            </a:r>
          </a:p>
        </p:txBody>
      </p:sp>
      <p:sp>
        <p:nvSpPr>
          <p:cNvPr id="231" name="visual-59">
            <a:extLst xmlns:a="http://schemas.openxmlformats.org/drawingml/2006/main">
              <a:ext uri="{FF2B5EF4-FFF2-40B4-BE49-F238E27FC236}">
                <a16:creationId xmlns:a16="http://schemas.microsoft.com/office/drawing/2014/main" id="{8C2A8DAD-DD80-452A-8356-9B31D5B7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702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Pilot-guided direction and gain estimation</a:t>
            </a:r>
          </a:p>
        </p:txBody>
      </p:sp>
      <p:sp>
        <p:nvSpPr>
          <p:cNvPr id="232" name="visual-60">
            <a:extLst xmlns:a="http://schemas.openxmlformats.org/drawingml/2006/main">
              <a:ext uri="{FF2B5EF4-FFF2-40B4-BE49-F238E27FC236}">
                <a16:creationId xmlns:a16="http://schemas.microsoft.com/office/drawing/2014/main" id="{20E92FE1-08CB-417E-A92D-6D4ACDE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81725"/>
            <a:ext cx="124777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9E2"/>
            </a:solidFill>
            <a:prstDash val="solid"/>
          </a:ln>
        </p:spPr>
      </p:sp>
      <p:sp>
        <p:nvSpPr>
          <p:cNvPr id="233" name="pilot-pattern-0-0">
            <a:extLst xmlns:a="http://schemas.openxmlformats.org/drawingml/2006/main">
              <a:ext uri="{FF2B5EF4-FFF2-40B4-BE49-F238E27FC236}">
                <a16:creationId xmlns:a16="http://schemas.microsoft.com/office/drawing/2014/main" id="{E4CEE99F-588A-43E0-BCAB-9DF1B509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248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0B0C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4" name="pilot-pattern-0-1">
            <a:extLst xmlns:a="http://schemas.openxmlformats.org/drawingml/2006/main">
              <a:ext uri="{FF2B5EF4-FFF2-40B4-BE49-F238E27FC236}">
                <a16:creationId xmlns:a16="http://schemas.microsoft.com/office/drawing/2014/main" id="{CC5F18C5-89AA-4BA6-9007-E8F26ED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48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5D7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5" name="pilot-pattern-0-2">
            <a:extLst xmlns:a="http://schemas.openxmlformats.org/drawingml/2006/main">
              <a:ext uri="{FF2B5EF4-FFF2-40B4-BE49-F238E27FC236}">
                <a16:creationId xmlns:a16="http://schemas.microsoft.com/office/drawing/2014/main" id="{23064551-A4AB-470F-AEC5-96DE2CF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248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6" name="pilot-pattern-0-3">
            <a:extLst xmlns:a="http://schemas.openxmlformats.org/drawingml/2006/main">
              <a:ext uri="{FF2B5EF4-FFF2-40B4-BE49-F238E27FC236}">
                <a16:creationId xmlns:a16="http://schemas.microsoft.com/office/drawing/2014/main" id="{8CB2530F-19D7-4935-8C42-2D7437D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48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C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7" name="pilot-pattern-0-4">
            <a:extLst xmlns:a="http://schemas.openxmlformats.org/drawingml/2006/main">
              <a:ext uri="{FF2B5EF4-FFF2-40B4-BE49-F238E27FC236}">
                <a16:creationId xmlns:a16="http://schemas.microsoft.com/office/drawing/2014/main" id="{CA596DA4-5D21-4444-8DBB-2105702C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248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BC4D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8" name="pilot-pattern-1-0">
            <a:extLst xmlns:a="http://schemas.openxmlformats.org/drawingml/2006/main">
              <a:ext uri="{FF2B5EF4-FFF2-40B4-BE49-F238E27FC236}">
                <a16:creationId xmlns:a16="http://schemas.microsoft.com/office/drawing/2014/main" id="{6579AD0F-B0D8-470B-BE95-ABEBC7C0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4674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0D3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39" name="pilot-pattern-1-1">
            <a:extLst xmlns:a="http://schemas.openxmlformats.org/drawingml/2006/main">
              <a:ext uri="{FF2B5EF4-FFF2-40B4-BE49-F238E27FC236}">
                <a16:creationId xmlns:a16="http://schemas.microsoft.com/office/drawing/2014/main" id="{C944190F-AA3C-4B8D-AAD4-B7B08405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674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0" name="pilot-pattern-1-2">
            <a:extLst xmlns:a="http://schemas.openxmlformats.org/drawingml/2006/main">
              <a:ext uri="{FF2B5EF4-FFF2-40B4-BE49-F238E27FC236}">
                <a16:creationId xmlns:a16="http://schemas.microsoft.com/office/drawing/2014/main" id="{66826C0F-106F-4BCF-B522-DA35F515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674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1" name="pilot-pattern-1-3">
            <a:extLst xmlns:a="http://schemas.openxmlformats.org/drawingml/2006/main">
              <a:ext uri="{FF2B5EF4-FFF2-40B4-BE49-F238E27FC236}">
                <a16:creationId xmlns:a16="http://schemas.microsoft.com/office/drawing/2014/main" id="{3E6F5900-905E-4F72-A2C1-8D61DA1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674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6CBD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2" name="pilot-pattern-1-4">
            <a:extLst xmlns:a="http://schemas.openxmlformats.org/drawingml/2006/main">
              <a:ext uri="{FF2B5EF4-FFF2-40B4-BE49-F238E27FC236}">
                <a16:creationId xmlns:a16="http://schemas.microsoft.com/office/drawing/2014/main" id="{0A020B6C-4C99-4B6B-AC2A-CD3E13C7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4674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D96B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3" name="pilot-pattern-2-0">
            <a:extLst xmlns:a="http://schemas.openxmlformats.org/drawingml/2006/main">
              <a:ext uri="{FF2B5EF4-FFF2-40B4-BE49-F238E27FC236}">
                <a16:creationId xmlns:a16="http://schemas.microsoft.com/office/drawing/2014/main" id="{5BFCFC39-99A2-433D-822B-E493CC2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686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4" name="pilot-pattern-2-1">
            <a:extLst xmlns:a="http://schemas.openxmlformats.org/drawingml/2006/main">
              <a:ext uri="{FF2B5EF4-FFF2-40B4-BE49-F238E27FC236}">
                <a16:creationId xmlns:a16="http://schemas.microsoft.com/office/drawing/2014/main" id="{F762E561-3880-493D-A7DD-405F4C3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86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5" name="pilot-pattern-2-2">
            <a:extLst xmlns:a="http://schemas.openxmlformats.org/drawingml/2006/main">
              <a:ext uri="{FF2B5EF4-FFF2-40B4-BE49-F238E27FC236}">
                <a16:creationId xmlns:a16="http://schemas.microsoft.com/office/drawing/2014/main" id="{8D6AD49C-D5EC-441E-8AB9-9EF23F31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686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ED1D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6" name="pilot-pattern-2-3">
            <a:extLst xmlns:a="http://schemas.openxmlformats.org/drawingml/2006/main">
              <a:ext uri="{FF2B5EF4-FFF2-40B4-BE49-F238E27FC236}">
                <a16:creationId xmlns:a16="http://schemas.microsoft.com/office/drawing/2014/main" id="{35F826DC-CC08-45CF-BDE7-B3A797B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86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DA1B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7" name="pilot-pattern-2-4">
            <a:extLst xmlns:a="http://schemas.openxmlformats.org/drawingml/2006/main">
              <a:ext uri="{FF2B5EF4-FFF2-40B4-BE49-F238E27FC236}">
                <a16:creationId xmlns:a16="http://schemas.microsoft.com/office/drawing/2014/main" id="{4B432604-F8BD-40D9-A599-EF4A992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6865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9709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8" name="pilot-pattern-3-0">
            <a:extLst xmlns:a="http://schemas.openxmlformats.org/drawingml/2006/main">
              <a:ext uri="{FF2B5EF4-FFF2-40B4-BE49-F238E27FC236}">
                <a16:creationId xmlns:a16="http://schemas.microsoft.com/office/drawing/2014/main" id="{C3E07B14-DCC1-45CB-85FE-3DCD225C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905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49" name="pilot-pattern-3-1">
            <a:extLst xmlns:a="http://schemas.openxmlformats.org/drawingml/2006/main">
              <a:ext uri="{FF2B5EF4-FFF2-40B4-BE49-F238E27FC236}">
                <a16:creationId xmlns:a16="http://schemas.microsoft.com/office/drawing/2014/main" id="{36D552E1-D48F-4BA6-8D4A-584E25C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05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4D6E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0" name="pilot-pattern-3-2">
            <a:extLst xmlns:a="http://schemas.openxmlformats.org/drawingml/2006/main">
              <a:ext uri="{FF2B5EF4-FFF2-40B4-BE49-F238E27FC236}">
                <a16:creationId xmlns:a16="http://schemas.microsoft.com/office/drawing/2014/main" id="{B58EA1FB-08DD-47F7-B246-BABCBEB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905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CADC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1" name="pilot-pattern-3-3">
            <a:extLst xmlns:a="http://schemas.openxmlformats.org/drawingml/2006/main">
              <a:ext uri="{FF2B5EF4-FFF2-40B4-BE49-F238E27FC236}">
                <a16:creationId xmlns:a16="http://schemas.microsoft.com/office/drawing/2014/main" id="{7309C14C-2013-4DA3-B1FC-8E09160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05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1769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2" name="pilot-pattern-3-4">
            <a:extLst xmlns:a="http://schemas.openxmlformats.org/drawingml/2006/main">
              <a:ext uri="{FF2B5EF4-FFF2-40B4-BE49-F238E27FC236}">
                <a16:creationId xmlns:a16="http://schemas.microsoft.com/office/drawing/2014/main" id="{DDA9E640-027F-43CE-BE73-83F2283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9056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1759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3" name="pilot-pattern-4-0">
            <a:extLst xmlns:a="http://schemas.openxmlformats.org/drawingml/2006/main">
              <a:ext uri="{FF2B5EF4-FFF2-40B4-BE49-F238E27FC236}">
                <a16:creationId xmlns:a16="http://schemas.microsoft.com/office/drawing/2014/main" id="{F98E67AE-D0D0-400B-9619-47FBA07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7124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9D9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4" name="pilot-pattern-4-1">
            <a:extLst xmlns:a="http://schemas.openxmlformats.org/drawingml/2006/main">
              <a:ext uri="{FF2B5EF4-FFF2-40B4-BE49-F238E27FC236}">
                <a16:creationId xmlns:a16="http://schemas.microsoft.com/office/drawing/2014/main" id="{FEA94093-CDCE-4A1C-B682-4D5A3E43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124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BB8C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5" name="pilot-pattern-4-2">
            <a:extLst xmlns:a="http://schemas.openxmlformats.org/drawingml/2006/main">
              <a:ext uri="{FF2B5EF4-FFF2-40B4-BE49-F238E27FC236}">
                <a16:creationId xmlns:a16="http://schemas.microsoft.com/office/drawing/2014/main" id="{9647E4B1-BE67-4277-A5D4-9231025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7124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C7E9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6" name="pilot-pattern-4-3">
            <a:extLst xmlns:a="http://schemas.openxmlformats.org/drawingml/2006/main">
              <a:ext uri="{FF2B5EF4-FFF2-40B4-BE49-F238E27FC236}">
                <a16:creationId xmlns:a16="http://schemas.microsoft.com/office/drawing/2014/main" id="{7516D69C-7362-46B4-B48A-67342BC2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124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9709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7" name="pilot-pattern-4-4">
            <a:extLst xmlns:a="http://schemas.openxmlformats.org/drawingml/2006/main">
              <a:ext uri="{FF2B5EF4-FFF2-40B4-BE49-F238E27FC236}">
                <a16:creationId xmlns:a16="http://schemas.microsoft.com/office/drawing/2014/main" id="{5EFA9A2E-1CC8-430C-942F-71804CA7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1247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CA1B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58" name="visual-61">
            <a:extLst xmlns:a="http://schemas.openxmlformats.org/drawingml/2006/main">
              <a:ext uri="{FF2B5EF4-FFF2-40B4-BE49-F238E27FC236}">
                <a16:creationId xmlns:a16="http://schemas.microsoft.com/office/drawing/2014/main" id="{A79A99EB-8836-4BBE-A5CA-EFADB82C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15075"/>
            <a:ext cx="124777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9E2"/>
            </a:solidFill>
            <a:prstDash val="solid"/>
          </a:ln>
        </p:spPr>
      </p:sp>
      <p:sp>
        <p:nvSpPr>
          <p:cNvPr id="259" name="pilot-pattern-0-0">
            <a:extLst xmlns:a="http://schemas.openxmlformats.org/drawingml/2006/main">
              <a:ext uri="{FF2B5EF4-FFF2-40B4-BE49-F238E27FC236}">
                <a16:creationId xmlns:a16="http://schemas.microsoft.com/office/drawing/2014/main" id="{059E35E1-110E-4201-9424-2921CD3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381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282A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0" name="pilot-pattern-0-1">
            <a:extLst xmlns:a="http://schemas.openxmlformats.org/drawingml/2006/main">
              <a:ext uri="{FF2B5EF4-FFF2-40B4-BE49-F238E27FC236}">
                <a16:creationId xmlns:a16="http://schemas.microsoft.com/office/drawing/2014/main" id="{A8801B24-043A-405F-90DF-7560AB46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1BCC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1" name="pilot-pattern-0-2">
            <a:extLst xmlns:a="http://schemas.openxmlformats.org/drawingml/2006/main">
              <a:ext uri="{FF2B5EF4-FFF2-40B4-BE49-F238E27FC236}">
                <a16:creationId xmlns:a16="http://schemas.microsoft.com/office/drawing/2014/main" id="{61629242-0E09-49B7-9E48-B6D3B87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381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ADA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2" name="pilot-pattern-0-3">
            <a:extLst xmlns:a="http://schemas.openxmlformats.org/drawingml/2006/main">
              <a:ext uri="{FF2B5EF4-FFF2-40B4-BE49-F238E27FC236}">
                <a16:creationId xmlns:a16="http://schemas.microsoft.com/office/drawing/2014/main" id="{DC86DCC6-BC1E-40D5-81C7-EAB88888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381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3" name="pilot-pattern-0-4">
            <a:extLst xmlns:a="http://schemas.openxmlformats.org/drawingml/2006/main">
              <a:ext uri="{FF2B5EF4-FFF2-40B4-BE49-F238E27FC236}">
                <a16:creationId xmlns:a16="http://schemas.microsoft.com/office/drawing/2014/main" id="{DBA54D0C-F6BB-4F52-A803-DA17BE74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3817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9D9E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4" name="pilot-pattern-1-0">
            <a:extLst xmlns:a="http://schemas.openxmlformats.org/drawingml/2006/main">
              <a:ext uri="{FF2B5EF4-FFF2-40B4-BE49-F238E27FC236}">
                <a16:creationId xmlns:a16="http://schemas.microsoft.com/office/drawing/2014/main" id="{2C9F6E9E-819C-4BF4-9006-81A1A6C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6008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3B2C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5" name="pilot-pattern-1-1">
            <a:extLst xmlns:a="http://schemas.openxmlformats.org/drawingml/2006/main">
              <a:ext uri="{FF2B5EF4-FFF2-40B4-BE49-F238E27FC236}">
                <a16:creationId xmlns:a16="http://schemas.microsoft.com/office/drawing/2014/main" id="{B2FAA389-1D6F-4131-A0FE-75C4BF9A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008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6D8E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6" name="pilot-pattern-1-2">
            <a:extLst xmlns:a="http://schemas.openxmlformats.org/drawingml/2006/main">
              <a:ext uri="{FF2B5EF4-FFF2-40B4-BE49-F238E27FC236}">
                <a16:creationId xmlns:a16="http://schemas.microsoft.com/office/drawing/2014/main" id="{DF658857-37FF-487A-B2CA-222A5228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6008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7" name="pilot-pattern-1-3">
            <a:extLst xmlns:a="http://schemas.openxmlformats.org/drawingml/2006/main">
              <a:ext uri="{FF2B5EF4-FFF2-40B4-BE49-F238E27FC236}">
                <a16:creationId xmlns:a16="http://schemas.microsoft.com/office/drawing/2014/main" id="{4480CDB3-9AD6-4BB4-8339-B69A771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6008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8" name="pilot-pattern-1-4">
            <a:extLst xmlns:a="http://schemas.openxmlformats.org/drawingml/2006/main">
              <a:ext uri="{FF2B5EF4-FFF2-40B4-BE49-F238E27FC236}">
                <a16:creationId xmlns:a16="http://schemas.microsoft.com/office/drawing/2014/main" id="{2D8A65E1-68EE-4086-93C1-D63A470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6008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9C2D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69" name="pilot-pattern-2-0">
            <a:extLst xmlns:a="http://schemas.openxmlformats.org/drawingml/2006/main">
              <a:ext uri="{FF2B5EF4-FFF2-40B4-BE49-F238E27FC236}">
                <a16:creationId xmlns:a16="http://schemas.microsoft.com/office/drawing/2014/main" id="{09D2005C-CBEE-4BB5-B9BA-C0494FE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819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1D4D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0" name="pilot-pattern-2-1">
            <a:extLst xmlns:a="http://schemas.openxmlformats.org/drawingml/2006/main">
              <a:ext uri="{FF2B5EF4-FFF2-40B4-BE49-F238E27FC236}">
                <a16:creationId xmlns:a16="http://schemas.microsoft.com/office/drawing/2014/main" id="{979AC02C-1453-4589-AEC6-359A9C64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9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1" name="pilot-pattern-2-2">
            <a:extLst xmlns:a="http://schemas.openxmlformats.org/drawingml/2006/main">
              <a:ext uri="{FF2B5EF4-FFF2-40B4-BE49-F238E27FC236}">
                <a16:creationId xmlns:a16="http://schemas.microsoft.com/office/drawing/2014/main" id="{6C5CD91C-DD9B-41EC-BB71-11DFFF93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819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2" name="pilot-pattern-2-3">
            <a:extLst xmlns:a="http://schemas.openxmlformats.org/drawingml/2006/main">
              <a:ext uri="{FF2B5EF4-FFF2-40B4-BE49-F238E27FC236}">
                <a16:creationId xmlns:a16="http://schemas.microsoft.com/office/drawing/2014/main" id="{A649F092-1F3F-4BDB-94CF-C700BE2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819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4CAD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3" name="pilot-pattern-2-4">
            <a:extLst xmlns:a="http://schemas.openxmlformats.org/drawingml/2006/main">
              <a:ext uri="{FF2B5EF4-FFF2-40B4-BE49-F238E27FC236}">
                <a16:creationId xmlns:a16="http://schemas.microsoft.com/office/drawing/2014/main" id="{66C5ED67-3D35-4158-80F8-C1DEE74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819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A94A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4" name="pilot-pattern-3-0">
            <a:extLst xmlns:a="http://schemas.openxmlformats.org/drawingml/2006/main">
              <a:ext uri="{FF2B5EF4-FFF2-40B4-BE49-F238E27FC236}">
                <a16:creationId xmlns:a16="http://schemas.microsoft.com/office/drawing/2014/main" id="{408864A8-6E82-4A4C-9C8E-75DB6771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038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5" name="pilot-pattern-3-1">
            <a:extLst xmlns:a="http://schemas.openxmlformats.org/drawingml/2006/main">
              <a:ext uri="{FF2B5EF4-FFF2-40B4-BE49-F238E27FC236}">
                <a16:creationId xmlns:a16="http://schemas.microsoft.com/office/drawing/2014/main" id="{7AE1BE9F-E0C8-447C-83E4-A6DAB1C3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38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6" name="pilot-pattern-3-2">
            <a:extLst xmlns:a="http://schemas.openxmlformats.org/drawingml/2006/main">
              <a:ext uri="{FF2B5EF4-FFF2-40B4-BE49-F238E27FC236}">
                <a16:creationId xmlns:a16="http://schemas.microsoft.com/office/drawing/2014/main" id="{1B4E8F0E-EDBC-4A80-BCBA-3250FD9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7038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DD0D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7" name="pilot-pattern-3-3">
            <a:extLst xmlns:a="http://schemas.openxmlformats.org/drawingml/2006/main">
              <a:ext uri="{FF2B5EF4-FFF2-40B4-BE49-F238E27FC236}">
                <a16:creationId xmlns:a16="http://schemas.microsoft.com/office/drawing/2014/main" id="{00620CF7-21CB-4E7D-BEDE-5E83BB5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038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A9FB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8" name="pilot-pattern-3-4">
            <a:extLst xmlns:a="http://schemas.openxmlformats.org/drawingml/2006/main">
              <a:ext uri="{FF2B5EF4-FFF2-40B4-BE49-F238E27FC236}">
                <a16:creationId xmlns:a16="http://schemas.microsoft.com/office/drawing/2014/main" id="{67D3F426-149D-4292-A291-A3D0BBEE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0389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86F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79" name="pilot-pattern-4-0">
            <a:extLst xmlns:a="http://schemas.openxmlformats.org/drawingml/2006/main">
              <a:ext uri="{FF2B5EF4-FFF2-40B4-BE49-F238E27FC236}">
                <a16:creationId xmlns:a16="http://schemas.microsoft.com/office/drawing/2014/main" id="{3B31FD55-D3A9-4B56-8E9D-D9F3CDC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258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0" name="pilot-pattern-4-1">
            <a:extLst xmlns:a="http://schemas.openxmlformats.org/drawingml/2006/main">
              <a:ext uri="{FF2B5EF4-FFF2-40B4-BE49-F238E27FC236}">
                <a16:creationId xmlns:a16="http://schemas.microsoft.com/office/drawing/2014/main" id="{E170D403-0A96-4954-86BB-6E462A6A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58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3D5E1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1" name="pilot-pattern-4-2">
            <a:extLst xmlns:a="http://schemas.openxmlformats.org/drawingml/2006/main">
              <a:ext uri="{FF2B5EF4-FFF2-40B4-BE49-F238E27FC236}">
                <a16:creationId xmlns:a16="http://schemas.microsoft.com/office/drawing/2014/main" id="{0870A2B9-B6B0-413D-B26D-98419083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7258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AABC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2" name="pilot-pattern-4-3">
            <a:extLst xmlns:a="http://schemas.openxmlformats.org/drawingml/2006/main">
              <a:ext uri="{FF2B5EF4-FFF2-40B4-BE49-F238E27FC236}">
                <a16:creationId xmlns:a16="http://schemas.microsoft.com/office/drawing/2014/main" id="{A10BD6A1-2E43-4A70-8826-6264C1C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258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F749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3" name="pilot-pattern-4-4">
            <a:extLst xmlns:a="http://schemas.openxmlformats.org/drawingml/2006/main">
              <a:ext uri="{FF2B5EF4-FFF2-40B4-BE49-F238E27FC236}">
                <a16:creationId xmlns:a16="http://schemas.microsoft.com/office/drawing/2014/main" id="{E13E5188-E6A4-40A7-9BD7-1A191582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258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37798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4" name="visual-62">
            <a:extLst xmlns:a="http://schemas.openxmlformats.org/drawingml/2006/main">
              <a:ext uri="{FF2B5EF4-FFF2-40B4-BE49-F238E27FC236}">
                <a16:creationId xmlns:a16="http://schemas.microsoft.com/office/drawing/2014/main" id="{9BB4CA38-3CEA-45D5-991F-6477E93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48425"/>
            <a:ext cx="124777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6788E"/>
            </a:solidFill>
            <a:prstDash val="solid"/>
          </a:ln>
        </p:spPr>
      </p:sp>
      <p:sp>
        <p:nvSpPr>
          <p:cNvPr id="285" name="pilot-pattern-0-0">
            <a:extLst xmlns:a="http://schemas.openxmlformats.org/drawingml/2006/main">
              <a:ext uri="{FF2B5EF4-FFF2-40B4-BE49-F238E27FC236}">
                <a16:creationId xmlns:a16="http://schemas.microsoft.com/office/drawing/2014/main" id="{184920C2-A771-4F19-A821-E371629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5151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6" name="pilot-pattern-0-1">
            <a:extLst xmlns:a="http://schemas.openxmlformats.org/drawingml/2006/main">
              <a:ext uri="{FF2B5EF4-FFF2-40B4-BE49-F238E27FC236}">
                <a16:creationId xmlns:a16="http://schemas.microsoft.com/office/drawing/2014/main" id="{1DE41903-17C1-4B89-A71A-DF44192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5151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38EAA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7" name="pilot-pattern-0-2">
            <a:extLst xmlns:a="http://schemas.openxmlformats.org/drawingml/2006/main">
              <a:ext uri="{FF2B5EF4-FFF2-40B4-BE49-F238E27FC236}">
                <a16:creationId xmlns:a16="http://schemas.microsoft.com/office/drawing/2014/main" id="{DC88AD7B-81D9-419D-BFFB-BE9AB75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5151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FC6D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8" name="pilot-pattern-0-3">
            <a:extLst xmlns:a="http://schemas.openxmlformats.org/drawingml/2006/main">
              <a:ext uri="{FF2B5EF4-FFF2-40B4-BE49-F238E27FC236}">
                <a16:creationId xmlns:a16="http://schemas.microsoft.com/office/drawing/2014/main" id="{DA066140-83AD-4210-A5F5-2C72A6C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5151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C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89" name="pilot-pattern-0-4">
            <a:extLst xmlns:a="http://schemas.openxmlformats.org/drawingml/2006/main">
              <a:ext uri="{FF2B5EF4-FFF2-40B4-BE49-F238E27FC236}">
                <a16:creationId xmlns:a16="http://schemas.microsoft.com/office/drawing/2014/main" id="{613EB2F2-CE91-4747-8F7A-97B609E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0" name="pilot-pattern-1-0">
            <a:extLst xmlns:a="http://schemas.openxmlformats.org/drawingml/2006/main">
              <a:ext uri="{FF2B5EF4-FFF2-40B4-BE49-F238E27FC236}">
                <a16:creationId xmlns:a16="http://schemas.microsoft.com/office/drawing/2014/main" id="{8EA2FA23-1338-44FD-AC06-0B83066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734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484A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1" name="pilot-pattern-1-1">
            <a:extLst xmlns:a="http://schemas.openxmlformats.org/drawingml/2006/main">
              <a:ext uri="{FF2B5EF4-FFF2-40B4-BE49-F238E27FC236}">
                <a16:creationId xmlns:a16="http://schemas.microsoft.com/office/drawing/2014/main" id="{EB455E02-51A1-4DA0-BC88-6BC8047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734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3BEC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2" name="pilot-pattern-1-2">
            <a:extLst xmlns:a="http://schemas.openxmlformats.org/drawingml/2006/main">
              <a:ext uri="{FF2B5EF4-FFF2-40B4-BE49-F238E27FC236}">
                <a16:creationId xmlns:a16="http://schemas.microsoft.com/office/drawing/2014/main" id="{4E9EEC26-D41A-4689-AFD7-1EE59B4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734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A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3" name="pilot-pattern-1-3">
            <a:extLst xmlns:a="http://schemas.openxmlformats.org/drawingml/2006/main">
              <a:ext uri="{FF2B5EF4-FFF2-40B4-BE49-F238E27FC236}">
                <a16:creationId xmlns:a16="http://schemas.microsoft.com/office/drawing/2014/main" id="{F296FD74-0C17-44BB-A96A-78EE19C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34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4" name="pilot-pattern-1-4">
            <a:extLst xmlns:a="http://schemas.openxmlformats.org/drawingml/2006/main">
              <a:ext uri="{FF2B5EF4-FFF2-40B4-BE49-F238E27FC236}">
                <a16:creationId xmlns:a16="http://schemas.microsoft.com/office/drawing/2014/main" id="{77EFBE4E-871C-4E4C-B2FB-3727FA8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7341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5" name="pilot-pattern-2-0">
            <a:extLst xmlns:a="http://schemas.openxmlformats.org/drawingml/2006/main">
              <a:ext uri="{FF2B5EF4-FFF2-40B4-BE49-F238E27FC236}">
                <a16:creationId xmlns:a16="http://schemas.microsoft.com/office/drawing/2014/main" id="{F0414C57-74A9-4A56-BB6E-EA163B32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953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5B4C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6" name="pilot-pattern-2-1">
            <a:extLst xmlns:a="http://schemas.openxmlformats.org/drawingml/2006/main">
              <a:ext uri="{FF2B5EF4-FFF2-40B4-BE49-F238E27FC236}">
                <a16:creationId xmlns:a16="http://schemas.microsoft.com/office/drawing/2014/main" id="{BF4E3C88-2986-47CE-916A-FAACE34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953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7D8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7" name="pilot-pattern-2-2">
            <a:extLst xmlns:a="http://schemas.openxmlformats.org/drawingml/2006/main">
              <a:ext uri="{FF2B5EF4-FFF2-40B4-BE49-F238E27FC236}">
                <a16:creationId xmlns:a16="http://schemas.microsoft.com/office/drawing/2014/main" id="{8A30CA87-AA1D-4437-A3AE-F567E4AC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953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8" name="pilot-pattern-2-3">
            <a:extLst xmlns:a="http://schemas.openxmlformats.org/drawingml/2006/main">
              <a:ext uri="{FF2B5EF4-FFF2-40B4-BE49-F238E27FC236}">
                <a16:creationId xmlns:a16="http://schemas.microsoft.com/office/drawing/2014/main" id="{2B83A60F-FE59-41B6-A38A-5D3EF990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53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299" name="pilot-pattern-2-4">
            <a:extLst xmlns:a="http://schemas.openxmlformats.org/drawingml/2006/main">
              <a:ext uri="{FF2B5EF4-FFF2-40B4-BE49-F238E27FC236}">
                <a16:creationId xmlns:a16="http://schemas.microsoft.com/office/drawing/2014/main" id="{8AEE7A97-40FD-4761-A2E3-B5EFDE18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9532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7C0D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0" name="pilot-pattern-3-0">
            <a:extLst xmlns:a="http://schemas.openxmlformats.org/drawingml/2006/main">
              <a:ext uri="{FF2B5EF4-FFF2-40B4-BE49-F238E27FC236}">
                <a16:creationId xmlns:a16="http://schemas.microsoft.com/office/drawing/2014/main" id="{17A2A9A1-B388-4A4A-ADEB-98E9B80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172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2D4E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1" name="pilot-pattern-3-1">
            <a:extLst xmlns:a="http://schemas.openxmlformats.org/drawingml/2006/main">
              <a:ext uri="{FF2B5EF4-FFF2-40B4-BE49-F238E27FC236}">
                <a16:creationId xmlns:a16="http://schemas.microsoft.com/office/drawing/2014/main" id="{5817F9ED-58BD-485D-8072-9C8AA12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72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2" name="pilot-pattern-3-2">
            <a:extLst xmlns:a="http://schemas.openxmlformats.org/drawingml/2006/main">
              <a:ext uri="{FF2B5EF4-FFF2-40B4-BE49-F238E27FC236}">
                <a16:creationId xmlns:a16="http://schemas.microsoft.com/office/drawing/2014/main" id="{6A3BD8D7-18D2-4669-A1BC-C9260A0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172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3" name="pilot-pattern-3-3">
            <a:extLst xmlns:a="http://schemas.openxmlformats.org/drawingml/2006/main">
              <a:ext uri="{FF2B5EF4-FFF2-40B4-BE49-F238E27FC236}">
                <a16:creationId xmlns:a16="http://schemas.microsoft.com/office/drawing/2014/main" id="{802F1F38-557A-4E6F-960A-63646DE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72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2C9D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4" name="pilot-pattern-3-4">
            <a:extLst xmlns:a="http://schemas.openxmlformats.org/drawingml/2006/main">
              <a:ext uri="{FF2B5EF4-FFF2-40B4-BE49-F238E27FC236}">
                <a16:creationId xmlns:a16="http://schemas.microsoft.com/office/drawing/2014/main" id="{5C391861-2796-4070-A376-27077E1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172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791A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5" name="pilot-pattern-4-0">
            <a:extLst xmlns:a="http://schemas.openxmlformats.org/drawingml/2006/main">
              <a:ext uri="{FF2B5EF4-FFF2-40B4-BE49-F238E27FC236}">
                <a16:creationId xmlns:a16="http://schemas.microsoft.com/office/drawing/2014/main" id="{364C93C2-A0B7-476E-9578-3572376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391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6" name="pilot-pattern-4-1">
            <a:extLst xmlns:a="http://schemas.openxmlformats.org/drawingml/2006/main">
              <a:ext uri="{FF2B5EF4-FFF2-40B4-BE49-F238E27FC236}">
                <a16:creationId xmlns:a16="http://schemas.microsoft.com/office/drawing/2014/main" id="{193B5AD4-C1BC-4F1C-9898-BEE88F7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391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7" name="pilot-pattern-4-2">
            <a:extLst xmlns:a="http://schemas.openxmlformats.org/drawingml/2006/main">
              <a:ext uri="{FF2B5EF4-FFF2-40B4-BE49-F238E27FC236}">
                <a16:creationId xmlns:a16="http://schemas.microsoft.com/office/drawing/2014/main" id="{1C6FD65E-D5B5-4AE7-91E1-B2B3735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391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BCFD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8" name="pilot-pattern-4-3">
            <a:extLst xmlns:a="http://schemas.openxmlformats.org/drawingml/2006/main">
              <a:ext uri="{FF2B5EF4-FFF2-40B4-BE49-F238E27FC236}">
                <a16:creationId xmlns:a16="http://schemas.microsoft.com/office/drawing/2014/main" id="{405FAD99-5069-4C36-9945-69C7C5B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391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79DB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09" name="pilot-pattern-4-4">
            <a:extLst xmlns:a="http://schemas.openxmlformats.org/drawingml/2006/main">
              <a:ext uri="{FF2B5EF4-FFF2-40B4-BE49-F238E27FC236}">
                <a16:creationId xmlns:a16="http://schemas.microsoft.com/office/drawing/2014/main" id="{12F5AB90-F600-43E3-9303-CDDF25D0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3914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76E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10" name="visual-63">
            <a:extLst xmlns:a="http://schemas.openxmlformats.org/drawingml/2006/main">
              <a:ext uri="{FF2B5EF4-FFF2-40B4-BE49-F238E27FC236}">
                <a16:creationId xmlns:a16="http://schemas.microsoft.com/office/drawing/2014/main" id="{2CEB012E-20DA-4BEF-849C-CCABCAA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0100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Pilot patterns</a:t>
            </a:r>
          </a:p>
        </p:txBody>
      </p:sp>
      <p:sp>
        <p:nvSpPr>
          <p:cNvPr id="311" name="path-64">
            <a:extLst xmlns:a="http://schemas.openxmlformats.org/drawingml/2006/main">
              <a:ext uri="{FF2B5EF4-FFF2-40B4-BE49-F238E27FC236}">
                <a16:creationId xmlns:a16="http://schemas.microsoft.com/office/drawing/2014/main" id="{1F6AD3B8-58A3-42A6-9007-791FE067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058025"/>
            <a:ext cx="520065" cy="953"/>
          </a:xfrm>
          <a:custGeom xmlns:a="http://schemas.openxmlformats.org/drawingml/2006/main">
            <a:pathLst>
              <a:path w="520065" h="953">
                <a:moveTo>
                  <a:pt x="0" y="0"/>
                </a:moveTo>
                <a:lnTo>
                  <a:pt x="520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312" name="path-65">
            <a:extLst xmlns:a="http://schemas.openxmlformats.org/drawingml/2006/main">
              <a:ext uri="{FF2B5EF4-FFF2-40B4-BE49-F238E27FC236}">
                <a16:creationId xmlns:a16="http://schemas.microsoft.com/office/drawing/2014/main" id="{8092AEAB-F1A7-4DDC-9D4A-00959767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08495"/>
            <a:ext cx="123825" cy="99060"/>
          </a:xfrm>
          <a:custGeom xmlns:a="http://schemas.openxmlformats.org/drawingml/2006/main"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66">
            <a:extLst xmlns:a="http://schemas.openxmlformats.org/drawingml/2006/main">
              <a:ext uri="{FF2B5EF4-FFF2-40B4-BE49-F238E27FC236}">
                <a16:creationId xmlns:a16="http://schemas.microsoft.com/office/drawing/2014/main" id="{09618604-F722-4D39-BA8D-9625983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181725"/>
            <a:ext cx="800100" cy="1409700"/>
          </a:xfrm>
          <a:custGeom xmlns:a="http://schemas.openxmlformats.org/drawingml/2006/main">
            <a:pathLst>
              <a:path w="800100" h="1409700">
                <a:moveTo>
                  <a:pt x="800100" y="1409700"/>
                </a:moveTo>
                <a:lnTo>
                  <a:pt x="0" y="95250"/>
                </a:lnTo>
                <a:lnTo>
                  <a:pt x="180975" y="0"/>
                </a:lnTo>
                <a:lnTo>
                  <a:pt x="800100" y="1409700"/>
                </a:lnTo>
                <a:close/>
              </a:path>
            </a:pathLst>
          </a:custGeom>
          <a:solidFill xmlns:a="http://schemas.openxmlformats.org/drawingml/2006/main">
            <a:srgbClr val="246A96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67">
            <a:extLst xmlns:a="http://schemas.openxmlformats.org/drawingml/2006/main">
              <a:ext uri="{FF2B5EF4-FFF2-40B4-BE49-F238E27FC236}">
                <a16:creationId xmlns:a16="http://schemas.microsoft.com/office/drawing/2014/main" id="{7FA23BE9-8CDD-4725-82ED-8C1A0BF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105525"/>
            <a:ext cx="438150" cy="1485900"/>
          </a:xfrm>
          <a:custGeom xmlns:a="http://schemas.openxmlformats.org/drawingml/2006/main">
            <a:pathLst>
              <a:path w="438150" h="1485900">
                <a:moveTo>
                  <a:pt x="0" y="1485900"/>
                </a:moveTo>
                <a:lnTo>
                  <a:pt x="200025" y="0"/>
                </a:lnTo>
                <a:lnTo>
                  <a:pt x="438150" y="47625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246A96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68">
            <a:extLst xmlns:a="http://schemas.openxmlformats.org/drawingml/2006/main">
              <a:ext uri="{FF2B5EF4-FFF2-40B4-BE49-F238E27FC236}">
                <a16:creationId xmlns:a16="http://schemas.microsoft.com/office/drawing/2014/main" id="{2DE3B2A0-F58F-4652-9A03-82CF52DD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317" y="6473029"/>
            <a:ext cx="1007008" cy="1118396"/>
          </a:xfrm>
          <a:custGeom xmlns:a="http://schemas.openxmlformats.org/drawingml/2006/main">
            <a:pathLst>
              <a:path w="1007008" h="1118396">
                <a:moveTo>
                  <a:pt x="1007008" y="11183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16" name="path-69">
            <a:extLst xmlns:a="http://schemas.openxmlformats.org/drawingml/2006/main">
              <a:ext uri="{FF2B5EF4-FFF2-40B4-BE49-F238E27FC236}">
                <a16:creationId xmlns:a16="http://schemas.microsoft.com/office/drawing/2014/main" id="{87456B55-64F3-41A0-8098-9207B77B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218" y="6301431"/>
            <a:ext cx="775107" cy="1289994"/>
          </a:xfrm>
          <a:custGeom xmlns:a="http://schemas.openxmlformats.org/drawingml/2006/main">
            <a:pathLst>
              <a:path w="775107" h="1289994">
                <a:moveTo>
                  <a:pt x="775107" y="12899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17" name="path-70">
            <a:extLst xmlns:a="http://schemas.openxmlformats.org/drawingml/2006/main">
              <a:ext uri="{FF2B5EF4-FFF2-40B4-BE49-F238E27FC236}">
                <a16:creationId xmlns:a16="http://schemas.microsoft.com/office/drawing/2014/main" id="{6F12CBAC-ABAD-4A06-9213-AC568C19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294" y="6206111"/>
            <a:ext cx="588031" cy="1385314"/>
          </a:xfrm>
          <a:custGeom xmlns:a="http://schemas.openxmlformats.org/drawingml/2006/main">
            <a:pathLst>
              <a:path w="588031" h="1385314">
                <a:moveTo>
                  <a:pt x="588031" y="13853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18" name="path-71">
            <a:extLst xmlns:a="http://schemas.openxmlformats.org/drawingml/2006/main">
              <a:ext uri="{FF2B5EF4-FFF2-40B4-BE49-F238E27FC236}">
                <a16:creationId xmlns:a16="http://schemas.microsoft.com/office/drawing/2014/main" id="{A484ABA9-E756-4454-9E41-5F684187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60" y="6086704"/>
            <a:ext cx="26265" cy="1504721"/>
          </a:xfrm>
          <a:custGeom xmlns:a="http://schemas.openxmlformats.org/drawingml/2006/main">
            <a:pathLst>
              <a:path w="26265" h="1504721">
                <a:moveTo>
                  <a:pt x="26265" y="15047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19" name="path-72">
            <a:extLst xmlns:a="http://schemas.openxmlformats.org/drawingml/2006/main">
              <a:ext uri="{FF2B5EF4-FFF2-40B4-BE49-F238E27FC236}">
                <a16:creationId xmlns:a16="http://schemas.microsoft.com/office/drawing/2014/main" id="{D082385D-F65F-4073-AC8C-211BA69F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101121"/>
            <a:ext cx="209449" cy="1490304"/>
          </a:xfrm>
          <a:custGeom xmlns:a="http://schemas.openxmlformats.org/drawingml/2006/main">
            <a:pathLst>
              <a:path w="209449" h="1490304">
                <a:moveTo>
                  <a:pt x="0" y="1490304"/>
                </a:moveTo>
                <a:lnTo>
                  <a:pt x="20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20" name="path-73">
            <a:extLst xmlns:a="http://schemas.openxmlformats.org/drawingml/2006/main">
              <a:ext uri="{FF2B5EF4-FFF2-40B4-BE49-F238E27FC236}">
                <a16:creationId xmlns:a16="http://schemas.microsoft.com/office/drawing/2014/main" id="{D14B7003-E67D-45ED-BE71-3B1C665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177235"/>
            <a:ext cx="514723" cy="1414190"/>
          </a:xfrm>
          <a:custGeom xmlns:a="http://schemas.openxmlformats.org/drawingml/2006/main">
            <a:pathLst>
              <a:path w="514723" h="1414190">
                <a:moveTo>
                  <a:pt x="0" y="1414190"/>
                </a:moveTo>
                <a:lnTo>
                  <a:pt x="514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4BED0"/>
            </a:solidFill>
            <a:prstDash val="solid"/>
          </a:ln>
        </p:spPr>
      </p:sp>
      <p:sp>
        <p:nvSpPr>
          <p:cNvPr id="321" name="path-74">
            <a:extLst xmlns:a="http://schemas.openxmlformats.org/drawingml/2006/main">
              <a:ext uri="{FF2B5EF4-FFF2-40B4-BE49-F238E27FC236}">
                <a16:creationId xmlns:a16="http://schemas.microsoft.com/office/drawing/2014/main" id="{6A7C66A2-12EA-4796-BF48-CE5BCC6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502" y="6810439"/>
            <a:ext cx="1476770" cy="539629"/>
          </a:xfrm>
          <a:custGeom xmlns:a="http://schemas.openxmlformats.org/drawingml/2006/main">
            <a:pathLst>
              <a:path w="1476770" h="539629">
                <a:moveTo>
                  <a:pt x="0" y="539629"/>
                </a:moveTo>
                <a:lnTo>
                  <a:pt x="15937" y="495195"/>
                </a:lnTo>
                <a:lnTo>
                  <a:pt x="34530" y="451805"/>
                </a:lnTo>
                <a:lnTo>
                  <a:pt x="55710" y="409617"/>
                </a:lnTo>
                <a:lnTo>
                  <a:pt x="79400" y="368786"/>
                </a:lnTo>
                <a:lnTo>
                  <a:pt x="105513" y="329461"/>
                </a:lnTo>
                <a:lnTo>
                  <a:pt x="133954" y="291785"/>
                </a:lnTo>
                <a:lnTo>
                  <a:pt x="164619" y="255896"/>
                </a:lnTo>
                <a:lnTo>
                  <a:pt x="197397" y="221925"/>
                </a:lnTo>
                <a:lnTo>
                  <a:pt x="232167" y="189996"/>
                </a:lnTo>
                <a:lnTo>
                  <a:pt x="268802" y="160226"/>
                </a:lnTo>
                <a:lnTo>
                  <a:pt x="307168" y="132724"/>
                </a:lnTo>
                <a:lnTo>
                  <a:pt x="347126" y="107589"/>
                </a:lnTo>
                <a:lnTo>
                  <a:pt x="388530" y="84915"/>
                </a:lnTo>
                <a:lnTo>
                  <a:pt x="431227" y="64783"/>
                </a:lnTo>
                <a:lnTo>
                  <a:pt x="475063" y="47267"/>
                </a:lnTo>
                <a:lnTo>
                  <a:pt x="519877" y="32431"/>
                </a:lnTo>
                <a:lnTo>
                  <a:pt x="565505" y="20330"/>
                </a:lnTo>
                <a:lnTo>
                  <a:pt x="611781" y="11008"/>
                </a:lnTo>
                <a:lnTo>
                  <a:pt x="658536" y="4498"/>
                </a:lnTo>
                <a:lnTo>
                  <a:pt x="705598" y="824"/>
                </a:lnTo>
                <a:lnTo>
                  <a:pt x="752797" y="0"/>
                </a:lnTo>
                <a:lnTo>
                  <a:pt x="799959" y="2029"/>
                </a:lnTo>
                <a:lnTo>
                  <a:pt x="846912" y="6903"/>
                </a:lnTo>
                <a:lnTo>
                  <a:pt x="893486" y="14605"/>
                </a:lnTo>
                <a:lnTo>
                  <a:pt x="939508" y="25107"/>
                </a:lnTo>
                <a:lnTo>
                  <a:pt x="984813" y="38369"/>
                </a:lnTo>
                <a:lnTo>
                  <a:pt x="1029233" y="54345"/>
                </a:lnTo>
                <a:lnTo>
                  <a:pt x="1072607" y="72974"/>
                </a:lnTo>
                <a:lnTo>
                  <a:pt x="1114777" y="94190"/>
                </a:lnTo>
                <a:lnTo>
                  <a:pt x="1155588" y="117915"/>
                </a:lnTo>
                <a:lnTo>
                  <a:pt x="1194891" y="144061"/>
                </a:lnTo>
                <a:lnTo>
                  <a:pt x="1232542" y="172534"/>
                </a:lnTo>
                <a:lnTo>
                  <a:pt x="1268405" y="203230"/>
                </a:lnTo>
                <a:lnTo>
                  <a:pt x="1302348" y="236037"/>
                </a:lnTo>
                <a:lnTo>
                  <a:pt x="1334247" y="270834"/>
                </a:lnTo>
                <a:lnTo>
                  <a:pt x="1363986" y="307494"/>
                </a:lnTo>
                <a:lnTo>
                  <a:pt x="1391456" y="345884"/>
                </a:lnTo>
                <a:lnTo>
                  <a:pt x="1416556" y="385863"/>
                </a:lnTo>
                <a:lnTo>
                  <a:pt x="1439196" y="427286"/>
                </a:lnTo>
                <a:lnTo>
                  <a:pt x="1459291" y="470001"/>
                </a:lnTo>
                <a:lnTo>
                  <a:pt x="1476770" y="513851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CCD9E2"/>
            </a:solidFill>
            <a:prstDash val="solid"/>
          </a:ln>
        </p:spPr>
      </p:sp>
      <p:sp>
        <p:nvSpPr>
          <p:cNvPr id="322" name="path-75">
            <a:extLst xmlns:a="http://schemas.openxmlformats.org/drawingml/2006/main">
              <a:ext uri="{FF2B5EF4-FFF2-40B4-BE49-F238E27FC236}">
                <a16:creationId xmlns:a16="http://schemas.microsoft.com/office/drawing/2014/main" id="{98D2D173-0774-46C6-A7B9-52BCCB4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66" y="6389151"/>
            <a:ext cx="671859" cy="1202274"/>
          </a:xfrm>
          <a:custGeom xmlns:a="http://schemas.openxmlformats.org/drawingml/2006/main">
            <a:pathLst>
              <a:path w="671859" h="1202274">
                <a:moveTo>
                  <a:pt x="671859" y="12022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246A96"/>
            </a:solidFill>
            <a:prstDash val="solid"/>
          </a:ln>
        </p:spPr>
      </p:sp>
      <p:sp>
        <p:nvSpPr>
          <p:cNvPr id="323" name="path-76">
            <a:extLst xmlns:a="http://schemas.openxmlformats.org/drawingml/2006/main">
              <a:ext uri="{FF2B5EF4-FFF2-40B4-BE49-F238E27FC236}">
                <a16:creationId xmlns:a16="http://schemas.microsoft.com/office/drawing/2014/main" id="{8352B9B8-E687-49D3-AC1C-B6FFEB6E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296025"/>
            <a:ext cx="111614" cy="142427"/>
          </a:xfrm>
          <a:custGeom xmlns:a="http://schemas.openxmlformats.org/drawingml/2006/main">
            <a:pathLst>
              <a:path w="111614" h="142427">
                <a:moveTo>
                  <a:pt x="0" y="0"/>
                </a:moveTo>
                <a:lnTo>
                  <a:pt x="111614" y="90387"/>
                </a:lnTo>
                <a:lnTo>
                  <a:pt x="18488" y="142427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77">
            <a:extLst xmlns:a="http://schemas.openxmlformats.org/drawingml/2006/main">
              <a:ext uri="{FF2B5EF4-FFF2-40B4-BE49-F238E27FC236}">
                <a16:creationId xmlns:a16="http://schemas.microsoft.com/office/drawing/2014/main" id="{B053BC9D-1DE3-4CD5-8890-D9FD82A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266863"/>
            <a:ext cx="291404" cy="1324562"/>
          </a:xfrm>
          <a:custGeom xmlns:a="http://schemas.openxmlformats.org/drawingml/2006/main">
            <a:pathLst>
              <a:path w="291404" h="1324562">
                <a:moveTo>
                  <a:pt x="0" y="1324562"/>
                </a:moveTo>
                <a:lnTo>
                  <a:pt x="291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246A96"/>
            </a:solidFill>
            <a:prstDash val="solid"/>
          </a:ln>
        </p:spPr>
      </p:sp>
      <p:sp>
        <p:nvSpPr>
          <p:cNvPr id="325" name="path-78">
            <a:extLst xmlns:a="http://schemas.openxmlformats.org/drawingml/2006/main">
              <a:ext uri="{FF2B5EF4-FFF2-40B4-BE49-F238E27FC236}">
                <a16:creationId xmlns:a16="http://schemas.microsoft.com/office/drawing/2014/main" id="{813B2537-C48A-4418-ADAD-4A42F8F3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904" y="6162675"/>
            <a:ext cx="104188" cy="141696"/>
          </a:xfrm>
          <a:custGeom xmlns:a="http://schemas.openxmlformats.org/drawingml/2006/main">
            <a:pathLst>
              <a:path w="104188" h="141696">
                <a:moveTo>
                  <a:pt x="80746" y="0"/>
                </a:moveTo>
                <a:lnTo>
                  <a:pt x="104188" y="141696"/>
                </a:lnTo>
                <a:lnTo>
                  <a:pt x="0" y="118775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visual-79">
            <a:extLst xmlns:a="http://schemas.openxmlformats.org/drawingml/2006/main">
              <a:ext uri="{FF2B5EF4-FFF2-40B4-BE49-F238E27FC236}">
                <a16:creationId xmlns:a16="http://schemas.microsoft.com/office/drawing/2014/main" id="{7CD40D1A-421D-4182-8379-214F1A6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534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visual-80">
            <a:extLst xmlns:a="http://schemas.openxmlformats.org/drawingml/2006/main">
              <a:ext uri="{FF2B5EF4-FFF2-40B4-BE49-F238E27FC236}">
                <a16:creationId xmlns:a16="http://schemas.microsoft.com/office/drawing/2014/main" id="{EB983234-4B2D-419F-B325-6B971A3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7152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3"/>
          </a:solidFill>
          <a:ln xmlns:a="http://schemas.openxmlformats.org/drawingml/2006/main" w="9525">
            <a:solidFill>
              <a:srgbClr val="56788E"/>
            </a:solidFill>
            <a:prstDash val="solid"/>
          </a:ln>
        </p:spPr>
      </p:sp>
      <p:sp>
        <p:nvSpPr>
          <p:cNvPr id="328" name="visual-81">
            <a:extLst xmlns:a="http://schemas.openxmlformats.org/drawingml/2006/main">
              <a:ext uri="{FF2B5EF4-FFF2-40B4-BE49-F238E27FC236}">
                <a16:creationId xmlns:a16="http://schemas.microsoft.com/office/drawing/2014/main" id="{A9D9CCE4-9753-4B74-800F-DFA51EE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visual-82">
            <a:extLst xmlns:a="http://schemas.openxmlformats.org/drawingml/2006/main">
              <a:ext uri="{FF2B5EF4-FFF2-40B4-BE49-F238E27FC236}">
                <a16:creationId xmlns:a16="http://schemas.microsoft.com/office/drawing/2014/main" id="{E1DB2828-003A-41DA-A134-CFC624C3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visual-83">
            <a:extLst xmlns:a="http://schemas.openxmlformats.org/drawingml/2006/main">
              <a:ext uri="{FF2B5EF4-FFF2-40B4-BE49-F238E27FC236}">
                <a16:creationId xmlns:a16="http://schemas.microsoft.com/office/drawing/2014/main" id="{78B58F73-B2A7-4F68-8554-C1EE441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visual-84">
            <a:extLst xmlns:a="http://schemas.openxmlformats.org/drawingml/2006/main">
              <a:ext uri="{FF2B5EF4-FFF2-40B4-BE49-F238E27FC236}">
                <a16:creationId xmlns:a16="http://schemas.microsoft.com/office/drawing/2014/main" id="{F886F421-7E37-414E-862F-D0B0BCE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visual-85">
            <a:extLst xmlns:a="http://schemas.openxmlformats.org/drawingml/2006/main">
              <a:ext uri="{FF2B5EF4-FFF2-40B4-BE49-F238E27FC236}">
                <a16:creationId xmlns:a16="http://schemas.microsoft.com/office/drawing/2014/main" id="{DBEE1740-29A3-4EDD-B5DE-70E662D2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visual-86">
            <a:extLst xmlns:a="http://schemas.openxmlformats.org/drawingml/2006/main">
              <a:ext uri="{FF2B5EF4-FFF2-40B4-BE49-F238E27FC236}">
                <a16:creationId xmlns:a16="http://schemas.microsoft.com/office/drawing/2014/main" id="{D705395C-A64A-4351-97A0-E76B043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734300"/>
            <a:ext cx="1619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visual-87">
            <a:extLst xmlns:a="http://schemas.openxmlformats.org/drawingml/2006/main">
              <a:ext uri="{FF2B5EF4-FFF2-40B4-BE49-F238E27FC236}">
                <a16:creationId xmlns:a16="http://schemas.microsoft.com/office/drawing/2014/main" id="{85D68C65-E2E7-423D-8071-413960C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191250"/>
            <a:ext cx="619125" cy="619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335" name="path-88">
            <a:extLst xmlns:a="http://schemas.openxmlformats.org/drawingml/2006/main">
              <a:ext uri="{FF2B5EF4-FFF2-40B4-BE49-F238E27FC236}">
                <a16:creationId xmlns:a16="http://schemas.microsoft.com/office/drawing/2014/main" id="{805338B5-F899-44EC-8DF7-97EC051E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338251"/>
            <a:ext cx="145499" cy="167324"/>
          </a:xfrm>
          <a:custGeom xmlns:a="http://schemas.openxmlformats.org/drawingml/2006/main">
            <a:pathLst>
              <a:path w="145499" h="167324">
                <a:moveTo>
                  <a:pt x="0" y="167324"/>
                </a:moveTo>
                <a:lnTo>
                  <a:pt x="1454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C7A86"/>
            </a:solidFill>
            <a:prstDash val="solid"/>
          </a:ln>
        </p:spPr>
      </p:sp>
      <p:sp>
        <p:nvSpPr>
          <p:cNvPr id="336" name="path-89">
            <a:extLst xmlns:a="http://schemas.openxmlformats.org/drawingml/2006/main">
              <a:ext uri="{FF2B5EF4-FFF2-40B4-BE49-F238E27FC236}">
                <a16:creationId xmlns:a16="http://schemas.microsoft.com/office/drawing/2014/main" id="{DFC585C5-D874-49E8-8310-CE40C067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549" y="6286500"/>
            <a:ext cx="82126" cy="87189"/>
          </a:xfrm>
          <a:custGeom xmlns:a="http://schemas.openxmlformats.org/drawingml/2006/main">
            <a:pathLst>
              <a:path w="82126" h="87189">
                <a:moveTo>
                  <a:pt x="82126" y="0"/>
                </a:moveTo>
                <a:lnTo>
                  <a:pt x="51751" y="87189"/>
                </a:lnTo>
                <a:lnTo>
                  <a:pt x="0" y="42188"/>
                </a:lnTo>
                <a:close/>
              </a:path>
            </a:pathLst>
          </a:cu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visual-90">
            <a:extLst xmlns:a="http://schemas.openxmlformats.org/drawingml/2006/main">
              <a:ext uri="{FF2B5EF4-FFF2-40B4-BE49-F238E27FC236}">
                <a16:creationId xmlns:a16="http://schemas.microsoft.com/office/drawing/2014/main" id="{419EB4AC-C4E0-4F66-811F-DF029C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105650"/>
            <a:ext cx="619125" cy="619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338" name="path-91">
            <a:extLst xmlns:a="http://schemas.openxmlformats.org/drawingml/2006/main">
              <a:ext uri="{FF2B5EF4-FFF2-40B4-BE49-F238E27FC236}">
                <a16:creationId xmlns:a16="http://schemas.microsoft.com/office/drawing/2014/main" id="{BBB9406B-1D64-4ECD-9073-825AB6C5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25" y="7334876"/>
            <a:ext cx="124375" cy="85099"/>
          </a:xfrm>
          <a:custGeom xmlns:a="http://schemas.openxmlformats.org/drawingml/2006/main">
            <a:pathLst>
              <a:path w="124375" h="85099">
                <a:moveTo>
                  <a:pt x="124375" y="850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C7A86"/>
            </a:solidFill>
            <a:prstDash val="solid"/>
          </a:ln>
        </p:spPr>
      </p:sp>
      <p:sp>
        <p:nvSpPr>
          <p:cNvPr id="339" name="path-92">
            <a:extLst xmlns:a="http://schemas.openxmlformats.org/drawingml/2006/main">
              <a:ext uri="{FF2B5EF4-FFF2-40B4-BE49-F238E27FC236}">
                <a16:creationId xmlns:a16="http://schemas.microsoft.com/office/drawing/2014/main" id="{30201975-200C-4876-B94A-09D3B74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7296150"/>
            <a:ext cx="90112" cy="76707"/>
          </a:xfrm>
          <a:custGeom xmlns:a="http://schemas.openxmlformats.org/drawingml/2006/main">
            <a:pathLst>
              <a:path w="90112" h="76707">
                <a:moveTo>
                  <a:pt x="0" y="0"/>
                </a:moveTo>
                <a:lnTo>
                  <a:pt x="90112" y="20108"/>
                </a:lnTo>
                <a:lnTo>
                  <a:pt x="51386" y="76707"/>
                </a:lnTo>
                <a:close/>
              </a:path>
            </a:pathLst>
          </a:cu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visual-93">
            <a:extLst xmlns:a="http://schemas.openxmlformats.org/drawingml/2006/main">
              <a:ext uri="{FF2B5EF4-FFF2-40B4-BE49-F238E27FC236}">
                <a16:creationId xmlns:a16="http://schemas.microsoft.com/office/drawing/2014/main" id="{A818E9B5-DD5C-4C87-BB4D-98E4B098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001000"/>
            <a:ext cx="2714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directions</a:t>
            </a:r>
          </a:p>
        </p:txBody>
      </p:sp>
      <p:sp>
        <p:nvSpPr>
          <p:cNvPr id="341" name="visual-94">
            <a:extLst xmlns:a="http://schemas.openxmlformats.org/drawingml/2006/main">
              <a:ext uri="{FF2B5EF4-FFF2-40B4-BE49-F238E27FC236}">
                <a16:creationId xmlns:a16="http://schemas.microsoft.com/office/drawing/2014/main" id="{0114D5A5-46E6-4F9D-8CA4-C1830D4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53425"/>
            <a:ext cx="2714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and path gains</a:t>
            </a:r>
          </a:p>
        </p:txBody>
      </p:sp>
      <p:sp>
        <p:nvSpPr>
          <p:cNvPr id="342" name="visual-95">
            <a:extLst xmlns:a="http://schemas.openxmlformats.org/drawingml/2006/main">
              <a:ext uri="{FF2B5EF4-FFF2-40B4-BE49-F238E27FC236}">
                <a16:creationId xmlns:a16="http://schemas.microsoft.com/office/drawing/2014/main" id="{CB7A2947-3670-4E98-A2AC-FC6ABAF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8943975"/>
            <a:ext cx="3400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Damped Gauss–Newton</a:t>
            </a:r>
          </a:p>
        </p:txBody>
      </p:sp>
      <p:sp>
        <p:nvSpPr>
          <p:cNvPr id="343" name="path-96">
            <a:extLst xmlns:a="http://schemas.openxmlformats.org/drawingml/2006/main">
              <a:ext uri="{FF2B5EF4-FFF2-40B4-BE49-F238E27FC236}">
                <a16:creationId xmlns:a16="http://schemas.microsoft.com/office/drawing/2014/main" id="{4A42A81D-4F1C-469E-A99D-9EBE0A9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058025"/>
            <a:ext cx="337185" cy="953"/>
          </a:xfrm>
          <a:custGeom xmlns:a="http://schemas.openxmlformats.org/drawingml/2006/main">
            <a:pathLst>
              <a:path w="337185" h="953">
                <a:moveTo>
                  <a:pt x="0" y="0"/>
                </a:moveTo>
                <a:lnTo>
                  <a:pt x="337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344" name="path-97">
            <a:extLst xmlns:a="http://schemas.openxmlformats.org/drawingml/2006/main">
              <a:ext uri="{FF2B5EF4-FFF2-40B4-BE49-F238E27FC236}">
                <a16:creationId xmlns:a16="http://schemas.microsoft.com/office/drawing/2014/main" id="{1E4CE7E2-023D-43E9-9444-CA6C02D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012305"/>
            <a:ext cx="114300" cy="91440"/>
          </a:xfrm>
          <a:custGeom xmlns:a="http://schemas.openxmlformats.org/drawingml/2006/main"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learned-channel">
            <a:extLst xmlns:a="http://schemas.openxmlformats.org/drawingml/2006/main">
              <a:ext uri="{FF2B5EF4-FFF2-40B4-BE49-F238E27FC236}">
                <a16:creationId xmlns:a16="http://schemas.microsoft.com/office/drawing/2014/main" id="{9FF49182-64AA-40F1-931B-155A8FA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72225"/>
            <a:ext cx="13049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5240">
            <a:solidFill>
              <a:srgbClr val="56788E"/>
            </a:solidFill>
            <a:prstDash val="solid"/>
          </a:ln>
        </p:spPr>
      </p:sp>
      <p:sp>
        <p:nvSpPr>
          <p:cNvPr id="346" name="visual-98">
            <a:extLst xmlns:a="http://schemas.openxmlformats.org/drawingml/2006/main">
              <a:ext uri="{FF2B5EF4-FFF2-40B4-BE49-F238E27FC236}">
                <a16:creationId xmlns:a16="http://schemas.microsoft.com/office/drawing/2014/main" id="{B37E0025-9B71-4313-9698-60CA0C5A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46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99">
            <a:extLst xmlns:a="http://schemas.openxmlformats.org/drawingml/2006/main">
              <a:ext uri="{FF2B5EF4-FFF2-40B4-BE49-F238E27FC236}">
                <a16:creationId xmlns:a16="http://schemas.microsoft.com/office/drawing/2014/main" id="{581565A2-E925-4E1F-B117-3BA8751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553200"/>
            <a:ext cx="66675" cy="953"/>
          </a:xfrm>
          <a:custGeom xmlns:a="http://schemas.openxmlformats.org/drawingml/2006/main">
            <a:pathLst>
              <a:path w="66675" h="953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8" name="visual-100">
            <a:extLst xmlns:a="http://schemas.openxmlformats.org/drawingml/2006/main">
              <a:ext uri="{FF2B5EF4-FFF2-40B4-BE49-F238E27FC236}">
                <a16:creationId xmlns:a16="http://schemas.microsoft.com/office/drawing/2014/main" id="{4449D277-F02E-447A-96EE-CAF9AF5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46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A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101">
            <a:extLst xmlns:a="http://schemas.openxmlformats.org/drawingml/2006/main">
              <a:ext uri="{FF2B5EF4-FFF2-40B4-BE49-F238E27FC236}">
                <a16:creationId xmlns:a16="http://schemas.microsoft.com/office/drawing/2014/main" id="{D3E0B1B9-3A87-4248-A81F-099BE53E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500972"/>
            <a:ext cx="41446" cy="52228"/>
          </a:xfrm>
          <a:custGeom xmlns:a="http://schemas.openxmlformats.org/drawingml/2006/main">
            <a:pathLst>
              <a:path w="41446" h="52228">
                <a:moveTo>
                  <a:pt x="0" y="52228"/>
                </a:moveTo>
                <a:lnTo>
                  <a:pt x="414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0" name="visual-102">
            <a:extLst xmlns:a="http://schemas.openxmlformats.org/drawingml/2006/main">
              <a:ext uri="{FF2B5EF4-FFF2-40B4-BE49-F238E27FC236}">
                <a16:creationId xmlns:a16="http://schemas.microsoft.com/office/drawing/2014/main" id="{7204F715-DE41-4D1C-B16B-9C43B7F7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46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103">
            <a:extLst xmlns:a="http://schemas.openxmlformats.org/drawingml/2006/main">
              <a:ext uri="{FF2B5EF4-FFF2-40B4-BE49-F238E27FC236}">
                <a16:creationId xmlns:a16="http://schemas.microsoft.com/office/drawing/2014/main" id="{7CECA0D0-1550-4538-9D0A-760D6F1A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01" y="6488269"/>
            <a:ext cx="15149" cy="64931"/>
          </a:xfrm>
          <a:custGeom xmlns:a="http://schemas.openxmlformats.org/drawingml/2006/main">
            <a:pathLst>
              <a:path w="15149" h="64931">
                <a:moveTo>
                  <a:pt x="15149" y="649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2" name="visual-104">
            <a:extLst xmlns:a="http://schemas.openxmlformats.org/drawingml/2006/main">
              <a:ext uri="{FF2B5EF4-FFF2-40B4-BE49-F238E27FC236}">
                <a16:creationId xmlns:a16="http://schemas.microsoft.com/office/drawing/2014/main" id="{70C2614C-615B-4DFB-AFE9-874B103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67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105">
            <a:extLst xmlns:a="http://schemas.openxmlformats.org/drawingml/2006/main">
              <a:ext uri="{FF2B5EF4-FFF2-40B4-BE49-F238E27FC236}">
                <a16:creationId xmlns:a16="http://schemas.microsoft.com/office/drawing/2014/main" id="{8D44E5B3-A724-42A4-A968-C881F8F0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46" y="6524704"/>
            <a:ext cx="60279" cy="28496"/>
          </a:xfrm>
          <a:custGeom xmlns:a="http://schemas.openxmlformats.org/drawingml/2006/main">
            <a:pathLst>
              <a:path w="60279" h="28496">
                <a:moveTo>
                  <a:pt x="60279" y="284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4" name="visual-106">
            <a:extLst xmlns:a="http://schemas.openxmlformats.org/drawingml/2006/main">
              <a:ext uri="{FF2B5EF4-FFF2-40B4-BE49-F238E27FC236}">
                <a16:creationId xmlns:a16="http://schemas.microsoft.com/office/drawing/2014/main" id="{5C6DE0F9-B740-44FE-8589-28B7CF0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72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A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107">
            <a:extLst xmlns:a="http://schemas.openxmlformats.org/drawingml/2006/main">
              <a:ext uri="{FF2B5EF4-FFF2-40B4-BE49-F238E27FC236}">
                <a16:creationId xmlns:a16="http://schemas.microsoft.com/office/drawing/2014/main" id="{BAECDE2E-DDDD-4CB0-9F1A-29101297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774395"/>
            <a:ext cx="56134" cy="35980"/>
          </a:xfrm>
          <a:custGeom xmlns:a="http://schemas.openxmlformats.org/drawingml/2006/main">
            <a:pathLst>
              <a:path w="56134" h="35980">
                <a:moveTo>
                  <a:pt x="0" y="35980"/>
                </a:moveTo>
                <a:lnTo>
                  <a:pt x="561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6" name="visual-108">
            <a:extLst xmlns:a="http://schemas.openxmlformats.org/drawingml/2006/main">
              <a:ext uri="{FF2B5EF4-FFF2-40B4-BE49-F238E27FC236}">
                <a16:creationId xmlns:a16="http://schemas.microsoft.com/office/drawing/2014/main" id="{D30BC999-9294-4EDB-B75B-0083852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72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109">
            <a:extLst xmlns:a="http://schemas.openxmlformats.org/drawingml/2006/main">
              <a:ext uri="{FF2B5EF4-FFF2-40B4-BE49-F238E27FC236}">
                <a16:creationId xmlns:a16="http://schemas.microsoft.com/office/drawing/2014/main" id="{4A7A2976-69B0-4B81-9B45-F6A6E21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744038"/>
            <a:ext cx="6709" cy="66337"/>
          </a:xfrm>
          <a:custGeom xmlns:a="http://schemas.openxmlformats.org/drawingml/2006/main">
            <a:pathLst>
              <a:path w="6709" h="66337">
                <a:moveTo>
                  <a:pt x="0" y="66337"/>
                </a:moveTo>
                <a:lnTo>
                  <a:pt x="6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8" name="visual-110">
            <a:extLst xmlns:a="http://schemas.openxmlformats.org/drawingml/2006/main">
              <a:ext uri="{FF2B5EF4-FFF2-40B4-BE49-F238E27FC236}">
                <a16:creationId xmlns:a16="http://schemas.microsoft.com/office/drawing/2014/main" id="{1F450705-88B3-4CB6-AB19-E0DC30D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72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111">
            <a:extLst xmlns:a="http://schemas.openxmlformats.org/drawingml/2006/main">
              <a:ext uri="{FF2B5EF4-FFF2-40B4-BE49-F238E27FC236}">
                <a16:creationId xmlns:a16="http://schemas.microsoft.com/office/drawing/2014/main" id="{83DC93A4-E04A-4DFD-B204-1AFF71E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857" y="6763884"/>
            <a:ext cx="47793" cy="46491"/>
          </a:xfrm>
          <a:custGeom xmlns:a="http://schemas.openxmlformats.org/drawingml/2006/main">
            <a:pathLst>
              <a:path w="47793" h="46491">
                <a:moveTo>
                  <a:pt x="47793" y="464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0" name="visual-112">
            <a:extLst xmlns:a="http://schemas.openxmlformats.org/drawingml/2006/main">
              <a:ext uri="{FF2B5EF4-FFF2-40B4-BE49-F238E27FC236}">
                <a16:creationId xmlns:a16="http://schemas.microsoft.com/office/drawing/2014/main" id="{F2D1A714-D904-469D-9B98-4D14059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2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113">
            <a:extLst xmlns:a="http://schemas.openxmlformats.org/drawingml/2006/main">
              <a:ext uri="{FF2B5EF4-FFF2-40B4-BE49-F238E27FC236}">
                <a16:creationId xmlns:a16="http://schemas.microsoft.com/office/drawing/2014/main" id="{05083529-76A4-4E62-B1E8-6FEBA74B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99" y="6810375"/>
            <a:ext cx="66126" cy="8538"/>
          </a:xfrm>
          <a:custGeom xmlns:a="http://schemas.openxmlformats.org/drawingml/2006/main">
            <a:pathLst>
              <a:path w="66126" h="8538">
                <a:moveTo>
                  <a:pt x="66126" y="0"/>
                </a:moveTo>
                <a:lnTo>
                  <a:pt x="0" y="853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2" name="visual-114">
            <a:extLst xmlns:a="http://schemas.openxmlformats.org/drawingml/2006/main">
              <a:ext uri="{FF2B5EF4-FFF2-40B4-BE49-F238E27FC236}">
                <a16:creationId xmlns:a16="http://schemas.microsoft.com/office/drawing/2014/main" id="{0D18B2FB-A761-4027-A3BC-38A6A20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98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115">
            <a:extLst xmlns:a="http://schemas.openxmlformats.org/drawingml/2006/main">
              <a:ext uri="{FF2B5EF4-FFF2-40B4-BE49-F238E27FC236}">
                <a16:creationId xmlns:a16="http://schemas.microsoft.com/office/drawing/2014/main" id="{5FB51DBE-F8D3-48FD-BF2A-49935E06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006967"/>
            <a:ext cx="27843" cy="60583"/>
          </a:xfrm>
          <a:custGeom xmlns:a="http://schemas.openxmlformats.org/drawingml/2006/main">
            <a:pathLst>
              <a:path w="27843" h="60583">
                <a:moveTo>
                  <a:pt x="0" y="60583"/>
                </a:moveTo>
                <a:lnTo>
                  <a:pt x="278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4" name="visual-116">
            <a:extLst xmlns:a="http://schemas.openxmlformats.org/drawingml/2006/main">
              <a:ext uri="{FF2B5EF4-FFF2-40B4-BE49-F238E27FC236}">
                <a16:creationId xmlns:a16="http://schemas.microsoft.com/office/drawing/2014/main" id="{4CC80D8F-0B60-4036-9FD9-24E10CE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8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117">
            <a:extLst xmlns:a="http://schemas.openxmlformats.org/drawingml/2006/main">
              <a:ext uri="{FF2B5EF4-FFF2-40B4-BE49-F238E27FC236}">
                <a16:creationId xmlns:a16="http://schemas.microsoft.com/office/drawing/2014/main" id="{2C04E15B-8EEB-46D8-BA7F-8B4F27C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26" y="7008081"/>
            <a:ext cx="30149" cy="59469"/>
          </a:xfrm>
          <a:custGeom xmlns:a="http://schemas.openxmlformats.org/drawingml/2006/main">
            <a:pathLst>
              <a:path w="30149" h="59469">
                <a:moveTo>
                  <a:pt x="30149" y="594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6" name="visual-118">
            <a:extLst xmlns:a="http://schemas.openxmlformats.org/drawingml/2006/main">
              <a:ext uri="{FF2B5EF4-FFF2-40B4-BE49-F238E27FC236}">
                <a16:creationId xmlns:a16="http://schemas.microsoft.com/office/drawing/2014/main" id="{1E075609-DEDB-4B7F-996C-3DE511B3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98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119">
            <a:extLst xmlns:a="http://schemas.openxmlformats.org/drawingml/2006/main">
              <a:ext uri="{FF2B5EF4-FFF2-40B4-BE49-F238E27FC236}">
                <a16:creationId xmlns:a16="http://schemas.microsoft.com/office/drawing/2014/main" id="{7D380083-A7C0-430D-ACDB-197BA3F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325" y="7054200"/>
            <a:ext cx="65325" cy="13350"/>
          </a:xfrm>
          <a:custGeom xmlns:a="http://schemas.openxmlformats.org/drawingml/2006/main">
            <a:pathLst>
              <a:path w="65325" h="13350">
                <a:moveTo>
                  <a:pt x="65325" y="13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68" name="visual-120">
            <a:extLst xmlns:a="http://schemas.openxmlformats.org/drawingml/2006/main">
              <a:ext uri="{FF2B5EF4-FFF2-40B4-BE49-F238E27FC236}">
                <a16:creationId xmlns:a16="http://schemas.microsoft.com/office/drawing/2014/main" id="{2FB22AAD-EF85-4EFF-A4DB-DD1B809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98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A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121">
            <a:extLst xmlns:a="http://schemas.openxmlformats.org/drawingml/2006/main">
              <a:ext uri="{FF2B5EF4-FFF2-40B4-BE49-F238E27FC236}">
                <a16:creationId xmlns:a16="http://schemas.microsoft.com/office/drawing/2014/main" id="{C026C628-2201-4EAB-AD7F-E48A5DB9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861" y="7067550"/>
            <a:ext cx="51064" cy="42872"/>
          </a:xfrm>
          <a:custGeom xmlns:a="http://schemas.openxmlformats.org/drawingml/2006/main">
            <a:pathLst>
              <a:path w="51064" h="42872">
                <a:moveTo>
                  <a:pt x="51064" y="0"/>
                </a:moveTo>
                <a:lnTo>
                  <a:pt x="0" y="4287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0" name="visual-122">
            <a:extLst xmlns:a="http://schemas.openxmlformats.org/drawingml/2006/main">
              <a:ext uri="{FF2B5EF4-FFF2-40B4-BE49-F238E27FC236}">
                <a16:creationId xmlns:a16="http://schemas.microsoft.com/office/drawing/2014/main" id="{8CF83F06-2F09-4D76-9997-708B528F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23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123">
            <a:extLst xmlns:a="http://schemas.openxmlformats.org/drawingml/2006/main">
              <a:ext uri="{FF2B5EF4-FFF2-40B4-BE49-F238E27FC236}">
                <a16:creationId xmlns:a16="http://schemas.microsoft.com/office/drawing/2014/main" id="{20A32C92-91CF-4635-9DE2-61575F1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849" y="7258695"/>
            <a:ext cx="9251" cy="66030"/>
          </a:xfrm>
          <a:custGeom xmlns:a="http://schemas.openxmlformats.org/drawingml/2006/main">
            <a:pathLst>
              <a:path w="9251" h="66030">
                <a:moveTo>
                  <a:pt x="9251" y="660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2" name="visual-124">
            <a:extLst xmlns:a="http://schemas.openxmlformats.org/drawingml/2006/main">
              <a:ext uri="{FF2B5EF4-FFF2-40B4-BE49-F238E27FC236}">
                <a16:creationId xmlns:a16="http://schemas.microsoft.com/office/drawing/2014/main" id="{361EE620-D831-4C84-9570-A2242D11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23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125">
            <a:extLst xmlns:a="http://schemas.openxmlformats.org/drawingml/2006/main">
              <a:ext uri="{FF2B5EF4-FFF2-40B4-BE49-F238E27FC236}">
                <a16:creationId xmlns:a16="http://schemas.microsoft.com/office/drawing/2014/main" id="{B768B48D-F237-40C2-9E0A-6E736A3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901" y="7290927"/>
            <a:ext cx="57474" cy="33798"/>
          </a:xfrm>
          <a:custGeom xmlns:a="http://schemas.openxmlformats.org/drawingml/2006/main">
            <a:pathLst>
              <a:path w="57474" h="33798">
                <a:moveTo>
                  <a:pt x="57474" y="337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4" name="visual-126">
            <a:extLst xmlns:a="http://schemas.openxmlformats.org/drawingml/2006/main">
              <a:ext uri="{FF2B5EF4-FFF2-40B4-BE49-F238E27FC236}">
                <a16:creationId xmlns:a16="http://schemas.microsoft.com/office/drawing/2014/main" id="{C4DD1A20-0313-4DAD-984D-FDD05AD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723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A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127">
            <a:extLst xmlns:a="http://schemas.openxmlformats.org/drawingml/2006/main">
              <a:ext uri="{FF2B5EF4-FFF2-40B4-BE49-F238E27FC236}">
                <a16:creationId xmlns:a16="http://schemas.microsoft.com/office/drawing/2014/main" id="{778E4D80-5736-4AFE-9ADE-327292B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449" y="7324725"/>
            <a:ext cx="62201" cy="24012"/>
          </a:xfrm>
          <a:custGeom xmlns:a="http://schemas.openxmlformats.org/drawingml/2006/main">
            <a:pathLst>
              <a:path w="62201" h="24012">
                <a:moveTo>
                  <a:pt x="62201" y="0"/>
                </a:moveTo>
                <a:lnTo>
                  <a:pt x="0" y="2401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6" name="visual-128">
            <a:extLst xmlns:a="http://schemas.openxmlformats.org/drawingml/2006/main">
              <a:ext uri="{FF2B5EF4-FFF2-40B4-BE49-F238E27FC236}">
                <a16:creationId xmlns:a16="http://schemas.microsoft.com/office/drawing/2014/main" id="{64FC9F41-1734-40CC-B33F-ACECE65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129">
            <a:extLst xmlns:a="http://schemas.openxmlformats.org/drawingml/2006/main">
              <a:ext uri="{FF2B5EF4-FFF2-40B4-BE49-F238E27FC236}">
                <a16:creationId xmlns:a16="http://schemas.microsoft.com/office/drawing/2014/main" id="{9EB693CF-1F8C-4818-B225-621F41CD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9" y="7324725"/>
            <a:ext cx="19856" cy="63650"/>
          </a:xfrm>
          <a:custGeom xmlns:a="http://schemas.openxmlformats.org/drawingml/2006/main">
            <a:pathLst>
              <a:path w="19856" h="63650">
                <a:moveTo>
                  <a:pt x="19856" y="0"/>
                </a:moveTo>
                <a:lnTo>
                  <a:pt x="0" y="636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8" name="visual-130">
            <a:extLst xmlns:a="http://schemas.openxmlformats.org/drawingml/2006/main">
              <a:ext uri="{FF2B5EF4-FFF2-40B4-BE49-F238E27FC236}">
                <a16:creationId xmlns:a16="http://schemas.microsoft.com/office/drawing/2014/main" id="{F9507919-17A5-47E8-BA6E-DCA1E55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49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131">
            <a:extLst xmlns:a="http://schemas.openxmlformats.org/drawingml/2006/main">
              <a:ext uri="{FF2B5EF4-FFF2-40B4-BE49-F238E27FC236}">
                <a16:creationId xmlns:a16="http://schemas.microsoft.com/office/drawing/2014/main" id="{505CCDF6-4DDD-48F5-8252-2A8284E6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79" y="7531302"/>
            <a:ext cx="43421" cy="50598"/>
          </a:xfrm>
          <a:custGeom xmlns:a="http://schemas.openxmlformats.org/drawingml/2006/main">
            <a:pathLst>
              <a:path w="43421" h="50598">
                <a:moveTo>
                  <a:pt x="43421" y="505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0" name="visual-132">
            <a:extLst xmlns:a="http://schemas.openxmlformats.org/drawingml/2006/main">
              <a:ext uri="{FF2B5EF4-FFF2-40B4-BE49-F238E27FC236}">
                <a16:creationId xmlns:a16="http://schemas.microsoft.com/office/drawing/2014/main" id="{C37D240E-783C-4D32-96C7-1E526AEB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9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A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133">
            <a:extLst xmlns:a="http://schemas.openxmlformats.org/drawingml/2006/main">
              <a:ext uri="{FF2B5EF4-FFF2-40B4-BE49-F238E27FC236}">
                <a16:creationId xmlns:a16="http://schemas.microsoft.com/office/drawing/2014/main" id="{DCBA16DB-7023-47DD-9C99-743E1DE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49" y="7581900"/>
            <a:ext cx="66626" cy="2560"/>
          </a:xfrm>
          <a:custGeom xmlns:a="http://schemas.openxmlformats.org/drawingml/2006/main">
            <a:pathLst>
              <a:path w="66626" h="2560">
                <a:moveTo>
                  <a:pt x="66626" y="0"/>
                </a:moveTo>
                <a:lnTo>
                  <a:pt x="0" y="25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2" name="visual-134">
            <a:extLst xmlns:a="http://schemas.openxmlformats.org/drawingml/2006/main">
              <a:ext uri="{FF2B5EF4-FFF2-40B4-BE49-F238E27FC236}">
                <a16:creationId xmlns:a16="http://schemas.microsoft.com/office/drawing/2014/main" id="{FA413C34-87EC-4FAB-9B0C-F9F89D39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749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135">
            <a:extLst xmlns:a="http://schemas.openxmlformats.org/drawingml/2006/main">
              <a:ext uri="{FF2B5EF4-FFF2-40B4-BE49-F238E27FC236}">
                <a16:creationId xmlns:a16="http://schemas.microsoft.com/office/drawing/2014/main" id="{C4C16018-5E33-48C6-838B-AC07E6C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240" y="7581900"/>
            <a:ext cx="39410" cy="53781"/>
          </a:xfrm>
          <a:custGeom xmlns:a="http://schemas.openxmlformats.org/drawingml/2006/main">
            <a:pathLst>
              <a:path w="39410" h="53781">
                <a:moveTo>
                  <a:pt x="39410" y="0"/>
                </a:moveTo>
                <a:lnTo>
                  <a:pt x="0" y="5378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4" name="visual-136">
            <a:extLst xmlns:a="http://schemas.openxmlformats.org/drawingml/2006/main">
              <a:ext uri="{FF2B5EF4-FFF2-40B4-BE49-F238E27FC236}">
                <a16:creationId xmlns:a16="http://schemas.microsoft.com/office/drawing/2014/main" id="{2419AA4C-4B18-4384-96DC-F92B634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9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137">
            <a:extLst xmlns:a="http://schemas.openxmlformats.org/drawingml/2006/main">
              <a:ext uri="{FF2B5EF4-FFF2-40B4-BE49-F238E27FC236}">
                <a16:creationId xmlns:a16="http://schemas.microsoft.com/office/drawing/2014/main" id="{85217669-56DA-4A77-A3F2-2C3AA71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581900"/>
            <a:ext cx="17631" cy="64302"/>
          </a:xfrm>
          <a:custGeom xmlns:a="http://schemas.openxmlformats.org/drawingml/2006/main">
            <a:pathLst>
              <a:path w="17631" h="64302">
                <a:moveTo>
                  <a:pt x="0" y="0"/>
                </a:moveTo>
                <a:lnTo>
                  <a:pt x="17631" y="6430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6" name="visual-138">
            <a:extLst xmlns:a="http://schemas.openxmlformats.org/drawingml/2006/main">
              <a:ext uri="{FF2B5EF4-FFF2-40B4-BE49-F238E27FC236}">
                <a16:creationId xmlns:a16="http://schemas.microsoft.com/office/drawing/2014/main" id="{79D77F63-7747-4F9D-9616-38BC89CC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80010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Learned channel</a:t>
            </a:r>
          </a:p>
        </p:txBody>
      </p:sp>
      <p:sp>
        <p:nvSpPr>
          <p:cNvPr id="387" name="visual-139">
            <a:extLst xmlns:a="http://schemas.openxmlformats.org/drawingml/2006/main">
              <a:ext uri="{FF2B5EF4-FFF2-40B4-BE49-F238E27FC236}">
                <a16:creationId xmlns:a16="http://schemas.microsoft.com/office/drawing/2014/main" id="{798DD1BE-C3AA-46B7-9693-9EC4F50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83534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Directions + gains</a:t>
            </a:r>
          </a:p>
        </p:txBody>
      </p:sp>
      <p:sp>
        <p:nvSpPr>
          <p:cNvPr id="388" name="visual-140">
            <a:extLst xmlns:a="http://schemas.openxmlformats.org/drawingml/2006/main">
              <a:ext uri="{FF2B5EF4-FFF2-40B4-BE49-F238E27FC236}">
                <a16:creationId xmlns:a16="http://schemas.microsoft.com/office/drawing/2014/main" id="{5EEF838C-1FE0-42AB-8455-7CBD930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48225"/>
            <a:ext cx="7820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II   Recover the baseband symbols</a:t>
            </a:r>
          </a:p>
        </p:txBody>
      </p:sp>
      <p:sp>
        <p:nvSpPr>
          <p:cNvPr id="389" name="visual-141">
            <a:extLst xmlns:a="http://schemas.openxmlformats.org/drawingml/2006/main">
              <a:ext uri="{FF2B5EF4-FFF2-40B4-BE49-F238E27FC236}">
                <a16:creationId xmlns:a16="http://schemas.microsoft.com/office/drawing/2014/main" id="{294DAABE-97CE-4C36-BA21-C9E3138F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3530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phase retrieval</a:t>
            </a:r>
          </a:p>
        </p:txBody>
      </p:sp>
      <p:sp>
        <p:nvSpPr>
          <p:cNvPr id="390" name="visual-142">
            <a:extLst xmlns:a="http://schemas.openxmlformats.org/drawingml/2006/main">
              <a:ext uri="{FF2B5EF4-FFF2-40B4-BE49-F238E27FC236}">
                <a16:creationId xmlns:a16="http://schemas.microsoft.com/office/drawing/2014/main" id="{9E4D979B-B05D-4996-8C94-0B7CE859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315075"/>
            <a:ext cx="12477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788E"/>
            </a:solidFill>
            <a:prstDash val="solid"/>
          </a:ln>
        </p:spPr>
      </p:sp>
      <p:sp>
        <p:nvSpPr>
          <p:cNvPr id="391" name="data-pattern-0-0">
            <a:extLst xmlns:a="http://schemas.openxmlformats.org/drawingml/2006/main">
              <a:ext uri="{FF2B5EF4-FFF2-40B4-BE49-F238E27FC236}">
                <a16:creationId xmlns:a16="http://schemas.microsoft.com/office/drawing/2014/main" id="{71F0E24F-F7BF-4FD7-8F3E-1C0E3F7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3912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7D8E3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2" name="data-pattern-0-1">
            <a:extLst xmlns:a="http://schemas.openxmlformats.org/drawingml/2006/main">
              <a:ext uri="{FF2B5EF4-FFF2-40B4-BE49-F238E27FC236}">
                <a16:creationId xmlns:a16="http://schemas.microsoft.com/office/drawing/2014/main" id="{AB9B7E83-D7F8-4C87-A9B5-AAA0D81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3912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3" name="data-pattern-0-2">
            <a:extLst xmlns:a="http://schemas.openxmlformats.org/drawingml/2006/main">
              <a:ext uri="{FF2B5EF4-FFF2-40B4-BE49-F238E27FC236}">
                <a16:creationId xmlns:a16="http://schemas.microsoft.com/office/drawing/2014/main" id="{0FF66B55-5E94-44A7-9C97-4ED9250A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912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BDBE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4" name="data-pattern-0-3">
            <a:extLst xmlns:a="http://schemas.openxmlformats.org/drawingml/2006/main">
              <a:ext uri="{FF2B5EF4-FFF2-40B4-BE49-F238E27FC236}">
                <a16:creationId xmlns:a16="http://schemas.microsoft.com/office/drawing/2014/main" id="{A240784F-D7CB-4FFF-B93F-1B3A3530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912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A7C0D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5" name="data-pattern-0-4">
            <a:extLst xmlns:a="http://schemas.openxmlformats.org/drawingml/2006/main">
              <a:ext uri="{FF2B5EF4-FFF2-40B4-BE49-F238E27FC236}">
                <a16:creationId xmlns:a16="http://schemas.microsoft.com/office/drawing/2014/main" id="{392E5EEC-BC34-4F7F-AED1-7678D91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63912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886A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6" name="data-pattern-1-0">
            <a:extLst xmlns:a="http://schemas.openxmlformats.org/drawingml/2006/main">
              <a:ext uri="{FF2B5EF4-FFF2-40B4-BE49-F238E27FC236}">
                <a16:creationId xmlns:a16="http://schemas.microsoft.com/office/drawing/2014/main" id="{065CFD22-2E61-479F-BE08-F2CAEBD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6103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E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7" name="data-pattern-1-1">
            <a:extLst xmlns:a="http://schemas.openxmlformats.org/drawingml/2006/main">
              <a:ext uri="{FF2B5EF4-FFF2-40B4-BE49-F238E27FC236}">
                <a16:creationId xmlns:a16="http://schemas.microsoft.com/office/drawing/2014/main" id="{FD4CB400-3728-4FD2-B7E5-08E40CF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6103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C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8" name="data-pattern-1-2">
            <a:extLst xmlns:a="http://schemas.openxmlformats.org/drawingml/2006/main">
              <a:ext uri="{FF2B5EF4-FFF2-40B4-BE49-F238E27FC236}">
                <a16:creationId xmlns:a16="http://schemas.microsoft.com/office/drawing/2014/main" id="{8483F4F1-7683-43E0-9571-E866C78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6103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2C9D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399" name="data-pattern-1-3">
            <a:extLst xmlns:a="http://schemas.openxmlformats.org/drawingml/2006/main">
              <a:ext uri="{FF2B5EF4-FFF2-40B4-BE49-F238E27FC236}">
                <a16:creationId xmlns:a16="http://schemas.microsoft.com/office/drawing/2014/main" id="{94CD3B88-DE89-490A-A298-C5853F66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6103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791AD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0" name="data-pattern-1-4">
            <a:extLst xmlns:a="http://schemas.openxmlformats.org/drawingml/2006/main">
              <a:ext uri="{FF2B5EF4-FFF2-40B4-BE49-F238E27FC236}">
                <a16:creationId xmlns:a16="http://schemas.microsoft.com/office/drawing/2014/main" id="{28ECCF35-9D73-4D98-BC1C-AB79529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66103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46C9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1" name="data-pattern-2-0">
            <a:extLst xmlns:a="http://schemas.openxmlformats.org/drawingml/2006/main">
              <a:ext uri="{FF2B5EF4-FFF2-40B4-BE49-F238E27FC236}">
                <a16:creationId xmlns:a16="http://schemas.microsoft.com/office/drawing/2014/main" id="{80E26D2E-DC9B-4FCA-8BD3-B18B7FE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829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DDDE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2" name="data-pattern-2-1">
            <a:extLst xmlns:a="http://schemas.openxmlformats.org/drawingml/2006/main">
              <a:ext uri="{FF2B5EF4-FFF2-40B4-BE49-F238E27FC236}">
                <a16:creationId xmlns:a16="http://schemas.microsoft.com/office/drawing/2014/main" id="{5916A3FA-D332-4073-9487-BE53F99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829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BBCFD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3" name="data-pattern-2-2">
            <a:extLst xmlns:a="http://schemas.openxmlformats.org/drawingml/2006/main">
              <a:ext uri="{FF2B5EF4-FFF2-40B4-BE49-F238E27FC236}">
                <a16:creationId xmlns:a16="http://schemas.microsoft.com/office/drawing/2014/main" id="{A28D045C-8AC3-45B9-A6F3-15E5B85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29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779DB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4" name="data-pattern-2-3">
            <a:extLst xmlns:a="http://schemas.openxmlformats.org/drawingml/2006/main">
              <a:ext uri="{FF2B5EF4-FFF2-40B4-BE49-F238E27FC236}">
                <a16:creationId xmlns:a16="http://schemas.microsoft.com/office/drawing/2014/main" id="{D391D3FF-BFAC-4935-9AF4-FB85D3D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829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76E92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5" name="data-pattern-2-4">
            <a:extLst xmlns:a="http://schemas.openxmlformats.org/drawingml/2006/main">
              <a:ext uri="{FF2B5EF4-FFF2-40B4-BE49-F238E27FC236}">
                <a16:creationId xmlns:a16="http://schemas.microsoft.com/office/drawing/2014/main" id="{94248251-C2D5-489D-96D7-500DF83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68294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5181A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6" name="data-pattern-3-0">
            <a:extLst xmlns:a="http://schemas.openxmlformats.org/drawingml/2006/main">
              <a:ext uri="{FF2B5EF4-FFF2-40B4-BE49-F238E27FC236}">
                <a16:creationId xmlns:a16="http://schemas.microsoft.com/office/drawing/2014/main" id="{3990690E-7B39-4671-8EBB-EF24D73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048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2D4E0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7" name="data-pattern-3-1">
            <a:extLst xmlns:a="http://schemas.openxmlformats.org/drawingml/2006/main">
              <a:ext uri="{FF2B5EF4-FFF2-40B4-BE49-F238E27FC236}">
                <a16:creationId xmlns:a16="http://schemas.microsoft.com/office/drawing/2014/main" id="{5E859CAA-15C8-4FA8-982A-656913AE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048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7A9BE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8" name="data-pattern-3-2">
            <a:extLst xmlns:a="http://schemas.openxmlformats.org/drawingml/2006/main">
              <a:ext uri="{FF2B5EF4-FFF2-40B4-BE49-F238E27FC236}">
                <a16:creationId xmlns:a16="http://schemas.microsoft.com/office/drawing/2014/main" id="{58A8F3F0-90FB-447D-9BEE-8D4E3B13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048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E7396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09" name="data-pattern-3-3">
            <a:extLst xmlns:a="http://schemas.openxmlformats.org/drawingml/2006/main">
              <a:ext uri="{FF2B5EF4-FFF2-40B4-BE49-F238E27FC236}">
                <a16:creationId xmlns:a16="http://schemas.microsoft.com/office/drawing/2014/main" id="{4F75912F-33F2-42BF-8E00-134C2F0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048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57899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0" name="data-pattern-3-4">
            <a:extLst xmlns:a="http://schemas.openxmlformats.org/drawingml/2006/main">
              <a:ext uri="{FF2B5EF4-FFF2-40B4-BE49-F238E27FC236}">
                <a16:creationId xmlns:a16="http://schemas.microsoft.com/office/drawing/2014/main" id="{8F65E69F-7171-46F7-9C8E-E60787E8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70485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1" name="data-pattern-4-0">
            <a:extLst xmlns:a="http://schemas.openxmlformats.org/drawingml/2006/main">
              <a:ext uri="{FF2B5EF4-FFF2-40B4-BE49-F238E27FC236}">
                <a16:creationId xmlns:a16="http://schemas.microsoft.com/office/drawing/2014/main" id="{CDE23C8F-B3C5-4CDD-B745-6AC6D22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2675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96B4C7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2" name="data-pattern-4-1">
            <a:extLst xmlns:a="http://schemas.openxmlformats.org/drawingml/2006/main">
              <a:ext uri="{FF2B5EF4-FFF2-40B4-BE49-F238E27FC236}">
                <a16:creationId xmlns:a16="http://schemas.microsoft.com/office/drawing/2014/main" id="{2889B94A-B3F1-484F-98B7-728A4A1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675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487B9B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3" name="data-pattern-4-2">
            <a:extLst xmlns:a="http://schemas.openxmlformats.org/drawingml/2006/main">
              <a:ext uri="{FF2B5EF4-FFF2-40B4-BE49-F238E27FC236}">
                <a16:creationId xmlns:a16="http://schemas.microsoft.com/office/drawing/2014/main" id="{4E67B8DD-ADDD-434E-8B72-CBC7E51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2675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3C7294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4" name="data-pattern-4-3">
            <a:extLst xmlns:a="http://schemas.openxmlformats.org/drawingml/2006/main">
              <a:ext uri="{FF2B5EF4-FFF2-40B4-BE49-F238E27FC236}">
                <a16:creationId xmlns:a16="http://schemas.microsoft.com/office/drawing/2014/main" id="{DEC3313C-4C95-47D2-9656-1FB2EC1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675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82A5BC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5" name="data-pattern-4-4">
            <a:extLst xmlns:a="http://schemas.openxmlformats.org/drawingml/2006/main">
              <a:ext uri="{FF2B5EF4-FFF2-40B4-BE49-F238E27FC236}">
                <a16:creationId xmlns:a16="http://schemas.microsoft.com/office/drawing/2014/main" id="{F120AC26-5B18-4F3D-942B-3D69293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72675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C0D3DF"/>
          </a:solidFill>
          <a:ln xmlns:a="http://schemas.openxmlformats.org/drawingml/2006/main" w="5239">
            <a:solidFill>
              <a:srgbClr val="FFFFFF"/>
            </a:solidFill>
            <a:prstDash val="solid"/>
          </a:ln>
        </p:spPr>
      </p:sp>
      <p:sp>
        <p:nvSpPr>
          <p:cNvPr id="416" name="visual-143">
            <a:extLst xmlns:a="http://schemas.openxmlformats.org/drawingml/2006/main">
              <a:ext uri="{FF2B5EF4-FFF2-40B4-BE49-F238E27FC236}">
                <a16:creationId xmlns:a16="http://schemas.microsoft.com/office/drawing/2014/main" id="{FFBE08C1-EBD8-403E-93A0-279E018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001000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Data patterns</a:t>
            </a:r>
          </a:p>
        </p:txBody>
      </p:sp>
      <p:sp>
        <p:nvSpPr>
          <p:cNvPr id="417" name="path-144">
            <a:extLst xmlns:a="http://schemas.openxmlformats.org/drawingml/2006/main">
              <a:ext uri="{FF2B5EF4-FFF2-40B4-BE49-F238E27FC236}">
                <a16:creationId xmlns:a16="http://schemas.microsoft.com/office/drawing/2014/main" id="{799CFCA2-2B8E-4C16-BF90-DBD7A96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962775"/>
            <a:ext cx="558165" cy="953"/>
          </a:xfrm>
          <a:custGeom xmlns:a="http://schemas.openxmlformats.org/drawingml/2006/main">
            <a:pathLst>
              <a:path w="558165" h="953">
                <a:moveTo>
                  <a:pt x="0" y="0"/>
                </a:moveTo>
                <a:lnTo>
                  <a:pt x="558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6A96"/>
            </a:solidFill>
            <a:prstDash val="solid"/>
          </a:ln>
        </p:spPr>
      </p:sp>
      <p:sp>
        <p:nvSpPr>
          <p:cNvPr id="418" name="path-145">
            <a:extLst xmlns:a="http://schemas.openxmlformats.org/drawingml/2006/main">
              <a:ext uri="{FF2B5EF4-FFF2-40B4-BE49-F238E27FC236}">
                <a16:creationId xmlns:a16="http://schemas.microsoft.com/office/drawing/2014/main" id="{A7E26463-0927-4F74-B6C5-E32D7E9E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913245"/>
            <a:ext cx="123825" cy="99060"/>
          </a:xfrm>
          <a:custGeom xmlns:a="http://schemas.openxmlformats.org/drawingml/2006/main"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hase-retrieval-field">
            <a:extLst xmlns:a="http://schemas.openxmlformats.org/drawingml/2006/main">
              <a:ext uri="{FF2B5EF4-FFF2-40B4-BE49-F238E27FC236}">
                <a16:creationId xmlns:a16="http://schemas.microsoft.com/office/drawing/2014/main" id="{256A81D5-9C18-494E-B40A-A5C3D609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248400"/>
            <a:ext cx="17907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9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146">
            <a:extLst xmlns:a="http://schemas.openxmlformats.org/drawingml/2006/main">
              <a:ext uri="{FF2B5EF4-FFF2-40B4-BE49-F238E27FC236}">
                <a16:creationId xmlns:a16="http://schemas.microsoft.com/office/drawing/2014/main" id="{F9FF3202-A0DE-4F59-B44D-BAD7ECB8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7058025"/>
            <a:ext cx="1504950" cy="953"/>
          </a:xfrm>
          <a:custGeom xmlns:a="http://schemas.openxmlformats.org/drawingml/2006/main">
            <a:pathLst>
              <a:path w="1504950" h="953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421" name="path-147">
            <a:extLst xmlns:a="http://schemas.openxmlformats.org/drawingml/2006/main">
              <a:ext uri="{FF2B5EF4-FFF2-40B4-BE49-F238E27FC236}">
                <a16:creationId xmlns:a16="http://schemas.microsoft.com/office/drawing/2014/main" id="{9AE8EA45-1544-460A-81C1-E011B8B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6381750"/>
            <a:ext cx="953" cy="1352550"/>
          </a:xfrm>
          <a:custGeom xmlns:a="http://schemas.openxmlformats.org/drawingml/2006/main">
            <a:pathLst>
              <a:path w="953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422" name="visual-148">
            <a:extLst xmlns:a="http://schemas.openxmlformats.org/drawingml/2006/main">
              <a:ext uri="{FF2B5EF4-FFF2-40B4-BE49-F238E27FC236}">
                <a16:creationId xmlns:a16="http://schemas.microsoft.com/office/drawing/2014/main" id="{B079A1C2-9D17-4E5E-BB14-023BEA3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213" y="6653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visual-149">
            <a:extLst xmlns:a="http://schemas.openxmlformats.org/drawingml/2006/main">
              <a:ext uri="{FF2B5EF4-FFF2-40B4-BE49-F238E27FC236}">
                <a16:creationId xmlns:a16="http://schemas.microsoft.com/office/drawing/2014/main" id="{E5891AA9-AC4F-45EE-BF84-010320B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245" y="680143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visual-150">
            <a:extLst xmlns:a="http://schemas.openxmlformats.org/drawingml/2006/main">
              <a:ext uri="{FF2B5EF4-FFF2-40B4-BE49-F238E27FC236}">
                <a16:creationId xmlns:a16="http://schemas.microsoft.com/office/drawing/2014/main" id="{2289C4EC-0E3D-46AF-9B8D-2AA11A1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693" y="639250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visual-151">
            <a:extLst xmlns:a="http://schemas.openxmlformats.org/drawingml/2006/main">
              <a:ext uri="{FF2B5EF4-FFF2-40B4-BE49-F238E27FC236}">
                <a16:creationId xmlns:a16="http://schemas.microsoft.com/office/drawing/2014/main" id="{30AA5649-5748-45B7-9349-69411663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983" y="67046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visual-152">
            <a:extLst xmlns:a="http://schemas.openxmlformats.org/drawingml/2006/main">
              <a:ext uri="{FF2B5EF4-FFF2-40B4-BE49-F238E27FC236}">
                <a16:creationId xmlns:a16="http://schemas.microsoft.com/office/drawing/2014/main" id="{7B5C566F-13E8-432E-825A-D338049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342" y="673172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visual-153">
            <a:extLst xmlns:a="http://schemas.openxmlformats.org/drawingml/2006/main">
              <a:ext uri="{FF2B5EF4-FFF2-40B4-BE49-F238E27FC236}">
                <a16:creationId xmlns:a16="http://schemas.microsoft.com/office/drawing/2014/main" id="{BD67F7F4-1200-4EB7-9035-38794AF2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038" y="63950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visual-154">
            <a:extLst xmlns:a="http://schemas.openxmlformats.org/drawingml/2006/main">
              <a:ext uri="{FF2B5EF4-FFF2-40B4-BE49-F238E27FC236}">
                <a16:creationId xmlns:a16="http://schemas.microsoft.com/office/drawing/2014/main" id="{232211E8-AFA4-48D8-B6B8-B9B929A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63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155">
            <a:extLst xmlns:a="http://schemas.openxmlformats.org/drawingml/2006/main">
              <a:ext uri="{FF2B5EF4-FFF2-40B4-BE49-F238E27FC236}">
                <a16:creationId xmlns:a16="http://schemas.microsoft.com/office/drawing/2014/main" id="{9AAB603A-46AB-4A4F-A27D-CB7A4857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534150"/>
            <a:ext cx="190559" cy="127039"/>
          </a:xfrm>
          <a:custGeom xmlns:a="http://schemas.openxmlformats.org/drawingml/2006/main">
            <a:pathLst>
              <a:path w="190559" h="127039">
                <a:moveTo>
                  <a:pt x="0" y="0"/>
                </a:moveTo>
                <a:lnTo>
                  <a:pt x="190559" y="12703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6A96"/>
            </a:solidFill>
            <a:prstDash val="solid"/>
          </a:ln>
        </p:spPr>
      </p:sp>
      <p:sp>
        <p:nvSpPr>
          <p:cNvPr id="430" name="path-156">
            <a:extLst xmlns:a="http://schemas.openxmlformats.org/drawingml/2006/main">
              <a:ext uri="{FF2B5EF4-FFF2-40B4-BE49-F238E27FC236}">
                <a16:creationId xmlns:a16="http://schemas.microsoft.com/office/drawing/2014/main" id="{E86DAAC5-8B18-4245-A9AF-E2C05EC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018" y="6635828"/>
            <a:ext cx="60232" cy="50722"/>
          </a:xfrm>
          <a:custGeom xmlns:a="http://schemas.openxmlformats.org/drawingml/2006/main">
            <a:pathLst>
              <a:path w="60232" h="50722">
                <a:moveTo>
                  <a:pt x="60232" y="50722"/>
                </a:moveTo>
                <a:lnTo>
                  <a:pt x="0" y="38041"/>
                </a:lnTo>
                <a:lnTo>
                  <a:pt x="25361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visual-157">
            <a:extLst xmlns:a="http://schemas.openxmlformats.org/drawingml/2006/main">
              <a:ext uri="{FF2B5EF4-FFF2-40B4-BE49-F238E27FC236}">
                <a16:creationId xmlns:a16="http://schemas.microsoft.com/office/drawing/2014/main" id="{38E62294-842A-4D91-BD81-81127082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0334" y="746979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visual-158">
            <a:extLst xmlns:a="http://schemas.openxmlformats.org/drawingml/2006/main">
              <a:ext uri="{FF2B5EF4-FFF2-40B4-BE49-F238E27FC236}">
                <a16:creationId xmlns:a16="http://schemas.microsoft.com/office/drawing/2014/main" id="{FD299B4D-8C72-4EDD-B64D-ED4D303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898" y="7432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visual-159">
            <a:extLst xmlns:a="http://schemas.openxmlformats.org/drawingml/2006/main">
              <a:ext uri="{FF2B5EF4-FFF2-40B4-BE49-F238E27FC236}">
                <a16:creationId xmlns:a16="http://schemas.microsoft.com/office/drawing/2014/main" id="{FBA5CEED-A79C-467D-B6F5-DE44E09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7866" y="716054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visual-160">
            <a:extLst xmlns:a="http://schemas.openxmlformats.org/drawingml/2006/main">
              <a:ext uri="{FF2B5EF4-FFF2-40B4-BE49-F238E27FC236}">
                <a16:creationId xmlns:a16="http://schemas.microsoft.com/office/drawing/2014/main" id="{FA40EBE7-0962-460B-8B86-DF83F33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42" y="750126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visual-161">
            <a:extLst xmlns:a="http://schemas.openxmlformats.org/drawingml/2006/main">
              <a:ext uri="{FF2B5EF4-FFF2-40B4-BE49-F238E27FC236}">
                <a16:creationId xmlns:a16="http://schemas.microsoft.com/office/drawing/2014/main" id="{C5C72027-3C8A-47DD-9E1A-CBEA6EEC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582" y="734439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visual-162">
            <a:extLst xmlns:a="http://schemas.openxmlformats.org/drawingml/2006/main">
              <a:ext uri="{FF2B5EF4-FFF2-40B4-BE49-F238E27FC236}">
                <a16:creationId xmlns:a16="http://schemas.microsoft.com/office/drawing/2014/main" id="{E93235E1-441E-4306-9399-588E851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535" y="724198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visual-163">
            <a:extLst xmlns:a="http://schemas.openxmlformats.org/drawingml/2006/main">
              <a:ext uri="{FF2B5EF4-FFF2-40B4-BE49-F238E27FC236}">
                <a16:creationId xmlns:a16="http://schemas.microsoft.com/office/drawing/2014/main" id="{0B65B51F-97F7-42DB-A02D-1C95BF2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38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164">
            <a:extLst xmlns:a="http://schemas.openxmlformats.org/drawingml/2006/main">
              <a:ext uri="{FF2B5EF4-FFF2-40B4-BE49-F238E27FC236}">
                <a16:creationId xmlns:a16="http://schemas.microsoft.com/office/drawing/2014/main" id="{0212DB73-5273-4FB7-9050-142AC59A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291" y="7277100"/>
            <a:ext cx="190559" cy="127039"/>
          </a:xfrm>
          <a:custGeom xmlns:a="http://schemas.openxmlformats.org/drawingml/2006/main">
            <a:pathLst>
              <a:path w="190559" h="127039">
                <a:moveTo>
                  <a:pt x="190559" y="0"/>
                </a:moveTo>
                <a:lnTo>
                  <a:pt x="0" y="12703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6A96"/>
            </a:solidFill>
            <a:prstDash val="solid"/>
          </a:ln>
        </p:spPr>
      </p:sp>
      <p:sp>
        <p:nvSpPr>
          <p:cNvPr id="439" name="path-165">
            <a:extLst xmlns:a="http://schemas.openxmlformats.org/drawingml/2006/main">
              <a:ext uri="{FF2B5EF4-FFF2-40B4-BE49-F238E27FC236}">
                <a16:creationId xmlns:a16="http://schemas.microsoft.com/office/drawing/2014/main" id="{A8D02AEC-0C69-4A9A-9AB1-47C9AF3E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378778"/>
            <a:ext cx="60232" cy="50722"/>
          </a:xfrm>
          <a:custGeom xmlns:a="http://schemas.openxmlformats.org/drawingml/2006/main">
            <a:pathLst>
              <a:path w="60232" h="50722">
                <a:moveTo>
                  <a:pt x="0" y="50722"/>
                </a:moveTo>
                <a:lnTo>
                  <a:pt x="34871" y="0"/>
                </a:lnTo>
                <a:lnTo>
                  <a:pt x="60232" y="38041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visual-166">
            <a:extLst xmlns:a="http://schemas.openxmlformats.org/drawingml/2006/main">
              <a:ext uri="{FF2B5EF4-FFF2-40B4-BE49-F238E27FC236}">
                <a16:creationId xmlns:a16="http://schemas.microsoft.com/office/drawing/2014/main" id="{B0025AE1-EF9C-4F34-BA03-16544C69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390" y="676584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visual-167">
            <a:extLst xmlns:a="http://schemas.openxmlformats.org/drawingml/2006/main">
              <a:ext uri="{FF2B5EF4-FFF2-40B4-BE49-F238E27FC236}">
                <a16:creationId xmlns:a16="http://schemas.microsoft.com/office/drawing/2014/main" id="{1F12F400-3773-4317-AB2B-7CDBFE05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557" y="656048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visual-168">
            <a:extLst xmlns:a="http://schemas.openxmlformats.org/drawingml/2006/main">
              <a:ext uri="{FF2B5EF4-FFF2-40B4-BE49-F238E27FC236}">
                <a16:creationId xmlns:a16="http://schemas.microsoft.com/office/drawing/2014/main" id="{D3C6CDB6-FD01-44BE-98E5-B4D170E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321" y="6553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visual-169">
            <a:extLst xmlns:a="http://schemas.openxmlformats.org/drawingml/2006/main">
              <a:ext uri="{FF2B5EF4-FFF2-40B4-BE49-F238E27FC236}">
                <a16:creationId xmlns:a16="http://schemas.microsoft.com/office/drawing/2014/main" id="{E813A7B0-50DA-4827-AD95-5332FCD2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0" y="676254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visual-170">
            <a:extLst xmlns:a="http://schemas.openxmlformats.org/drawingml/2006/main">
              <a:ext uri="{FF2B5EF4-FFF2-40B4-BE49-F238E27FC236}">
                <a16:creationId xmlns:a16="http://schemas.microsoft.com/office/drawing/2014/main" id="{1C63F582-8714-4A76-A9F3-8F8E831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095" y="649551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visual-171">
            <a:extLst xmlns:a="http://schemas.openxmlformats.org/drawingml/2006/main">
              <a:ext uri="{FF2B5EF4-FFF2-40B4-BE49-F238E27FC236}">
                <a16:creationId xmlns:a16="http://schemas.microsoft.com/office/drawing/2014/main" id="{5A6EC3F2-9598-496E-8C03-893F874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9730" y="667549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visual-172">
            <a:extLst xmlns:a="http://schemas.openxmlformats.org/drawingml/2006/main">
              <a:ext uri="{FF2B5EF4-FFF2-40B4-BE49-F238E27FC236}">
                <a16:creationId xmlns:a16="http://schemas.microsoft.com/office/drawing/2014/main" id="{CB44DA74-F61F-472B-81C9-6405F93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663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173">
            <a:extLst xmlns:a="http://schemas.openxmlformats.org/drawingml/2006/main">
              <a:ext uri="{FF2B5EF4-FFF2-40B4-BE49-F238E27FC236}">
                <a16:creationId xmlns:a16="http://schemas.microsoft.com/office/drawing/2014/main" id="{0A437FE9-0D72-4A08-A9F0-CEB439C1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711911"/>
            <a:ext cx="190559" cy="127039"/>
          </a:xfrm>
          <a:custGeom xmlns:a="http://schemas.openxmlformats.org/drawingml/2006/main">
            <a:pathLst>
              <a:path w="190559" h="127039">
                <a:moveTo>
                  <a:pt x="0" y="127039"/>
                </a:moveTo>
                <a:lnTo>
                  <a:pt x="190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6A96"/>
            </a:solidFill>
            <a:prstDash val="solid"/>
          </a:ln>
        </p:spPr>
      </p:sp>
      <p:sp>
        <p:nvSpPr>
          <p:cNvPr id="448" name="path-174">
            <a:extLst xmlns:a="http://schemas.openxmlformats.org/drawingml/2006/main">
              <a:ext uri="{FF2B5EF4-FFF2-40B4-BE49-F238E27FC236}">
                <a16:creationId xmlns:a16="http://schemas.microsoft.com/office/drawing/2014/main" id="{FD30BCA8-1738-4DC9-9516-4BC44A31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7068" y="6686550"/>
            <a:ext cx="60232" cy="50722"/>
          </a:xfrm>
          <a:custGeom xmlns:a="http://schemas.openxmlformats.org/drawingml/2006/main">
            <a:pathLst>
              <a:path w="60232" h="50722">
                <a:moveTo>
                  <a:pt x="60232" y="0"/>
                </a:moveTo>
                <a:lnTo>
                  <a:pt x="25361" y="50722"/>
                </a:lnTo>
                <a:lnTo>
                  <a:pt x="0" y="1268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visual-175">
            <a:extLst xmlns:a="http://schemas.openxmlformats.org/drawingml/2006/main">
              <a:ext uri="{FF2B5EF4-FFF2-40B4-BE49-F238E27FC236}">
                <a16:creationId xmlns:a16="http://schemas.microsoft.com/office/drawing/2014/main" id="{655898A6-0F81-40E3-8A54-17DC071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259" y="749482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visual-176">
            <a:extLst xmlns:a="http://schemas.openxmlformats.org/drawingml/2006/main">
              <a:ext uri="{FF2B5EF4-FFF2-40B4-BE49-F238E27FC236}">
                <a16:creationId xmlns:a16="http://schemas.microsoft.com/office/drawing/2014/main" id="{1F7631B5-0EE5-4D79-BC31-A143648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429" y="721803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visual-177">
            <a:extLst xmlns:a="http://schemas.openxmlformats.org/drawingml/2006/main">
              <a:ext uri="{FF2B5EF4-FFF2-40B4-BE49-F238E27FC236}">
                <a16:creationId xmlns:a16="http://schemas.microsoft.com/office/drawing/2014/main" id="{D8940A77-9F8A-4D16-9B43-E50AB90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390" y="747925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visual-178">
            <a:extLst xmlns:a="http://schemas.openxmlformats.org/drawingml/2006/main">
              <a:ext uri="{FF2B5EF4-FFF2-40B4-BE49-F238E27FC236}">
                <a16:creationId xmlns:a16="http://schemas.microsoft.com/office/drawing/2014/main" id="{59CBB835-4E49-4E6B-8DB5-A8FADBF7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029" y="745830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visual-179">
            <a:extLst xmlns:a="http://schemas.openxmlformats.org/drawingml/2006/main">
              <a:ext uri="{FF2B5EF4-FFF2-40B4-BE49-F238E27FC236}">
                <a16:creationId xmlns:a16="http://schemas.microsoft.com/office/drawing/2014/main" id="{2D991361-7D72-4763-A3FB-7FEA350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819" y="720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visual-180">
            <a:extLst xmlns:a="http://schemas.openxmlformats.org/drawingml/2006/main">
              <a:ext uri="{FF2B5EF4-FFF2-40B4-BE49-F238E27FC236}">
                <a16:creationId xmlns:a16="http://schemas.microsoft.com/office/drawing/2014/main" id="{6287AAFF-CF39-4772-9D9A-17D3F2BD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881" y="758441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visual-181">
            <a:extLst xmlns:a="http://schemas.openxmlformats.org/drawingml/2006/main">
              <a:ext uri="{FF2B5EF4-FFF2-40B4-BE49-F238E27FC236}">
                <a16:creationId xmlns:a16="http://schemas.microsoft.com/office/drawing/2014/main" id="{BE8C5B95-CB71-4EBD-9F83-866051DB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738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182">
            <a:extLst xmlns:a="http://schemas.openxmlformats.org/drawingml/2006/main">
              <a:ext uri="{FF2B5EF4-FFF2-40B4-BE49-F238E27FC236}">
                <a16:creationId xmlns:a16="http://schemas.microsoft.com/office/drawing/2014/main" id="{B63DE538-552B-463B-BA7F-E3C5147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341" y="7454861"/>
            <a:ext cx="190559" cy="127039"/>
          </a:xfrm>
          <a:custGeom xmlns:a="http://schemas.openxmlformats.org/drawingml/2006/main">
            <a:pathLst>
              <a:path w="190559" h="127039">
                <a:moveTo>
                  <a:pt x="190559" y="1270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46A96"/>
            </a:solidFill>
            <a:prstDash val="solid"/>
          </a:ln>
        </p:spPr>
      </p:sp>
      <p:sp>
        <p:nvSpPr>
          <p:cNvPr id="457" name="path-183">
            <a:extLst xmlns:a="http://schemas.openxmlformats.org/drawingml/2006/main">
              <a:ext uri="{FF2B5EF4-FFF2-40B4-BE49-F238E27FC236}">
                <a16:creationId xmlns:a16="http://schemas.microsoft.com/office/drawing/2014/main" id="{D72DBAF8-71B8-4531-BAC4-DB82739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7429500"/>
            <a:ext cx="60232" cy="50722"/>
          </a:xfrm>
          <a:custGeom xmlns:a="http://schemas.openxmlformats.org/drawingml/2006/main">
            <a:pathLst>
              <a:path w="60232" h="50722">
                <a:moveTo>
                  <a:pt x="0" y="0"/>
                </a:moveTo>
                <a:lnTo>
                  <a:pt x="60232" y="12680"/>
                </a:lnTo>
                <a:lnTo>
                  <a:pt x="34871" y="50722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184">
            <a:extLst xmlns:a="http://schemas.openxmlformats.org/drawingml/2006/main">
              <a:ext uri="{FF2B5EF4-FFF2-40B4-BE49-F238E27FC236}">
                <a16:creationId xmlns:a16="http://schemas.microsoft.com/office/drawing/2014/main" id="{D5C24B69-DC5E-4C21-9864-68002A7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701" y="6096049"/>
            <a:ext cx="2354481" cy="601595"/>
          </a:xfrm>
          <a:custGeom xmlns:a="http://schemas.openxmlformats.org/drawingml/2006/main">
            <a:pathLst>
              <a:path w="2354481" h="601595">
                <a:moveTo>
                  <a:pt x="0" y="601595"/>
                </a:moveTo>
                <a:lnTo>
                  <a:pt x="18387" y="569487"/>
                </a:lnTo>
                <a:lnTo>
                  <a:pt x="38329" y="537896"/>
                </a:lnTo>
                <a:lnTo>
                  <a:pt x="59801" y="506862"/>
                </a:lnTo>
                <a:lnTo>
                  <a:pt x="82774" y="476427"/>
                </a:lnTo>
                <a:lnTo>
                  <a:pt x="107218" y="446630"/>
                </a:lnTo>
                <a:lnTo>
                  <a:pt x="133101" y="417512"/>
                </a:lnTo>
                <a:lnTo>
                  <a:pt x="160389" y="389109"/>
                </a:lnTo>
                <a:lnTo>
                  <a:pt x="189045" y="361460"/>
                </a:lnTo>
                <a:lnTo>
                  <a:pt x="219033" y="334601"/>
                </a:lnTo>
                <a:lnTo>
                  <a:pt x="250312" y="308568"/>
                </a:lnTo>
                <a:lnTo>
                  <a:pt x="282842" y="283393"/>
                </a:lnTo>
                <a:lnTo>
                  <a:pt x="316580" y="259112"/>
                </a:lnTo>
                <a:lnTo>
                  <a:pt x="351482" y="235754"/>
                </a:lnTo>
                <a:lnTo>
                  <a:pt x="387501" y="213353"/>
                </a:lnTo>
                <a:lnTo>
                  <a:pt x="424590" y="191935"/>
                </a:lnTo>
                <a:lnTo>
                  <a:pt x="462700" y="171531"/>
                </a:lnTo>
                <a:lnTo>
                  <a:pt x="501782" y="152167"/>
                </a:lnTo>
                <a:lnTo>
                  <a:pt x="541783" y="133867"/>
                </a:lnTo>
                <a:lnTo>
                  <a:pt x="582652" y="116657"/>
                </a:lnTo>
                <a:lnTo>
                  <a:pt x="624334" y="100559"/>
                </a:lnTo>
                <a:lnTo>
                  <a:pt x="666775" y="85594"/>
                </a:lnTo>
                <a:lnTo>
                  <a:pt x="709919" y="71782"/>
                </a:lnTo>
                <a:lnTo>
                  <a:pt x="753708" y="59140"/>
                </a:lnTo>
                <a:lnTo>
                  <a:pt x="798087" y="47687"/>
                </a:lnTo>
                <a:lnTo>
                  <a:pt x="842995" y="37435"/>
                </a:lnTo>
                <a:lnTo>
                  <a:pt x="888374" y="28400"/>
                </a:lnTo>
                <a:lnTo>
                  <a:pt x="934164" y="20593"/>
                </a:lnTo>
                <a:lnTo>
                  <a:pt x="980306" y="14025"/>
                </a:lnTo>
                <a:lnTo>
                  <a:pt x="1026738" y="8703"/>
                </a:lnTo>
                <a:lnTo>
                  <a:pt x="1073399" y="4635"/>
                </a:lnTo>
                <a:lnTo>
                  <a:pt x="1120229" y="1826"/>
                </a:lnTo>
                <a:lnTo>
                  <a:pt x="1167164" y="281"/>
                </a:lnTo>
                <a:lnTo>
                  <a:pt x="1214145" y="0"/>
                </a:lnTo>
                <a:lnTo>
                  <a:pt x="1261108" y="985"/>
                </a:lnTo>
                <a:lnTo>
                  <a:pt x="1307992" y="3233"/>
                </a:lnTo>
                <a:lnTo>
                  <a:pt x="1354735" y="6743"/>
                </a:lnTo>
                <a:lnTo>
                  <a:pt x="1401276" y="11510"/>
                </a:lnTo>
                <a:lnTo>
                  <a:pt x="1447554" y="17526"/>
                </a:lnTo>
                <a:lnTo>
                  <a:pt x="1493508" y="24785"/>
                </a:lnTo>
                <a:lnTo>
                  <a:pt x="1539077" y="33277"/>
                </a:lnTo>
                <a:lnTo>
                  <a:pt x="1584202" y="42990"/>
                </a:lnTo>
                <a:lnTo>
                  <a:pt x="1628822" y="53912"/>
                </a:lnTo>
                <a:lnTo>
                  <a:pt x="1672880" y="66028"/>
                </a:lnTo>
                <a:lnTo>
                  <a:pt x="1716317" y="79323"/>
                </a:lnTo>
                <a:lnTo>
                  <a:pt x="1759077" y="93779"/>
                </a:lnTo>
                <a:lnTo>
                  <a:pt x="1801102" y="109377"/>
                </a:lnTo>
                <a:lnTo>
                  <a:pt x="1842339" y="126097"/>
                </a:lnTo>
                <a:lnTo>
                  <a:pt x="1882731" y="143916"/>
                </a:lnTo>
                <a:lnTo>
                  <a:pt x="1922228" y="162811"/>
                </a:lnTo>
                <a:lnTo>
                  <a:pt x="1960775" y="182757"/>
                </a:lnTo>
                <a:lnTo>
                  <a:pt x="1998323" y="203728"/>
                </a:lnTo>
                <a:lnTo>
                  <a:pt x="2034823" y="225697"/>
                </a:lnTo>
                <a:lnTo>
                  <a:pt x="2070226" y="248634"/>
                </a:lnTo>
                <a:lnTo>
                  <a:pt x="2104486" y="272510"/>
                </a:lnTo>
                <a:lnTo>
                  <a:pt x="2137557" y="297292"/>
                </a:lnTo>
                <a:lnTo>
                  <a:pt x="2169396" y="322949"/>
                </a:lnTo>
                <a:lnTo>
                  <a:pt x="2199962" y="349446"/>
                </a:lnTo>
                <a:lnTo>
                  <a:pt x="2229214" y="376749"/>
                </a:lnTo>
                <a:lnTo>
                  <a:pt x="2257113" y="404821"/>
                </a:lnTo>
                <a:lnTo>
                  <a:pt x="2283624" y="433627"/>
                </a:lnTo>
                <a:lnTo>
                  <a:pt x="2308710" y="463127"/>
                </a:lnTo>
                <a:lnTo>
                  <a:pt x="2332339" y="493284"/>
                </a:lnTo>
                <a:lnTo>
                  <a:pt x="2354481" y="524057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246A96"/>
            </a:solidFill>
            <a:prstDash val="solid"/>
          </a:ln>
        </p:spPr>
      </p:sp>
      <p:sp>
        <p:nvSpPr>
          <p:cNvPr id="459" name="path-185">
            <a:extLst xmlns:a="http://schemas.openxmlformats.org/drawingml/2006/main">
              <a:ext uri="{FF2B5EF4-FFF2-40B4-BE49-F238E27FC236}">
                <a16:creationId xmlns:a16="http://schemas.microsoft.com/office/drawing/2014/main" id="{3B0ECFDF-6DF3-4127-8A2B-0AE0D7C3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174" y="6562333"/>
            <a:ext cx="38008" cy="57773"/>
          </a:xfrm>
          <a:custGeom xmlns:a="http://schemas.openxmlformats.org/drawingml/2006/main">
            <a:pathLst>
              <a:path w="38008" h="57773">
                <a:moveTo>
                  <a:pt x="38008" y="577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246A96"/>
            </a:solidFill>
            <a:prstDash val="solid"/>
          </a:ln>
        </p:spPr>
      </p:sp>
      <p:sp>
        <p:nvSpPr>
          <p:cNvPr id="460" name="path-186">
            <a:extLst xmlns:a="http://schemas.openxmlformats.org/drawingml/2006/main">
              <a:ext uri="{FF2B5EF4-FFF2-40B4-BE49-F238E27FC236}">
                <a16:creationId xmlns:a16="http://schemas.microsoft.com/office/drawing/2014/main" id="{30485E76-2057-4F00-BA52-783F7360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2954" y="6510736"/>
            <a:ext cx="117852" cy="140720"/>
          </a:xfrm>
          <a:custGeom xmlns:a="http://schemas.openxmlformats.org/drawingml/2006/main">
            <a:pathLst>
              <a:path w="117852" h="140720">
                <a:moveTo>
                  <a:pt x="117852" y="140720"/>
                </a:moveTo>
                <a:lnTo>
                  <a:pt x="0" y="58633"/>
                </a:lnTo>
                <a:lnTo>
                  <a:pt x="89123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187">
            <a:extLst xmlns:a="http://schemas.openxmlformats.org/drawingml/2006/main">
              <a:ext uri="{FF2B5EF4-FFF2-40B4-BE49-F238E27FC236}">
                <a16:creationId xmlns:a16="http://schemas.microsoft.com/office/drawing/2014/main" id="{2FF41F1D-90BC-4DD2-BAFA-56F7A54F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47" y="7387057"/>
            <a:ext cx="2327106" cy="632969"/>
          </a:xfrm>
          <a:custGeom xmlns:a="http://schemas.openxmlformats.org/drawingml/2006/main">
            <a:pathLst>
              <a:path w="2327106" h="632969">
                <a:moveTo>
                  <a:pt x="2327106" y="0"/>
                </a:moveTo>
                <a:lnTo>
                  <a:pt x="2310505" y="32079"/>
                </a:lnTo>
                <a:lnTo>
                  <a:pt x="2292371" y="63696"/>
                </a:lnTo>
                <a:lnTo>
                  <a:pt x="2272729" y="94813"/>
                </a:lnTo>
                <a:lnTo>
                  <a:pt x="2251602" y="125389"/>
                </a:lnTo>
                <a:lnTo>
                  <a:pt x="2229019" y="155385"/>
                </a:lnTo>
                <a:lnTo>
                  <a:pt x="2205007" y="184762"/>
                </a:lnTo>
                <a:lnTo>
                  <a:pt x="2179598" y="213484"/>
                </a:lnTo>
                <a:lnTo>
                  <a:pt x="2152823" y="241514"/>
                </a:lnTo>
                <a:lnTo>
                  <a:pt x="2124718" y="268816"/>
                </a:lnTo>
                <a:lnTo>
                  <a:pt x="2095317" y="295354"/>
                </a:lnTo>
                <a:lnTo>
                  <a:pt x="2064659" y="321096"/>
                </a:lnTo>
                <a:lnTo>
                  <a:pt x="2032782" y="346008"/>
                </a:lnTo>
                <a:lnTo>
                  <a:pt x="1999727" y="370059"/>
                </a:lnTo>
                <a:lnTo>
                  <a:pt x="1965537" y="393218"/>
                </a:lnTo>
                <a:lnTo>
                  <a:pt x="1930255" y="415455"/>
                </a:lnTo>
                <a:lnTo>
                  <a:pt x="1893926" y="436742"/>
                </a:lnTo>
                <a:lnTo>
                  <a:pt x="1856596" y="457052"/>
                </a:lnTo>
                <a:lnTo>
                  <a:pt x="1818314" y="476358"/>
                </a:lnTo>
                <a:lnTo>
                  <a:pt x="1779127" y="494637"/>
                </a:lnTo>
                <a:lnTo>
                  <a:pt x="1739086" y="511865"/>
                </a:lnTo>
                <a:lnTo>
                  <a:pt x="1698242" y="528019"/>
                </a:lnTo>
                <a:lnTo>
                  <a:pt x="1656648" y="543080"/>
                </a:lnTo>
                <a:lnTo>
                  <a:pt x="1614355" y="557028"/>
                </a:lnTo>
                <a:lnTo>
                  <a:pt x="1571419" y="569846"/>
                </a:lnTo>
                <a:lnTo>
                  <a:pt x="1527893" y="581516"/>
                </a:lnTo>
                <a:lnTo>
                  <a:pt x="1483834" y="592024"/>
                </a:lnTo>
                <a:lnTo>
                  <a:pt x="1439298" y="601357"/>
                </a:lnTo>
                <a:lnTo>
                  <a:pt x="1394341" y="609503"/>
                </a:lnTo>
                <a:lnTo>
                  <a:pt x="1349022" y="616451"/>
                </a:lnTo>
                <a:lnTo>
                  <a:pt x="1303397" y="622192"/>
                </a:lnTo>
                <a:lnTo>
                  <a:pt x="1257525" y="626720"/>
                </a:lnTo>
                <a:lnTo>
                  <a:pt x="1211464" y="630027"/>
                </a:lnTo>
                <a:lnTo>
                  <a:pt x="1165274" y="632111"/>
                </a:lnTo>
                <a:lnTo>
                  <a:pt x="1119013" y="632969"/>
                </a:lnTo>
                <a:lnTo>
                  <a:pt x="1072741" y="632599"/>
                </a:lnTo>
                <a:lnTo>
                  <a:pt x="1026515" y="631001"/>
                </a:lnTo>
                <a:lnTo>
                  <a:pt x="980396" y="628179"/>
                </a:lnTo>
                <a:lnTo>
                  <a:pt x="934442" y="624135"/>
                </a:lnTo>
                <a:lnTo>
                  <a:pt x="888712" y="618875"/>
                </a:lnTo>
                <a:lnTo>
                  <a:pt x="843265" y="612405"/>
                </a:lnTo>
                <a:lnTo>
                  <a:pt x="798157" y="604733"/>
                </a:lnTo>
                <a:lnTo>
                  <a:pt x="753447" y="595870"/>
                </a:lnTo>
                <a:lnTo>
                  <a:pt x="709192" y="585827"/>
                </a:lnTo>
                <a:lnTo>
                  <a:pt x="665448" y="574616"/>
                </a:lnTo>
                <a:lnTo>
                  <a:pt x="622271" y="562253"/>
                </a:lnTo>
                <a:lnTo>
                  <a:pt x="579716" y="548751"/>
                </a:lnTo>
                <a:lnTo>
                  <a:pt x="537838" y="534130"/>
                </a:lnTo>
                <a:lnTo>
                  <a:pt x="496690" y="518407"/>
                </a:lnTo>
                <a:lnTo>
                  <a:pt x="456324" y="501603"/>
                </a:lnTo>
                <a:lnTo>
                  <a:pt x="416792" y="483738"/>
                </a:lnTo>
                <a:lnTo>
                  <a:pt x="378145" y="464837"/>
                </a:lnTo>
                <a:lnTo>
                  <a:pt x="340431" y="444922"/>
                </a:lnTo>
                <a:lnTo>
                  <a:pt x="303699" y="424020"/>
                </a:lnTo>
                <a:lnTo>
                  <a:pt x="267996" y="402157"/>
                </a:lnTo>
                <a:lnTo>
                  <a:pt x="233367" y="379360"/>
                </a:lnTo>
                <a:lnTo>
                  <a:pt x="199857" y="355660"/>
                </a:lnTo>
                <a:lnTo>
                  <a:pt x="167508" y="331086"/>
                </a:lnTo>
                <a:lnTo>
                  <a:pt x="136361" y="305670"/>
                </a:lnTo>
                <a:lnTo>
                  <a:pt x="106457" y="279443"/>
                </a:lnTo>
                <a:lnTo>
                  <a:pt x="77833" y="252440"/>
                </a:lnTo>
                <a:lnTo>
                  <a:pt x="50526" y="224695"/>
                </a:lnTo>
                <a:lnTo>
                  <a:pt x="24570" y="196244"/>
                </a:lnTo>
                <a:lnTo>
                  <a:pt x="0" y="167122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246A96"/>
            </a:solidFill>
            <a:prstDash val="solid"/>
          </a:ln>
        </p:spPr>
      </p:sp>
      <p:sp>
        <p:nvSpPr>
          <p:cNvPr id="462" name="path-188">
            <a:extLst xmlns:a="http://schemas.openxmlformats.org/drawingml/2006/main">
              <a:ext uri="{FF2B5EF4-FFF2-40B4-BE49-F238E27FC236}">
                <a16:creationId xmlns:a16="http://schemas.microsoft.com/office/drawing/2014/main" id="{26F59BC3-4A32-44C5-A690-FED1C15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47" y="7554179"/>
            <a:ext cx="42361" cy="54438"/>
          </a:xfrm>
          <a:custGeom xmlns:a="http://schemas.openxmlformats.org/drawingml/2006/main">
            <a:pathLst>
              <a:path w="42361" h="54438">
                <a:moveTo>
                  <a:pt x="0" y="0"/>
                </a:moveTo>
                <a:lnTo>
                  <a:pt x="42361" y="54438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246A96"/>
            </a:solidFill>
            <a:prstDash val="solid"/>
          </a:ln>
        </p:spPr>
      </p:sp>
      <p:sp>
        <p:nvSpPr>
          <p:cNvPr id="463" name="path-189">
            <a:extLst xmlns:a="http://schemas.openxmlformats.org/drawingml/2006/main">
              <a:ext uri="{FF2B5EF4-FFF2-40B4-BE49-F238E27FC236}">
                <a16:creationId xmlns:a16="http://schemas.microsoft.com/office/drawing/2014/main" id="{C56C73B6-A8C2-4DC9-9196-2FA2F0E6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793" y="7524424"/>
            <a:ext cx="123990" cy="137998"/>
          </a:xfrm>
          <a:custGeom xmlns:a="http://schemas.openxmlformats.org/drawingml/2006/main">
            <a:pathLst>
              <a:path w="123990" h="137998">
                <a:moveTo>
                  <a:pt x="0" y="0"/>
                </a:moveTo>
                <a:lnTo>
                  <a:pt x="123990" y="72483"/>
                </a:lnTo>
                <a:lnTo>
                  <a:pt x="39798" y="137998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visual-190">
            <a:extLst xmlns:a="http://schemas.openxmlformats.org/drawingml/2006/main">
              <a:ext uri="{FF2B5EF4-FFF2-40B4-BE49-F238E27FC236}">
                <a16:creationId xmlns:a16="http://schemas.microsoft.com/office/drawing/2014/main" id="{0D370513-9810-450A-8578-F362A43C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7245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Predict intensity</a:t>
            </a:r>
          </a:p>
        </p:txBody>
      </p:sp>
      <p:sp>
        <p:nvSpPr>
          <p:cNvPr id="465" name="visual-191">
            <a:extLst xmlns:a="http://schemas.openxmlformats.org/drawingml/2006/main">
              <a:ext uri="{FF2B5EF4-FFF2-40B4-BE49-F238E27FC236}">
                <a16:creationId xmlns:a16="http://schemas.microsoft.com/office/drawing/2014/main" id="{239858C7-17DF-476D-9F41-5E5DA86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2772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symbols</a:t>
            </a:r>
          </a:p>
        </p:txBody>
      </p:sp>
      <p:sp>
        <p:nvSpPr>
          <p:cNvPr id="466" name="visual-192">
            <a:extLst xmlns:a="http://schemas.openxmlformats.org/drawingml/2006/main">
              <a:ext uri="{FF2B5EF4-FFF2-40B4-BE49-F238E27FC236}">
                <a16:creationId xmlns:a16="http://schemas.microsoft.com/office/drawing/2014/main" id="{3674970E-9F6A-4526-A1D5-0D2ACF5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210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1DF"/>
          </a:solidFill>
          <a:ln xmlns:a="http://schemas.openxmlformats.org/drawingml/2006/main" w="14288">
            <a:solidFill>
              <a:srgbClr val="B56D18"/>
            </a:solidFill>
            <a:prstDash val="solid"/>
          </a:ln>
        </p:spPr>
      </p:sp>
      <p:sp>
        <p:nvSpPr>
          <p:cNvPr id="467" name="visual-193">
            <a:extLst xmlns:a="http://schemas.openxmlformats.org/drawingml/2006/main">
              <a:ext uri="{FF2B5EF4-FFF2-40B4-BE49-F238E27FC236}">
                <a16:creationId xmlns:a16="http://schemas.microsoft.com/office/drawing/2014/main" id="{48EA4CE1-FB1D-4855-9AC3-DBB393D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200775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68" name="visual-194">
            <a:extLst xmlns:a="http://schemas.openxmlformats.org/drawingml/2006/main">
              <a:ext uri="{FF2B5EF4-FFF2-40B4-BE49-F238E27FC236}">
                <a16:creationId xmlns:a16="http://schemas.microsoft.com/office/drawing/2014/main" id="{F7DA916A-9A24-4C0C-A311-BDD16EC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7620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1DF"/>
          </a:solidFill>
          <a:ln xmlns:a="http://schemas.openxmlformats.org/drawingml/2006/main" w="14288">
            <a:solidFill>
              <a:srgbClr val="B56D18"/>
            </a:solidFill>
            <a:prstDash val="solid"/>
          </a:ln>
        </p:spPr>
      </p:sp>
      <p:sp>
        <p:nvSpPr>
          <p:cNvPr id="469" name="visual-195">
            <a:extLst xmlns:a="http://schemas.openxmlformats.org/drawingml/2006/main">
              <a:ext uri="{FF2B5EF4-FFF2-40B4-BE49-F238E27FC236}">
                <a16:creationId xmlns:a16="http://schemas.microsoft.com/office/drawing/2014/main" id="{4E2E9942-C05B-4FF8-A7F7-B6EC9CD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610475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470" name="visual-196">
            <a:extLst xmlns:a="http://schemas.openxmlformats.org/drawingml/2006/main">
              <a:ext uri="{FF2B5EF4-FFF2-40B4-BE49-F238E27FC236}">
                <a16:creationId xmlns:a16="http://schemas.microsoft.com/office/drawing/2014/main" id="{0174B73A-9773-4EC5-86A0-EFDA016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8848725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GS</a:t>
            </a:r>
          </a:p>
        </p:txBody>
      </p:sp>
      <p:sp>
        <p:nvSpPr>
          <p:cNvPr id="471" name="path-197">
            <a:extLst xmlns:a="http://schemas.openxmlformats.org/drawingml/2006/main">
              <a:ext uri="{FF2B5EF4-FFF2-40B4-BE49-F238E27FC236}">
                <a16:creationId xmlns:a16="http://schemas.microsoft.com/office/drawing/2014/main" id="{C38F77FA-CA6D-431C-82E7-7BF44192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058025"/>
            <a:ext cx="647700" cy="953"/>
          </a:xfrm>
          <a:custGeom xmlns:a="http://schemas.openxmlformats.org/drawingml/2006/main">
            <a:pathLst>
              <a:path w="647700" h="953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72" name="path-198">
            <a:extLst xmlns:a="http://schemas.openxmlformats.org/drawingml/2006/main">
              <a:ext uri="{FF2B5EF4-FFF2-40B4-BE49-F238E27FC236}">
                <a16:creationId xmlns:a16="http://schemas.microsoft.com/office/drawing/2014/main" id="{332EA645-BD8A-4941-B614-46104E5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58025"/>
            <a:ext cx="953" cy="2752725"/>
          </a:xfrm>
          <a:custGeom xmlns:a="http://schemas.openxmlformats.org/drawingml/2006/main">
            <a:pathLst>
              <a:path w="953" h="2752725">
                <a:moveTo>
                  <a:pt x="0" y="0"/>
                </a:moveTo>
                <a:lnTo>
                  <a:pt x="0" y="27527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73" name="path-199">
            <a:extLst xmlns:a="http://schemas.openxmlformats.org/drawingml/2006/main">
              <a:ext uri="{FF2B5EF4-FFF2-40B4-BE49-F238E27FC236}">
                <a16:creationId xmlns:a16="http://schemas.microsoft.com/office/drawing/2014/main" id="{8899E59B-6892-4B5A-B1E8-B7895E65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810750"/>
            <a:ext cx="5715000" cy="953"/>
          </a:xfrm>
          <a:custGeom xmlns:a="http://schemas.openxmlformats.org/drawingml/2006/main">
            <a:pathLst>
              <a:path w="5715000" h="953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74" name="path-200">
            <a:extLst xmlns:a="http://schemas.openxmlformats.org/drawingml/2006/main">
              <a:ext uri="{FF2B5EF4-FFF2-40B4-BE49-F238E27FC236}">
                <a16:creationId xmlns:a16="http://schemas.microsoft.com/office/drawing/2014/main" id="{A917E9EC-8241-4945-8C4C-9F28C27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515225"/>
            <a:ext cx="953" cy="2295525"/>
          </a:xfrm>
          <a:custGeom xmlns:a="http://schemas.openxmlformats.org/drawingml/2006/main">
            <a:pathLst>
              <a:path w="953" h="2295525">
                <a:moveTo>
                  <a:pt x="0" y="2295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75" name="path-201">
            <a:extLst xmlns:a="http://schemas.openxmlformats.org/drawingml/2006/main">
              <a:ext uri="{FF2B5EF4-FFF2-40B4-BE49-F238E27FC236}">
                <a16:creationId xmlns:a16="http://schemas.microsoft.com/office/drawing/2014/main" id="{FB726048-4E10-4D86-834F-085AB93F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9765" y="7515225"/>
            <a:ext cx="641985" cy="953"/>
          </a:xfrm>
          <a:custGeom xmlns:a="http://schemas.openxmlformats.org/drawingml/2006/main">
            <a:pathLst>
              <a:path w="641985" h="953">
                <a:moveTo>
                  <a:pt x="6419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76" name="path-202">
            <a:extLst xmlns:a="http://schemas.openxmlformats.org/drawingml/2006/main">
              <a:ext uri="{FF2B5EF4-FFF2-40B4-BE49-F238E27FC236}">
                <a16:creationId xmlns:a16="http://schemas.microsoft.com/office/drawing/2014/main" id="{66551E32-3053-4706-B5E2-C475A83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7469505"/>
            <a:ext cx="114300" cy="91440"/>
          </a:xfrm>
          <a:custGeom xmlns:a="http://schemas.openxmlformats.org/drawingml/2006/main"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visual-203">
            <a:extLst xmlns:a="http://schemas.openxmlformats.org/drawingml/2006/main">
              <a:ext uri="{FF2B5EF4-FFF2-40B4-BE49-F238E27FC236}">
                <a16:creationId xmlns:a16="http://schemas.microsoft.com/office/drawing/2014/main" id="{BED1DCD6-917A-4DFB-B782-A616FFDC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9610725"/>
            <a:ext cx="3286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visual-204">
            <a:extLst xmlns:a="http://schemas.openxmlformats.org/drawingml/2006/main">
              <a:ext uri="{FF2B5EF4-FFF2-40B4-BE49-F238E27FC236}">
                <a16:creationId xmlns:a16="http://schemas.microsoft.com/office/drawing/2014/main" id="{50607A58-D7C7-4FAB-BAE5-EAA9D5E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0"/>
            <a:ext cx="3152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Use learned channel</a:t>
            </a:r>
          </a:p>
        </p:txBody>
      </p:sp>
      <p:sp>
        <p:nvSpPr>
          <p:cNvPr id="479" name="path-205">
            <a:extLst xmlns:a="http://schemas.openxmlformats.org/drawingml/2006/main">
              <a:ext uri="{FF2B5EF4-FFF2-40B4-BE49-F238E27FC236}">
                <a16:creationId xmlns:a16="http://schemas.microsoft.com/office/drawing/2014/main" id="{F854541D-36F2-4DB3-BFE8-6CDD706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981825"/>
            <a:ext cx="539115" cy="953"/>
          </a:xfrm>
          <a:custGeom xmlns:a="http://schemas.openxmlformats.org/drawingml/2006/main">
            <a:pathLst>
              <a:path w="539115" h="953">
                <a:moveTo>
                  <a:pt x="0" y="0"/>
                </a:moveTo>
                <a:lnTo>
                  <a:pt x="539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96"/>
            </a:solidFill>
            <a:prstDash val="solid"/>
          </a:ln>
        </p:spPr>
      </p:sp>
      <p:sp>
        <p:nvSpPr>
          <p:cNvPr id="480" name="path-206">
            <a:extLst xmlns:a="http://schemas.openxmlformats.org/drawingml/2006/main">
              <a:ext uri="{FF2B5EF4-FFF2-40B4-BE49-F238E27FC236}">
                <a16:creationId xmlns:a16="http://schemas.microsoft.com/office/drawing/2014/main" id="{9515EA62-A0B4-497A-8F64-2AF39B6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932295"/>
            <a:ext cx="123825" cy="99060"/>
          </a:xfrm>
          <a:custGeom xmlns:a="http://schemas.openxmlformats.org/drawingml/2006/main"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207">
            <a:extLst xmlns:a="http://schemas.openxmlformats.org/drawingml/2006/main">
              <a:ext uri="{FF2B5EF4-FFF2-40B4-BE49-F238E27FC236}">
                <a16:creationId xmlns:a16="http://schemas.microsoft.com/office/drawing/2014/main" id="{FAAE170C-E8F6-4694-9337-CA56E01A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6953250"/>
            <a:ext cx="1657350" cy="953"/>
          </a:xfrm>
          <a:custGeom xmlns:a="http://schemas.openxmlformats.org/drawingml/2006/main"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482" name="path-208">
            <a:extLst xmlns:a="http://schemas.openxmlformats.org/drawingml/2006/main">
              <a:ext uri="{FF2B5EF4-FFF2-40B4-BE49-F238E27FC236}">
                <a16:creationId xmlns:a16="http://schemas.microsoft.com/office/drawing/2014/main" id="{E8A83089-DF12-41C5-B97C-5144BBB2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6191250"/>
            <a:ext cx="953" cy="1524000"/>
          </a:xfrm>
          <a:custGeom xmlns:a="http://schemas.openxmlformats.org/drawingml/2006/main">
            <a:pathLst>
              <a:path w="953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D9E2"/>
            </a:solidFill>
            <a:prstDash val="solid"/>
          </a:ln>
        </p:spPr>
      </p:sp>
      <p:sp>
        <p:nvSpPr>
          <p:cNvPr id="483" name="visual-209">
            <a:extLst xmlns:a="http://schemas.openxmlformats.org/drawingml/2006/main">
              <a:ext uri="{FF2B5EF4-FFF2-40B4-BE49-F238E27FC236}">
                <a16:creationId xmlns:a16="http://schemas.microsoft.com/office/drawing/2014/main" id="{CDE0B10B-1DD7-452B-9F2E-6867046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5895975"/>
            <a:ext cx="352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84" name="visual-210">
            <a:extLst xmlns:a="http://schemas.openxmlformats.org/drawingml/2006/main">
              <a:ext uri="{FF2B5EF4-FFF2-40B4-BE49-F238E27FC236}">
                <a16:creationId xmlns:a16="http://schemas.microsoft.com/office/drawing/2014/main" id="{55B7344F-CB0F-4FAB-9605-6D8580EA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6791325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85" name="visual-211">
            <a:extLst xmlns:a="http://schemas.openxmlformats.org/drawingml/2006/main">
              <a:ext uri="{FF2B5EF4-FFF2-40B4-BE49-F238E27FC236}">
                <a16:creationId xmlns:a16="http://schemas.microsoft.com/office/drawing/2014/main" id="{941A59B9-255D-4DDE-B713-FFBC37B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51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visual-212">
            <a:extLst xmlns:a="http://schemas.openxmlformats.org/drawingml/2006/main">
              <a:ext uri="{FF2B5EF4-FFF2-40B4-BE49-F238E27FC236}">
                <a16:creationId xmlns:a16="http://schemas.microsoft.com/office/drawing/2014/main" id="{BF874D31-A3DB-4796-9F49-1165AEF4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725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visual-213">
            <a:extLst xmlns:a="http://schemas.openxmlformats.org/drawingml/2006/main">
              <a:ext uri="{FF2B5EF4-FFF2-40B4-BE49-F238E27FC236}">
                <a16:creationId xmlns:a16="http://schemas.microsoft.com/office/drawing/2014/main" id="{191625DF-E9C6-401D-A10F-A401AB0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651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visual-214">
            <a:extLst xmlns:a="http://schemas.openxmlformats.org/drawingml/2006/main">
              <a:ext uri="{FF2B5EF4-FFF2-40B4-BE49-F238E27FC236}">
                <a16:creationId xmlns:a16="http://schemas.microsoft.com/office/drawing/2014/main" id="{0CED8BB2-87D8-4535-AFDC-2F6E7DCC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725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visual-215">
            <a:extLst xmlns:a="http://schemas.openxmlformats.org/drawingml/2006/main">
              <a:ext uri="{FF2B5EF4-FFF2-40B4-BE49-F238E27FC236}">
                <a16:creationId xmlns:a16="http://schemas.microsoft.com/office/drawing/2014/main" id="{A1C32073-F12B-4946-A22F-ED68764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800100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Resolved symbols</a:t>
            </a:r>
          </a:p>
        </p:txBody>
      </p:sp>
      <p:sp>
        <p:nvSpPr>
          <p:cNvPr id="490" name="path-216">
            <a:extLst xmlns:a="http://schemas.openxmlformats.org/drawingml/2006/main">
              <a:ext uri="{FF2B5EF4-FFF2-40B4-BE49-F238E27FC236}">
                <a16:creationId xmlns:a16="http://schemas.microsoft.com/office/drawing/2014/main" id="{4DD80317-A0A6-40E8-BD09-18C4410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420100"/>
            <a:ext cx="953" cy="220980"/>
          </a:xfrm>
          <a:custGeom xmlns:a="http://schemas.openxmlformats.org/drawingml/2006/main">
            <a:pathLst>
              <a:path w="953" h="220980">
                <a:moveTo>
                  <a:pt x="0" y="0"/>
                </a:moveTo>
                <a:lnTo>
                  <a:pt x="0" y="22098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6A96"/>
            </a:solidFill>
            <a:prstDash val="solid"/>
          </a:ln>
        </p:spPr>
      </p:sp>
      <p:sp>
        <p:nvSpPr>
          <p:cNvPr id="491" name="path-217">
            <a:extLst xmlns:a="http://schemas.openxmlformats.org/drawingml/2006/main">
              <a:ext uri="{FF2B5EF4-FFF2-40B4-BE49-F238E27FC236}">
                <a16:creationId xmlns:a16="http://schemas.microsoft.com/office/drawing/2014/main" id="{B638BE9C-006C-419F-9312-E37FF9B8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790" y="8620125"/>
            <a:ext cx="83820" cy="104775"/>
          </a:xfrm>
          <a:custGeom xmlns:a="http://schemas.openxmlformats.org/drawingml/2006/main">
            <a:pathLst>
              <a:path w="83820" h="104775">
                <a:moveTo>
                  <a:pt x="41910" y="104775"/>
                </a:moveTo>
                <a:lnTo>
                  <a:pt x="0" y="0"/>
                </a:lnTo>
                <a:lnTo>
                  <a:pt x="83820" y="0"/>
                </a:lnTo>
                <a:close/>
              </a:path>
            </a:pathLst>
          </a:cu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visual-218">
            <a:extLst xmlns:a="http://schemas.openxmlformats.org/drawingml/2006/main">
              <a:ext uri="{FF2B5EF4-FFF2-40B4-BE49-F238E27FC236}">
                <a16:creationId xmlns:a16="http://schemas.microsoft.com/office/drawing/2014/main" id="{41A670EF-DB31-4398-B0DF-2ACDE7C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8839200"/>
            <a:ext cx="31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93" name="visual-219">
            <a:extLst xmlns:a="http://schemas.openxmlformats.org/drawingml/2006/main">
              <a:ext uri="{FF2B5EF4-FFF2-40B4-BE49-F238E27FC236}">
                <a16:creationId xmlns:a16="http://schemas.microsoft.com/office/drawing/2014/main" id="{98030384-8B84-4602-8BDB-CACCBF2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9467850"/>
            <a:ext cx="31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94" name="path-220">
            <a:extLst xmlns:a="http://schemas.openxmlformats.org/drawingml/2006/main">
              <a:ext uri="{FF2B5EF4-FFF2-40B4-BE49-F238E27FC236}">
                <a16:creationId xmlns:a16="http://schemas.microsoft.com/office/drawing/2014/main" id="{D810231F-542C-49D0-B902-E68E78B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9020175"/>
            <a:ext cx="1800225" cy="953"/>
          </a:xfrm>
          <a:custGeom xmlns:a="http://schemas.openxmlformats.org/drawingml/2006/main"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9E2"/>
            </a:solidFill>
            <a:prstDash val="solid"/>
          </a:ln>
        </p:spPr>
      </p:sp>
      <p:sp>
        <p:nvSpPr>
          <p:cNvPr id="495" name="path-221">
            <a:extLst xmlns:a="http://schemas.openxmlformats.org/drawingml/2006/main">
              <a:ext uri="{FF2B5EF4-FFF2-40B4-BE49-F238E27FC236}">
                <a16:creationId xmlns:a16="http://schemas.microsoft.com/office/drawing/2014/main" id="{04CAF36B-B7E5-49E5-B084-91BF319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8810625"/>
            <a:ext cx="1800225" cy="419100"/>
          </a:xfrm>
          <a:custGeom xmlns:a="http://schemas.openxmlformats.org/drawingml/2006/main"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419100"/>
                </a:lnTo>
                <a:lnTo>
                  <a:pt x="450056" y="41910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0"/>
                </a:lnTo>
                <a:lnTo>
                  <a:pt x="900113" y="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0"/>
                </a:lnTo>
                <a:lnTo>
                  <a:pt x="1575197" y="0"/>
                </a:lnTo>
                <a:lnTo>
                  <a:pt x="1575197" y="419100"/>
                </a:lnTo>
                <a:lnTo>
                  <a:pt x="1800225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246A96"/>
            </a:solidFill>
            <a:prstDash val="solid"/>
          </a:ln>
        </p:spPr>
      </p:sp>
      <p:sp>
        <p:nvSpPr>
          <p:cNvPr id="496" name="visual-222">
            <a:extLst xmlns:a="http://schemas.openxmlformats.org/drawingml/2006/main">
              <a:ext uri="{FF2B5EF4-FFF2-40B4-BE49-F238E27FC236}">
                <a16:creationId xmlns:a16="http://schemas.microsoft.com/office/drawing/2014/main" id="{3BD4D3A0-379E-46FA-96EF-96BAACB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059" y="87801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visual-223">
            <a:extLst xmlns:a="http://schemas.openxmlformats.org/drawingml/2006/main">
              <a:ext uri="{FF2B5EF4-FFF2-40B4-BE49-F238E27FC236}">
                <a16:creationId xmlns:a16="http://schemas.microsoft.com/office/drawing/2014/main" id="{A0CB208C-C01E-463E-BCB9-38C585B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5087" y="91992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visual-224">
            <a:extLst xmlns:a="http://schemas.openxmlformats.org/drawingml/2006/main">
              <a:ext uri="{FF2B5EF4-FFF2-40B4-BE49-F238E27FC236}">
                <a16:creationId xmlns:a16="http://schemas.microsoft.com/office/drawing/2014/main" id="{A4628A06-0576-486C-87DA-49114B34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0115" y="91992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visual-225">
            <a:extLst xmlns:a="http://schemas.openxmlformats.org/drawingml/2006/main">
              <a:ext uri="{FF2B5EF4-FFF2-40B4-BE49-F238E27FC236}">
                <a16:creationId xmlns:a16="http://schemas.microsoft.com/office/drawing/2014/main" id="{FEE3CE9F-7E92-4959-A575-F9CE982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5143" y="87801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visual-226">
            <a:extLst xmlns:a="http://schemas.openxmlformats.org/drawingml/2006/main">
              <a:ext uri="{FF2B5EF4-FFF2-40B4-BE49-F238E27FC236}">
                <a16:creationId xmlns:a16="http://schemas.microsoft.com/office/drawing/2014/main" id="{9ED1051D-5AF6-4890-BE1E-0EC9278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0172" y="87801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visual-227">
            <a:extLst xmlns:a="http://schemas.openxmlformats.org/drawingml/2006/main">
              <a:ext uri="{FF2B5EF4-FFF2-40B4-BE49-F238E27FC236}">
                <a16:creationId xmlns:a16="http://schemas.microsoft.com/office/drawing/2014/main" id="{41B54AF5-6AE3-4254-B9B1-CA66869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200" y="91992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visual-228">
            <a:extLst xmlns:a="http://schemas.openxmlformats.org/drawingml/2006/main">
              <a:ext uri="{FF2B5EF4-FFF2-40B4-BE49-F238E27FC236}">
                <a16:creationId xmlns:a16="http://schemas.microsoft.com/office/drawing/2014/main" id="{B2E12AA8-B3CE-4C28-BBD9-16223D7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228" y="87801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visual-229">
            <a:extLst xmlns:a="http://schemas.openxmlformats.org/drawingml/2006/main">
              <a:ext uri="{FF2B5EF4-FFF2-40B4-BE49-F238E27FC236}">
                <a16:creationId xmlns:a16="http://schemas.microsoft.com/office/drawing/2014/main" id="{2D697618-B507-4925-938B-983B2B00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256" y="91992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230">
            <a:extLst xmlns:a="http://schemas.openxmlformats.org/drawingml/2006/main">
              <a:ext uri="{FF2B5EF4-FFF2-40B4-BE49-F238E27FC236}">
                <a16:creationId xmlns:a16="http://schemas.microsoft.com/office/drawing/2014/main" id="{618B1B36-8F11-4D8F-B3A5-4689F1FE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9648825"/>
            <a:ext cx="1800225" cy="953"/>
          </a:xfrm>
          <a:custGeom xmlns:a="http://schemas.openxmlformats.org/drawingml/2006/main"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9E2"/>
            </a:solidFill>
            <a:prstDash val="solid"/>
          </a:ln>
        </p:spPr>
      </p:sp>
      <p:sp>
        <p:nvSpPr>
          <p:cNvPr id="505" name="path-231">
            <a:extLst xmlns:a="http://schemas.openxmlformats.org/drawingml/2006/main">
              <a:ext uri="{FF2B5EF4-FFF2-40B4-BE49-F238E27FC236}">
                <a16:creationId xmlns:a16="http://schemas.microsoft.com/office/drawing/2014/main" id="{D3DBDC73-24D4-4F24-BE73-6D8E4BD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9439275"/>
            <a:ext cx="1800225" cy="419100"/>
          </a:xfrm>
          <a:custGeom xmlns:a="http://schemas.openxmlformats.org/drawingml/2006/main"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0"/>
                </a:lnTo>
                <a:lnTo>
                  <a:pt x="450056" y="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419100"/>
                </a:lnTo>
                <a:lnTo>
                  <a:pt x="900113" y="41910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419100"/>
                </a:lnTo>
                <a:lnTo>
                  <a:pt x="1575197" y="419100"/>
                </a:lnTo>
                <a:lnTo>
                  <a:pt x="1575197" y="0"/>
                </a:lnTo>
                <a:lnTo>
                  <a:pt x="1800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2C7A86"/>
            </a:solidFill>
            <a:prstDash val="solid"/>
          </a:ln>
        </p:spPr>
      </p:sp>
      <p:sp>
        <p:nvSpPr>
          <p:cNvPr id="506" name="visual-232">
            <a:extLst xmlns:a="http://schemas.openxmlformats.org/drawingml/2006/main">
              <a:ext uri="{FF2B5EF4-FFF2-40B4-BE49-F238E27FC236}">
                <a16:creationId xmlns:a16="http://schemas.microsoft.com/office/drawing/2014/main" id="{6EA7B0F4-3998-409A-809C-1F780BF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059" y="94087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visual-233">
            <a:extLst xmlns:a="http://schemas.openxmlformats.org/drawingml/2006/main">
              <a:ext uri="{FF2B5EF4-FFF2-40B4-BE49-F238E27FC236}">
                <a16:creationId xmlns:a16="http://schemas.microsoft.com/office/drawing/2014/main" id="{0A09445C-687F-4C8D-89DA-27A57122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5087" y="94087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visual-234">
            <a:extLst xmlns:a="http://schemas.openxmlformats.org/drawingml/2006/main">
              <a:ext uri="{FF2B5EF4-FFF2-40B4-BE49-F238E27FC236}">
                <a16:creationId xmlns:a16="http://schemas.microsoft.com/office/drawing/2014/main" id="{4AC8F77F-D1D1-45BD-8657-64D35DCE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0115" y="9827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visual-235">
            <a:extLst xmlns:a="http://schemas.openxmlformats.org/drawingml/2006/main">
              <a:ext uri="{FF2B5EF4-FFF2-40B4-BE49-F238E27FC236}">
                <a16:creationId xmlns:a16="http://schemas.microsoft.com/office/drawing/2014/main" id="{C2F0C8B2-9B48-4FC8-AE4F-7491E8E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5143" y="9827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visual-236">
            <a:extLst xmlns:a="http://schemas.openxmlformats.org/drawingml/2006/main">
              <a:ext uri="{FF2B5EF4-FFF2-40B4-BE49-F238E27FC236}">
                <a16:creationId xmlns:a16="http://schemas.microsoft.com/office/drawing/2014/main" id="{B64CCF64-4475-4710-9AC5-7ED696E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0172" y="94087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visual-237">
            <a:extLst xmlns:a="http://schemas.openxmlformats.org/drawingml/2006/main">
              <a:ext uri="{FF2B5EF4-FFF2-40B4-BE49-F238E27FC236}">
                <a16:creationId xmlns:a16="http://schemas.microsoft.com/office/drawing/2014/main" id="{E8205AA8-A4FE-4068-A51C-658A84A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5200" y="9827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visual-238">
            <a:extLst xmlns:a="http://schemas.openxmlformats.org/drawingml/2006/main">
              <a:ext uri="{FF2B5EF4-FFF2-40B4-BE49-F238E27FC236}">
                <a16:creationId xmlns:a16="http://schemas.microsoft.com/office/drawing/2014/main" id="{4BA24A16-E004-463F-8AAA-09C779E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228" y="9827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visual-239">
            <a:extLst xmlns:a="http://schemas.openxmlformats.org/drawingml/2006/main">
              <a:ext uri="{FF2B5EF4-FFF2-40B4-BE49-F238E27FC236}">
                <a16:creationId xmlns:a16="http://schemas.microsoft.com/office/drawing/2014/main" id="{6CDB5D33-9B35-4E66-A01D-261AD5C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256" y="94087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visual-240">
            <a:extLst xmlns:a="http://schemas.openxmlformats.org/drawingml/2006/main">
              <a:ext uri="{FF2B5EF4-FFF2-40B4-BE49-F238E27FC236}">
                <a16:creationId xmlns:a16="http://schemas.microsoft.com/office/drawing/2014/main" id="{752C528E-77B3-4132-A79A-CE4D7D7C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0001250"/>
            <a:ext cx="2981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symbol sequence</a:t>
            </a:r>
          </a:p>
        </p:txBody>
      </p:sp>
    </p:spTree>
    <p:extLst>
      <p:ext uri="{BB962C8B-B14F-4D97-AF65-F5344CB8AC3E}">
        <p14:creationId xmlns:p14="http://schemas.microsoft.com/office/powerpoint/2010/main" val="959585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2026-09-09T14:03:15.0560000Z</dcterms:created>
  <dcterms:modified xsi:type="dcterms:W3CDTF">2026-09-09T14:03:15.0560000Z</dcterms:modified>
</coreProperties>
</file>