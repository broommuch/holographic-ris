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88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0A0FDC-507E-4D68-828F-679028041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2E7B69-CD13-4C64-87E2-676853E2E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0754B0-2273-4B96-8F73-1224B6C1B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1B9B-E74C-4F6F-BC66-A31C718DA6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FA3386-7447-41FC-BD11-148E3BD6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C8855A-869F-44B5-B783-AA9B7309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F0C-2CA3-43C4-A342-9FCC4C602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53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37886-3615-420C-A964-689DC32C7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67BBEB-407B-42B0-A6A0-4C5B60F60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77832E-A6E7-4B62-BEB7-437125231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1B9B-E74C-4F6F-BC66-A31C718DA6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1B1348-FFB7-4E5B-A51D-53F487198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5C8934-7574-450E-BF2F-78910809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F0C-2CA3-43C4-A342-9FCC4C602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672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1CC51-7C5B-4B39-9E4E-4661D0C4D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FC5196-7B0B-4335-BD73-C2E01289F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71B109-4320-44E5-88EC-7DB483953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1B9B-E74C-4F6F-BC66-A31C718DA6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A2F609-A50E-4E44-AFAB-80FF0C1E3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4A9CD4-CB1F-4087-A2B0-0A89C682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F0C-2CA3-43C4-A342-9FCC4C602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049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EE882-37A1-4640-8D78-ADBA992E0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7A641A-C645-4D1A-8EAC-4B5219CF0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A8283C-E0C8-4DB0-AD61-F130C8476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B7A6E2-C66F-402F-83F2-64C6F17C0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1B9B-E74C-4F6F-BC66-A31C718DA6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171C03-D6DC-4DC1-A51B-C1A2AAE61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F499AF-99B4-4F98-A3CF-D94FB8D4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F0C-2CA3-43C4-A342-9FCC4C602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62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22213-779E-4973-9AE8-5DF3DD6DC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B0AD51-5E0E-4A9F-A4D5-7F033EB0A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5971D0-35AF-4CEC-BC66-F6272B43C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5D2FD6-DFA2-41F5-BD93-9B54343D7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B11844-FD6D-40B9-AA24-230187291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D69489-D481-4097-B16E-3A9D8BBDC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1B9B-E74C-4F6F-BC66-A31C718DA6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3D82F7B-ACB8-4C60-8AB6-0EC410543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8F08742-398F-4FB4-80D1-B9422DFF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F0C-2CA3-43C4-A342-9FCC4C602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328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E7C1FD-1488-4E8D-88D7-C4AFC2F8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B9843C-A253-4777-BF7E-DFB651C88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1B9B-E74C-4F6F-BC66-A31C718DA6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3C6DB9-D64B-4EE3-9DD8-FEFAF1B7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C1F5C1-A983-4DAA-A423-16F3F04E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F0C-2CA3-43C4-A342-9FCC4C602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648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0A173C-0A53-4132-BCC3-AD075876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1B9B-E74C-4F6F-BC66-A31C718DA6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9768FC0-EA55-4FE4-8481-385F74EA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1270CD-4B49-49B6-AC12-A4B22E131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F0C-2CA3-43C4-A342-9FCC4C602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38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9FF2D-5C0A-4711-A2BE-D1898F50F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E2F563-7768-42DB-B700-0B068250C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E5270A-B5FD-46EA-9F02-139F371BC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E0CB88-BEFD-4FE2-9111-7403D7777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1B9B-E74C-4F6F-BC66-A31C718DA6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C51B19-B44C-479C-A83E-11F531B1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AABBE7-DA08-4124-BDE2-A35F7A0E6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F0C-2CA3-43C4-A342-9FCC4C602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425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1E043-46E9-4CF6-B382-504318F80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330CC2-503D-4EFB-AB03-D796654B2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DB4E26-39BE-4528-AB32-0239BD36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260621-A51D-4B03-827F-8FA7A385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1B9B-E74C-4F6F-BC66-A31C718DA6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AE8FA4-23E3-496B-A320-6224F1093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10A213-0080-4FD8-9DCC-A839002E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F0C-2CA3-43C4-A342-9FCC4C602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171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47588-66CF-4383-B605-85DDA30F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215C98-6924-4E80-9622-C4EB3416D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C6BC1D-D599-49F1-8CC3-6358BE1EA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1B9B-E74C-4F6F-BC66-A31C718DA6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ADCFA4-D819-462C-BB61-E3503810C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A19BE1-3444-478B-B7DA-FFF13D18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F0C-2CA3-43C4-A342-9FCC4C602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5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755B6C-E698-4F6C-A1B6-70D9C23DEC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C797B1-29E1-4B5E-BF15-20BB719DA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E14A83-F9DD-48B4-9B36-69372532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1B9B-E74C-4F6F-BC66-A31C718DA6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75FFE1-4431-4033-BA7A-CB64B2D3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073F90-8539-45FD-A368-1161EB454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F0C-2CA3-43C4-A342-9FCC4C602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528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62F035-840E-4371-978A-BD42F2AFF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F7D617-D106-44C3-AB29-EFCC03129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10BE9C-6F1F-4B11-BBCE-AB1599AB0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91B9B-E74C-4F6F-BC66-A31C718DA6CC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9C1FBE-88BC-4850-AA28-49B4DE308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BCB18D-558F-4CE5-87BB-848421FA6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E8F0C-2CA3-43C4-A342-9FCC4C602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61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BCF1B73-2E38-48E6-AC9C-BEDAED88CA4F}"/>
              </a:ext>
            </a:extLst>
          </p:cNvPr>
          <p:cNvSpPr/>
          <p:nvPr/>
        </p:nvSpPr>
        <p:spPr>
          <a:xfrm>
            <a:off x="1295686" y="352234"/>
            <a:ext cx="1523716" cy="1120041"/>
          </a:xfrm>
          <a:prstGeom prst="roundRect">
            <a:avLst>
              <a:gd name="adj" fmla="val 15543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glow rad="127000">
              <a:schemeClr val="bg1"/>
            </a:glow>
            <a:softEdge rad="0"/>
          </a:effectLst>
          <a:scene3d>
            <a:camera prst="isometricTopUp"/>
            <a:lightRig rig="threePt" dir="t"/>
          </a:scene3d>
          <a:sp3d extrusionH="127000" contourW="12700" prstMaterial="matte">
            <a:extrusionClr>
              <a:schemeClr val="accent4"/>
            </a:extrusionClr>
            <a:contourClr>
              <a:schemeClr val="accent4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4A38A4-FDBA-40D6-96BD-D289B3DD424B}"/>
              </a:ext>
            </a:extLst>
          </p:cNvPr>
          <p:cNvSpPr txBox="1"/>
          <p:nvPr/>
        </p:nvSpPr>
        <p:spPr>
          <a:xfrm>
            <a:off x="2152650" y="542923"/>
            <a:ext cx="1595438" cy="369332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sadf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32FA68-D7C1-47FC-9ED1-FDA84046D5F4}"/>
              </a:ext>
            </a:extLst>
          </p:cNvPr>
          <p:cNvSpPr/>
          <p:nvPr/>
        </p:nvSpPr>
        <p:spPr>
          <a:xfrm>
            <a:off x="3852863" y="800100"/>
            <a:ext cx="1257300" cy="3028950"/>
          </a:xfrm>
          <a:prstGeom prst="rect">
            <a:avLst/>
          </a:prstGeom>
          <a:solidFill>
            <a:schemeClr val="accent4">
              <a:lumMod val="40000"/>
              <a:lumOff val="60000"/>
              <a:alpha val="86000"/>
            </a:schemeClr>
          </a:solidFill>
          <a:ln>
            <a:noFill/>
          </a:ln>
          <a:scene3d>
            <a:camera prst="isometricTopUp"/>
            <a:lightRig rig="threePt" dir="t"/>
          </a:scene3d>
          <a:sp3d extrusionH="63500">
            <a:extrusionClr>
              <a:schemeClr val="accent4">
                <a:lumMod val="20000"/>
                <a:lumOff val="8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322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Feng</dc:creator>
  <cp:lastModifiedBy>Feng</cp:lastModifiedBy>
  <cp:revision>5</cp:revision>
  <dcterms:created xsi:type="dcterms:W3CDTF">2026-09-17T03:10:48Z</dcterms:created>
  <dcterms:modified xsi:type="dcterms:W3CDTF">2026-09-17T03:31:46Z</dcterms:modified>
</cp:coreProperties>
</file>