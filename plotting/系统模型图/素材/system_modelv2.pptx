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4292263" cy="10439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8" userDrawn="1">
          <p15:clr>
            <a:srgbClr val="A4A3A4"/>
          </p15:clr>
        </p15:guide>
        <p15:guide id="2" pos="3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62" y="84"/>
      </p:cViewPr>
      <p:guideLst>
        <p:guide orient="horz" pos="3288"/>
        <p:guide pos="33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3941" y="3242986"/>
            <a:ext cx="9111318" cy="2237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7880" y="5915663"/>
            <a:ext cx="7503438" cy="266784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073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47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221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295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3688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442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516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590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744" y="6708287"/>
            <a:ext cx="9111318" cy="2073381"/>
          </a:xfrm>
        </p:spPr>
        <p:txBody>
          <a:bodyPr anchor="t"/>
          <a:lstStyle>
            <a:lvl1pPr algn="l">
              <a:defRPr sz="939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6744" y="4424666"/>
            <a:ext cx="9111318" cy="2283618"/>
          </a:xfrm>
        </p:spPr>
        <p:txBody>
          <a:bodyPr anchor="b"/>
          <a:lstStyle>
            <a:lvl1pPr marL="0" indent="0">
              <a:buNone/>
              <a:defRPr sz="4698">
                <a:solidFill>
                  <a:schemeClr val="tx1">
                    <a:tint val="75000"/>
                  </a:schemeClr>
                </a:solidFill>
              </a:defRPr>
            </a:lvl1pPr>
            <a:lvl2pPr marL="1073770" indent="0">
              <a:buNone/>
              <a:defRPr sz="4228">
                <a:solidFill>
                  <a:schemeClr val="tx1">
                    <a:tint val="75000"/>
                  </a:schemeClr>
                </a:solidFill>
              </a:defRPr>
            </a:lvl2pPr>
            <a:lvl3pPr marL="2147539" indent="0">
              <a:buNone/>
              <a:defRPr sz="3759">
                <a:solidFill>
                  <a:schemeClr val="tx1">
                    <a:tint val="75000"/>
                  </a:schemeClr>
                </a:solidFill>
              </a:defRPr>
            </a:lvl3pPr>
            <a:lvl4pPr marL="3221308" indent="0">
              <a:buNone/>
              <a:defRPr sz="3288">
                <a:solidFill>
                  <a:schemeClr val="tx1">
                    <a:tint val="75000"/>
                  </a:schemeClr>
                </a:solidFill>
              </a:defRPr>
            </a:lvl4pPr>
            <a:lvl5pPr marL="4295077" indent="0">
              <a:buNone/>
              <a:defRPr sz="3288">
                <a:solidFill>
                  <a:schemeClr val="tx1">
                    <a:tint val="75000"/>
                  </a:schemeClr>
                </a:solidFill>
              </a:defRPr>
            </a:lvl5pPr>
            <a:lvl6pPr marL="5368847" indent="0">
              <a:buNone/>
              <a:defRPr sz="3288">
                <a:solidFill>
                  <a:schemeClr val="tx1">
                    <a:tint val="75000"/>
                  </a:schemeClr>
                </a:solidFill>
              </a:defRPr>
            </a:lvl6pPr>
            <a:lvl7pPr marL="6442616" indent="0">
              <a:buNone/>
              <a:defRPr sz="3288">
                <a:solidFill>
                  <a:schemeClr val="tx1">
                    <a:tint val="75000"/>
                  </a:schemeClr>
                </a:solidFill>
              </a:defRPr>
            </a:lvl7pPr>
            <a:lvl8pPr marL="7516385" indent="0">
              <a:buNone/>
              <a:defRPr sz="3288">
                <a:solidFill>
                  <a:schemeClr val="tx1">
                    <a:tint val="75000"/>
                  </a:schemeClr>
                </a:solidFill>
              </a:defRPr>
            </a:lvl8pPr>
            <a:lvl9pPr marL="8590153" indent="0">
              <a:buNone/>
              <a:defRPr sz="32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5962" y="2435864"/>
            <a:ext cx="4734313" cy="6889521"/>
          </a:xfrm>
        </p:spPr>
        <p:txBody>
          <a:bodyPr/>
          <a:lstStyle>
            <a:lvl1pPr>
              <a:defRPr sz="6575"/>
            </a:lvl1pPr>
            <a:lvl2pPr>
              <a:defRPr sz="5638"/>
            </a:lvl2pPr>
            <a:lvl3pPr>
              <a:defRPr sz="4698"/>
            </a:lvl3pPr>
            <a:lvl4pPr>
              <a:defRPr sz="4228"/>
            </a:lvl4pPr>
            <a:lvl5pPr>
              <a:defRPr sz="4228"/>
            </a:lvl5pPr>
            <a:lvl6pPr>
              <a:defRPr sz="4228"/>
            </a:lvl6pPr>
            <a:lvl7pPr>
              <a:defRPr sz="4228"/>
            </a:lvl7pPr>
            <a:lvl8pPr>
              <a:defRPr sz="4228"/>
            </a:lvl8pPr>
            <a:lvl9pPr>
              <a:defRPr sz="42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8927" y="2435864"/>
            <a:ext cx="4734313" cy="6889521"/>
          </a:xfrm>
        </p:spPr>
        <p:txBody>
          <a:bodyPr/>
          <a:lstStyle>
            <a:lvl1pPr>
              <a:defRPr sz="6575"/>
            </a:lvl1pPr>
            <a:lvl2pPr>
              <a:defRPr sz="5638"/>
            </a:lvl2pPr>
            <a:lvl3pPr>
              <a:defRPr sz="4698"/>
            </a:lvl3pPr>
            <a:lvl4pPr>
              <a:defRPr sz="4228"/>
            </a:lvl4pPr>
            <a:lvl5pPr>
              <a:defRPr sz="4228"/>
            </a:lvl5pPr>
            <a:lvl6pPr>
              <a:defRPr sz="4228"/>
            </a:lvl6pPr>
            <a:lvl7pPr>
              <a:defRPr sz="4228"/>
            </a:lvl7pPr>
            <a:lvl8pPr>
              <a:defRPr sz="4228"/>
            </a:lvl8pPr>
            <a:lvl9pPr>
              <a:defRPr sz="42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60" y="2336786"/>
            <a:ext cx="4736173" cy="973860"/>
          </a:xfrm>
        </p:spPr>
        <p:txBody>
          <a:bodyPr anchor="b"/>
          <a:lstStyle>
            <a:lvl1pPr marL="0" indent="0">
              <a:buNone/>
              <a:defRPr sz="5638" b="1"/>
            </a:lvl1pPr>
            <a:lvl2pPr marL="1073770" indent="0">
              <a:buNone/>
              <a:defRPr sz="4698" b="1"/>
            </a:lvl2pPr>
            <a:lvl3pPr marL="2147539" indent="0">
              <a:buNone/>
              <a:defRPr sz="4228" b="1"/>
            </a:lvl3pPr>
            <a:lvl4pPr marL="3221308" indent="0">
              <a:buNone/>
              <a:defRPr sz="3759" b="1"/>
            </a:lvl4pPr>
            <a:lvl5pPr marL="4295077" indent="0">
              <a:buNone/>
              <a:defRPr sz="3759" b="1"/>
            </a:lvl5pPr>
            <a:lvl6pPr marL="5368847" indent="0">
              <a:buNone/>
              <a:defRPr sz="3759" b="1"/>
            </a:lvl6pPr>
            <a:lvl7pPr marL="6442616" indent="0">
              <a:buNone/>
              <a:defRPr sz="3759" b="1"/>
            </a:lvl7pPr>
            <a:lvl8pPr marL="7516385" indent="0">
              <a:buNone/>
              <a:defRPr sz="3759" b="1"/>
            </a:lvl8pPr>
            <a:lvl9pPr marL="8590153" indent="0">
              <a:buNone/>
              <a:defRPr sz="37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960" y="3310643"/>
            <a:ext cx="4736173" cy="6014738"/>
          </a:xfrm>
        </p:spPr>
        <p:txBody>
          <a:bodyPr/>
          <a:lstStyle>
            <a:lvl1pPr>
              <a:defRPr sz="5638"/>
            </a:lvl1pPr>
            <a:lvl2pPr>
              <a:defRPr sz="4698"/>
            </a:lvl2pPr>
            <a:lvl3pPr>
              <a:defRPr sz="4228"/>
            </a:lvl3pPr>
            <a:lvl4pPr>
              <a:defRPr sz="3759"/>
            </a:lvl4pPr>
            <a:lvl5pPr>
              <a:defRPr sz="3759"/>
            </a:lvl5pPr>
            <a:lvl6pPr>
              <a:defRPr sz="3759"/>
            </a:lvl6pPr>
            <a:lvl7pPr>
              <a:defRPr sz="3759"/>
            </a:lvl7pPr>
            <a:lvl8pPr>
              <a:defRPr sz="3759"/>
            </a:lvl8pPr>
            <a:lvl9pPr>
              <a:defRPr sz="375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5205" y="2336786"/>
            <a:ext cx="4738033" cy="973860"/>
          </a:xfrm>
        </p:spPr>
        <p:txBody>
          <a:bodyPr anchor="b"/>
          <a:lstStyle>
            <a:lvl1pPr marL="0" indent="0">
              <a:buNone/>
              <a:defRPr sz="5638" b="1"/>
            </a:lvl1pPr>
            <a:lvl2pPr marL="1073770" indent="0">
              <a:buNone/>
              <a:defRPr sz="4698" b="1"/>
            </a:lvl2pPr>
            <a:lvl3pPr marL="2147539" indent="0">
              <a:buNone/>
              <a:defRPr sz="4228" b="1"/>
            </a:lvl3pPr>
            <a:lvl4pPr marL="3221308" indent="0">
              <a:buNone/>
              <a:defRPr sz="3759" b="1"/>
            </a:lvl4pPr>
            <a:lvl5pPr marL="4295077" indent="0">
              <a:buNone/>
              <a:defRPr sz="3759" b="1"/>
            </a:lvl5pPr>
            <a:lvl6pPr marL="5368847" indent="0">
              <a:buNone/>
              <a:defRPr sz="3759" b="1"/>
            </a:lvl6pPr>
            <a:lvl7pPr marL="6442616" indent="0">
              <a:buNone/>
              <a:defRPr sz="3759" b="1"/>
            </a:lvl7pPr>
            <a:lvl8pPr marL="7516385" indent="0">
              <a:buNone/>
              <a:defRPr sz="3759" b="1"/>
            </a:lvl8pPr>
            <a:lvl9pPr marL="8590153" indent="0">
              <a:buNone/>
              <a:defRPr sz="37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5205" y="3310643"/>
            <a:ext cx="4738033" cy="6014738"/>
          </a:xfrm>
        </p:spPr>
        <p:txBody>
          <a:bodyPr/>
          <a:lstStyle>
            <a:lvl1pPr>
              <a:defRPr sz="5638"/>
            </a:lvl1pPr>
            <a:lvl2pPr>
              <a:defRPr sz="4698"/>
            </a:lvl2pPr>
            <a:lvl3pPr>
              <a:defRPr sz="4228"/>
            </a:lvl3pPr>
            <a:lvl4pPr>
              <a:defRPr sz="3759"/>
            </a:lvl4pPr>
            <a:lvl5pPr>
              <a:defRPr sz="3759"/>
            </a:lvl5pPr>
            <a:lvl6pPr>
              <a:defRPr sz="3759"/>
            </a:lvl6pPr>
            <a:lvl7pPr>
              <a:defRPr sz="3759"/>
            </a:lvl7pPr>
            <a:lvl8pPr>
              <a:defRPr sz="3759"/>
            </a:lvl8pPr>
            <a:lvl9pPr>
              <a:defRPr sz="375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963" y="415642"/>
            <a:ext cx="3526542" cy="1768898"/>
          </a:xfrm>
        </p:spPr>
        <p:txBody>
          <a:bodyPr anchor="b"/>
          <a:lstStyle>
            <a:lvl1pPr algn="l">
              <a:defRPr sz="4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0910" y="415649"/>
            <a:ext cx="5992329" cy="8909739"/>
          </a:xfrm>
        </p:spPr>
        <p:txBody>
          <a:bodyPr/>
          <a:lstStyle>
            <a:lvl1pPr>
              <a:defRPr sz="7515"/>
            </a:lvl1pPr>
            <a:lvl2pPr>
              <a:defRPr sz="6575"/>
            </a:lvl2pPr>
            <a:lvl3pPr>
              <a:defRPr sz="5638"/>
            </a:lvl3pPr>
            <a:lvl4pPr>
              <a:defRPr sz="4698"/>
            </a:lvl4pPr>
            <a:lvl5pPr>
              <a:defRPr sz="4698"/>
            </a:lvl5pPr>
            <a:lvl6pPr>
              <a:defRPr sz="4698"/>
            </a:lvl6pPr>
            <a:lvl7pPr>
              <a:defRPr sz="4698"/>
            </a:lvl7pPr>
            <a:lvl8pPr>
              <a:defRPr sz="4698"/>
            </a:lvl8pPr>
            <a:lvl9pPr>
              <a:defRPr sz="46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963" y="2184546"/>
            <a:ext cx="3526542" cy="7140841"/>
          </a:xfrm>
        </p:spPr>
        <p:txBody>
          <a:bodyPr/>
          <a:lstStyle>
            <a:lvl1pPr marL="0" indent="0">
              <a:buNone/>
              <a:defRPr sz="3288"/>
            </a:lvl1pPr>
            <a:lvl2pPr marL="1073770" indent="0">
              <a:buNone/>
              <a:defRPr sz="2818"/>
            </a:lvl2pPr>
            <a:lvl3pPr marL="2147539" indent="0">
              <a:buNone/>
              <a:defRPr sz="2349"/>
            </a:lvl3pPr>
            <a:lvl4pPr marL="3221308" indent="0">
              <a:buNone/>
              <a:defRPr sz="2113"/>
            </a:lvl4pPr>
            <a:lvl5pPr marL="4295077" indent="0">
              <a:buNone/>
              <a:defRPr sz="2113"/>
            </a:lvl5pPr>
            <a:lvl6pPr marL="5368847" indent="0">
              <a:buNone/>
              <a:defRPr sz="2113"/>
            </a:lvl6pPr>
            <a:lvl7pPr marL="6442616" indent="0">
              <a:buNone/>
              <a:defRPr sz="2113"/>
            </a:lvl7pPr>
            <a:lvl8pPr marL="7516385" indent="0">
              <a:buNone/>
              <a:defRPr sz="2113"/>
            </a:lvl8pPr>
            <a:lvl9pPr marL="8590153" indent="0">
              <a:buNone/>
              <a:defRPr sz="21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1039" y="7307583"/>
            <a:ext cx="6431518" cy="862701"/>
          </a:xfrm>
        </p:spPr>
        <p:txBody>
          <a:bodyPr anchor="b"/>
          <a:lstStyle>
            <a:lvl1pPr algn="l">
              <a:defRPr sz="4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01039" y="932780"/>
            <a:ext cx="6431518" cy="6263640"/>
          </a:xfrm>
        </p:spPr>
        <p:txBody>
          <a:bodyPr/>
          <a:lstStyle>
            <a:lvl1pPr marL="0" indent="0">
              <a:buNone/>
              <a:defRPr sz="7515"/>
            </a:lvl1pPr>
            <a:lvl2pPr marL="1073770" indent="0">
              <a:buNone/>
              <a:defRPr sz="6575"/>
            </a:lvl2pPr>
            <a:lvl3pPr marL="2147539" indent="0">
              <a:buNone/>
              <a:defRPr sz="5638"/>
            </a:lvl3pPr>
            <a:lvl4pPr marL="3221308" indent="0">
              <a:buNone/>
              <a:defRPr sz="4698"/>
            </a:lvl4pPr>
            <a:lvl5pPr marL="4295077" indent="0">
              <a:buNone/>
              <a:defRPr sz="4698"/>
            </a:lvl5pPr>
            <a:lvl6pPr marL="5368847" indent="0">
              <a:buNone/>
              <a:defRPr sz="4698"/>
            </a:lvl6pPr>
            <a:lvl7pPr marL="6442616" indent="0">
              <a:buNone/>
              <a:defRPr sz="4698"/>
            </a:lvl7pPr>
            <a:lvl8pPr marL="7516385" indent="0">
              <a:buNone/>
              <a:defRPr sz="4698"/>
            </a:lvl8pPr>
            <a:lvl9pPr marL="8590153" indent="0">
              <a:buNone/>
              <a:defRPr sz="46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1039" y="8170284"/>
            <a:ext cx="6431518" cy="1225178"/>
          </a:xfrm>
        </p:spPr>
        <p:txBody>
          <a:bodyPr/>
          <a:lstStyle>
            <a:lvl1pPr marL="0" indent="0">
              <a:buNone/>
              <a:defRPr sz="3288"/>
            </a:lvl1pPr>
            <a:lvl2pPr marL="1073770" indent="0">
              <a:buNone/>
              <a:defRPr sz="2818"/>
            </a:lvl2pPr>
            <a:lvl3pPr marL="2147539" indent="0">
              <a:buNone/>
              <a:defRPr sz="2349"/>
            </a:lvl3pPr>
            <a:lvl4pPr marL="3221308" indent="0">
              <a:buNone/>
              <a:defRPr sz="2113"/>
            </a:lvl4pPr>
            <a:lvl5pPr marL="4295077" indent="0">
              <a:buNone/>
              <a:defRPr sz="2113"/>
            </a:lvl5pPr>
            <a:lvl6pPr marL="5368847" indent="0">
              <a:buNone/>
              <a:defRPr sz="2113"/>
            </a:lvl6pPr>
            <a:lvl7pPr marL="6442616" indent="0">
              <a:buNone/>
              <a:defRPr sz="2113"/>
            </a:lvl7pPr>
            <a:lvl8pPr marL="7516385" indent="0">
              <a:buNone/>
              <a:defRPr sz="2113"/>
            </a:lvl8pPr>
            <a:lvl9pPr marL="8590153" indent="0">
              <a:buNone/>
              <a:defRPr sz="21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71418" y="418061"/>
            <a:ext cx="2411819" cy="89073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5962" y="418061"/>
            <a:ext cx="7056805" cy="89073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5960" y="418062"/>
            <a:ext cx="9647278" cy="1739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60" y="2435864"/>
            <a:ext cx="9647278" cy="6889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5961" y="9675783"/>
            <a:ext cx="2501146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2393" y="9675783"/>
            <a:ext cx="3394412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2093" y="9675783"/>
            <a:ext cx="2501146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73770" rtl="0" eaLnBrk="1" latinLnBrk="0" hangingPunct="1">
        <a:spcBef>
          <a:spcPct val="0"/>
        </a:spcBef>
        <a:buNone/>
        <a:defRPr sz="10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5327" indent="-805327" algn="l" defTabSz="1073770" rtl="0" eaLnBrk="1" latinLnBrk="0" hangingPunct="1">
        <a:spcBef>
          <a:spcPct val="20000"/>
        </a:spcBef>
        <a:buFont typeface="Arial"/>
        <a:buChar char="•"/>
        <a:defRPr sz="7515" kern="1200">
          <a:solidFill>
            <a:schemeClr val="tx1"/>
          </a:solidFill>
          <a:latin typeface="+mn-lt"/>
          <a:ea typeface="+mn-ea"/>
          <a:cs typeface="+mn-cs"/>
        </a:defRPr>
      </a:lvl1pPr>
      <a:lvl2pPr marL="1744876" indent="-671106" algn="l" defTabSz="1073770" rtl="0" eaLnBrk="1" latinLnBrk="0" hangingPunct="1">
        <a:spcBef>
          <a:spcPct val="20000"/>
        </a:spcBef>
        <a:buFont typeface="Arial"/>
        <a:buChar char="–"/>
        <a:defRPr sz="6575" kern="1200">
          <a:solidFill>
            <a:schemeClr val="tx1"/>
          </a:solidFill>
          <a:latin typeface="+mn-lt"/>
          <a:ea typeface="+mn-ea"/>
          <a:cs typeface="+mn-cs"/>
        </a:defRPr>
      </a:lvl2pPr>
      <a:lvl3pPr marL="2684423" indent="-536885" algn="l" defTabSz="1073770" rtl="0" eaLnBrk="1" latinLnBrk="0" hangingPunct="1">
        <a:spcBef>
          <a:spcPct val="20000"/>
        </a:spcBef>
        <a:buFont typeface="Arial"/>
        <a:buChar char="•"/>
        <a:defRPr sz="5638" kern="1200">
          <a:solidFill>
            <a:schemeClr val="tx1"/>
          </a:solidFill>
          <a:latin typeface="+mn-lt"/>
          <a:ea typeface="+mn-ea"/>
          <a:cs typeface="+mn-cs"/>
        </a:defRPr>
      </a:lvl3pPr>
      <a:lvl4pPr marL="3758194" indent="-536885" algn="l" defTabSz="1073770" rtl="0" eaLnBrk="1" latinLnBrk="0" hangingPunct="1">
        <a:spcBef>
          <a:spcPct val="20000"/>
        </a:spcBef>
        <a:buFont typeface="Arial"/>
        <a:buChar char="–"/>
        <a:defRPr sz="4698" kern="1200">
          <a:solidFill>
            <a:schemeClr val="tx1"/>
          </a:solidFill>
          <a:latin typeface="+mn-lt"/>
          <a:ea typeface="+mn-ea"/>
          <a:cs typeface="+mn-cs"/>
        </a:defRPr>
      </a:lvl4pPr>
      <a:lvl5pPr marL="4831963" indent="-536885" algn="l" defTabSz="1073770" rtl="0" eaLnBrk="1" latinLnBrk="0" hangingPunct="1">
        <a:spcBef>
          <a:spcPct val="20000"/>
        </a:spcBef>
        <a:buFont typeface="Arial"/>
        <a:buChar char="»"/>
        <a:defRPr sz="4698" kern="1200">
          <a:solidFill>
            <a:schemeClr val="tx1"/>
          </a:solidFill>
          <a:latin typeface="+mn-lt"/>
          <a:ea typeface="+mn-ea"/>
          <a:cs typeface="+mn-cs"/>
        </a:defRPr>
      </a:lvl5pPr>
      <a:lvl6pPr marL="5905731" indent="-536885" algn="l" defTabSz="1073770" rtl="0" eaLnBrk="1" latinLnBrk="0" hangingPunct="1">
        <a:spcBef>
          <a:spcPct val="20000"/>
        </a:spcBef>
        <a:buFont typeface="Arial"/>
        <a:buChar char="•"/>
        <a:defRPr sz="4698" kern="1200">
          <a:solidFill>
            <a:schemeClr val="tx1"/>
          </a:solidFill>
          <a:latin typeface="+mn-lt"/>
          <a:ea typeface="+mn-ea"/>
          <a:cs typeface="+mn-cs"/>
        </a:defRPr>
      </a:lvl6pPr>
      <a:lvl7pPr marL="6979502" indent="-536885" algn="l" defTabSz="1073770" rtl="0" eaLnBrk="1" latinLnBrk="0" hangingPunct="1">
        <a:spcBef>
          <a:spcPct val="20000"/>
        </a:spcBef>
        <a:buFont typeface="Arial"/>
        <a:buChar char="•"/>
        <a:defRPr sz="4698" kern="1200">
          <a:solidFill>
            <a:schemeClr val="tx1"/>
          </a:solidFill>
          <a:latin typeface="+mn-lt"/>
          <a:ea typeface="+mn-ea"/>
          <a:cs typeface="+mn-cs"/>
        </a:defRPr>
      </a:lvl7pPr>
      <a:lvl8pPr marL="8053270" indent="-536885" algn="l" defTabSz="1073770" rtl="0" eaLnBrk="1" latinLnBrk="0" hangingPunct="1">
        <a:spcBef>
          <a:spcPct val="20000"/>
        </a:spcBef>
        <a:buFont typeface="Arial"/>
        <a:buChar char="•"/>
        <a:defRPr sz="4698" kern="1200">
          <a:solidFill>
            <a:schemeClr val="tx1"/>
          </a:solidFill>
          <a:latin typeface="+mn-lt"/>
          <a:ea typeface="+mn-ea"/>
          <a:cs typeface="+mn-cs"/>
        </a:defRPr>
      </a:lvl8pPr>
      <a:lvl9pPr marL="9127040" indent="-536885" algn="l" defTabSz="1073770" rtl="0" eaLnBrk="1" latinLnBrk="0" hangingPunct="1">
        <a:spcBef>
          <a:spcPct val="20000"/>
        </a:spcBef>
        <a:buFont typeface="Arial"/>
        <a:buChar char="•"/>
        <a:defRPr sz="4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3770" rtl="0" eaLnBrk="1" latinLnBrk="0" hangingPunct="1">
        <a:defRPr sz="4228" kern="1200">
          <a:solidFill>
            <a:schemeClr val="tx1"/>
          </a:solidFill>
          <a:latin typeface="+mn-lt"/>
          <a:ea typeface="+mn-ea"/>
          <a:cs typeface="+mn-cs"/>
        </a:defRPr>
      </a:lvl1pPr>
      <a:lvl2pPr marL="1073770" algn="l" defTabSz="1073770" rtl="0" eaLnBrk="1" latinLnBrk="0" hangingPunct="1">
        <a:defRPr sz="4228" kern="1200">
          <a:solidFill>
            <a:schemeClr val="tx1"/>
          </a:solidFill>
          <a:latin typeface="+mn-lt"/>
          <a:ea typeface="+mn-ea"/>
          <a:cs typeface="+mn-cs"/>
        </a:defRPr>
      </a:lvl2pPr>
      <a:lvl3pPr marL="2147539" algn="l" defTabSz="1073770" rtl="0" eaLnBrk="1" latinLnBrk="0" hangingPunct="1">
        <a:defRPr sz="4228" kern="1200">
          <a:solidFill>
            <a:schemeClr val="tx1"/>
          </a:solidFill>
          <a:latin typeface="+mn-lt"/>
          <a:ea typeface="+mn-ea"/>
          <a:cs typeface="+mn-cs"/>
        </a:defRPr>
      </a:lvl3pPr>
      <a:lvl4pPr marL="3221308" algn="l" defTabSz="1073770" rtl="0" eaLnBrk="1" latinLnBrk="0" hangingPunct="1">
        <a:defRPr sz="4228" kern="1200">
          <a:solidFill>
            <a:schemeClr val="tx1"/>
          </a:solidFill>
          <a:latin typeface="+mn-lt"/>
          <a:ea typeface="+mn-ea"/>
          <a:cs typeface="+mn-cs"/>
        </a:defRPr>
      </a:lvl4pPr>
      <a:lvl5pPr marL="4295077" algn="l" defTabSz="1073770" rtl="0" eaLnBrk="1" latinLnBrk="0" hangingPunct="1">
        <a:defRPr sz="4228" kern="1200">
          <a:solidFill>
            <a:schemeClr val="tx1"/>
          </a:solidFill>
          <a:latin typeface="+mn-lt"/>
          <a:ea typeface="+mn-ea"/>
          <a:cs typeface="+mn-cs"/>
        </a:defRPr>
      </a:lvl5pPr>
      <a:lvl6pPr marL="5368847" algn="l" defTabSz="1073770" rtl="0" eaLnBrk="1" latinLnBrk="0" hangingPunct="1">
        <a:defRPr sz="4228" kern="1200">
          <a:solidFill>
            <a:schemeClr val="tx1"/>
          </a:solidFill>
          <a:latin typeface="+mn-lt"/>
          <a:ea typeface="+mn-ea"/>
          <a:cs typeface="+mn-cs"/>
        </a:defRPr>
      </a:lvl6pPr>
      <a:lvl7pPr marL="6442616" algn="l" defTabSz="1073770" rtl="0" eaLnBrk="1" latinLnBrk="0" hangingPunct="1">
        <a:defRPr sz="4228" kern="1200">
          <a:solidFill>
            <a:schemeClr val="tx1"/>
          </a:solidFill>
          <a:latin typeface="+mn-lt"/>
          <a:ea typeface="+mn-ea"/>
          <a:cs typeface="+mn-cs"/>
        </a:defRPr>
      </a:lvl7pPr>
      <a:lvl8pPr marL="7516385" algn="l" defTabSz="1073770" rtl="0" eaLnBrk="1" latinLnBrk="0" hangingPunct="1">
        <a:defRPr sz="4228" kern="1200">
          <a:solidFill>
            <a:schemeClr val="tx1"/>
          </a:solidFill>
          <a:latin typeface="+mn-lt"/>
          <a:ea typeface="+mn-ea"/>
          <a:cs typeface="+mn-cs"/>
        </a:defRPr>
      </a:lvl8pPr>
      <a:lvl9pPr marL="8590153" algn="l" defTabSz="1073770" rtl="0" eaLnBrk="1" latinLnBrk="0" hangingPunct="1">
        <a:defRPr sz="4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6D35075-FC14-4449-8620-C27C7F3818DB}"/>
              </a:ext>
            </a:extLst>
          </p:cNvPr>
          <p:cNvGrpSpPr/>
          <p:nvPr/>
        </p:nvGrpSpPr>
        <p:grpSpPr>
          <a:xfrm>
            <a:off x="96148" y="87021"/>
            <a:ext cx="14130331" cy="10183135"/>
            <a:chOff x="240632" y="319082"/>
            <a:chExt cx="14100446" cy="1016159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3F6BEA2-A268-46DE-92C1-933C90B43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71"/>
            <a:stretch/>
          </p:blipFill>
          <p:spPr>
            <a:xfrm>
              <a:off x="240632" y="319082"/>
              <a:ext cx="14100446" cy="10161598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09907EE-CC0B-4DE6-8DB2-473777E87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58714" y="4156422"/>
              <a:ext cx="207191" cy="6324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3496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eli su</dc:creator>
  <cp:keywords/>
  <dc:description>generated using python-pptx</dc:description>
  <cp:lastModifiedBy>Feng</cp:lastModifiedBy>
  <cp:revision>5</cp:revision>
  <dcterms:created xsi:type="dcterms:W3CDTF">2013-01-27T09:14:16Z</dcterms:created>
  <dcterms:modified xsi:type="dcterms:W3CDTF">2026-09-30T13:07:23Z</dcterms:modified>
  <cp:category/>
</cp:coreProperties>
</file>