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4400213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02" userDrawn="1">
          <p15:clr>
            <a:srgbClr val="A4A3A4"/>
          </p15:clr>
        </p15:guide>
        <p15:guide id="2" pos="34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986" y="78"/>
      </p:cViewPr>
      <p:guideLst>
        <p:guide orient="horz" pos="3402"/>
        <p:guide pos="340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12" y="3354929"/>
            <a:ext cx="9180136" cy="23149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0024" y="6119868"/>
            <a:ext cx="7560112" cy="275993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0630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21260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31890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42520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53150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63780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74410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85040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138" y="6939850"/>
            <a:ext cx="9180136" cy="2144953"/>
          </a:xfrm>
        </p:spPr>
        <p:txBody>
          <a:bodyPr anchor="t"/>
          <a:lstStyle>
            <a:lvl1pPr algn="l">
              <a:defRPr sz="93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38" y="4577403"/>
            <a:ext cx="9180136" cy="2362447"/>
          </a:xfrm>
        </p:spPr>
        <p:txBody>
          <a:bodyPr anchor="b"/>
          <a:lstStyle>
            <a:lvl1pPr marL="0" indent="0">
              <a:buNone/>
              <a:defRPr sz="4651">
                <a:solidFill>
                  <a:schemeClr val="tx1">
                    <a:tint val="75000"/>
                  </a:schemeClr>
                </a:solidFill>
              </a:defRPr>
            </a:lvl1pPr>
            <a:lvl2pPr marL="1063007" indent="0">
              <a:buNone/>
              <a:defRPr sz="4186">
                <a:solidFill>
                  <a:schemeClr val="tx1">
                    <a:tint val="75000"/>
                  </a:schemeClr>
                </a:solidFill>
              </a:defRPr>
            </a:lvl2pPr>
            <a:lvl3pPr marL="2126012" indent="0">
              <a:buNone/>
              <a:defRPr sz="3721">
                <a:solidFill>
                  <a:schemeClr val="tx1">
                    <a:tint val="75000"/>
                  </a:schemeClr>
                </a:solidFill>
              </a:defRPr>
            </a:lvl3pPr>
            <a:lvl4pPr marL="3189018" indent="0">
              <a:buNone/>
              <a:defRPr sz="3255">
                <a:solidFill>
                  <a:schemeClr val="tx1">
                    <a:tint val="75000"/>
                  </a:schemeClr>
                </a:solidFill>
              </a:defRPr>
            </a:lvl4pPr>
            <a:lvl5pPr marL="4252023" indent="0">
              <a:buNone/>
              <a:defRPr sz="3255">
                <a:solidFill>
                  <a:schemeClr val="tx1">
                    <a:tint val="75000"/>
                  </a:schemeClr>
                </a:solidFill>
              </a:defRPr>
            </a:lvl5pPr>
            <a:lvl6pPr marL="5315030" indent="0">
              <a:buNone/>
              <a:defRPr sz="3255">
                <a:solidFill>
                  <a:schemeClr val="tx1">
                    <a:tint val="75000"/>
                  </a:schemeClr>
                </a:solidFill>
              </a:defRPr>
            </a:lvl6pPr>
            <a:lvl7pPr marL="6378035" indent="0">
              <a:buNone/>
              <a:defRPr sz="3255">
                <a:solidFill>
                  <a:schemeClr val="tx1">
                    <a:tint val="75000"/>
                  </a:schemeClr>
                </a:solidFill>
              </a:defRPr>
            </a:lvl7pPr>
            <a:lvl8pPr marL="7441041" indent="0">
              <a:buNone/>
              <a:defRPr sz="3255">
                <a:solidFill>
                  <a:schemeClr val="tx1">
                    <a:tint val="75000"/>
                  </a:schemeClr>
                </a:solidFill>
              </a:defRPr>
            </a:lvl8pPr>
            <a:lvl9pPr marL="8504046" indent="0">
              <a:buNone/>
              <a:defRPr sz="325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0008" y="2519946"/>
            <a:ext cx="4770071" cy="7127344"/>
          </a:xfrm>
        </p:spPr>
        <p:txBody>
          <a:bodyPr/>
          <a:lstStyle>
            <a:lvl1pPr>
              <a:defRPr sz="6509"/>
            </a:lvl1pPr>
            <a:lvl2pPr>
              <a:defRPr sz="5581"/>
            </a:lvl2pPr>
            <a:lvl3pPr>
              <a:defRPr sz="4651"/>
            </a:lvl3pPr>
            <a:lvl4pPr>
              <a:defRPr sz="4186"/>
            </a:lvl4pPr>
            <a:lvl5pPr>
              <a:defRPr sz="4186"/>
            </a:lvl5pPr>
            <a:lvl6pPr>
              <a:defRPr sz="4186"/>
            </a:lvl6pPr>
            <a:lvl7pPr>
              <a:defRPr sz="4186"/>
            </a:lvl7pPr>
            <a:lvl8pPr>
              <a:defRPr sz="4186"/>
            </a:lvl8pPr>
            <a:lvl9pPr>
              <a:defRPr sz="418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90081" y="2519946"/>
            <a:ext cx="4770071" cy="7127344"/>
          </a:xfrm>
        </p:spPr>
        <p:txBody>
          <a:bodyPr/>
          <a:lstStyle>
            <a:lvl1pPr>
              <a:defRPr sz="6509"/>
            </a:lvl1pPr>
            <a:lvl2pPr>
              <a:defRPr sz="5581"/>
            </a:lvl2pPr>
            <a:lvl3pPr>
              <a:defRPr sz="4651"/>
            </a:lvl3pPr>
            <a:lvl4pPr>
              <a:defRPr sz="4186"/>
            </a:lvl4pPr>
            <a:lvl5pPr>
              <a:defRPr sz="4186"/>
            </a:lvl5pPr>
            <a:lvl6pPr>
              <a:defRPr sz="4186"/>
            </a:lvl6pPr>
            <a:lvl7pPr>
              <a:defRPr sz="4186"/>
            </a:lvl7pPr>
            <a:lvl8pPr>
              <a:defRPr sz="4186"/>
            </a:lvl8pPr>
            <a:lvl9pPr>
              <a:defRPr sz="418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0008" y="2417450"/>
            <a:ext cx="4771946" cy="1007477"/>
          </a:xfrm>
        </p:spPr>
        <p:txBody>
          <a:bodyPr anchor="b"/>
          <a:lstStyle>
            <a:lvl1pPr marL="0" indent="0">
              <a:buNone/>
              <a:defRPr sz="5581" b="1"/>
            </a:lvl1pPr>
            <a:lvl2pPr marL="1063007" indent="0">
              <a:buNone/>
              <a:defRPr sz="4651" b="1"/>
            </a:lvl2pPr>
            <a:lvl3pPr marL="2126012" indent="0">
              <a:buNone/>
              <a:defRPr sz="4186" b="1"/>
            </a:lvl3pPr>
            <a:lvl4pPr marL="3189018" indent="0">
              <a:buNone/>
              <a:defRPr sz="3721" b="1"/>
            </a:lvl4pPr>
            <a:lvl5pPr marL="4252023" indent="0">
              <a:buNone/>
              <a:defRPr sz="3721" b="1"/>
            </a:lvl5pPr>
            <a:lvl6pPr marL="5315030" indent="0">
              <a:buNone/>
              <a:defRPr sz="3721" b="1"/>
            </a:lvl6pPr>
            <a:lvl7pPr marL="6378035" indent="0">
              <a:buNone/>
              <a:defRPr sz="3721" b="1"/>
            </a:lvl7pPr>
            <a:lvl8pPr marL="7441041" indent="0">
              <a:buNone/>
              <a:defRPr sz="3721" b="1"/>
            </a:lvl8pPr>
            <a:lvl9pPr marL="8504046" indent="0">
              <a:buNone/>
              <a:defRPr sz="372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0008" y="3424925"/>
            <a:ext cx="4771946" cy="6222364"/>
          </a:xfrm>
        </p:spPr>
        <p:txBody>
          <a:bodyPr/>
          <a:lstStyle>
            <a:lvl1pPr>
              <a:defRPr sz="5581"/>
            </a:lvl1pPr>
            <a:lvl2pPr>
              <a:defRPr sz="4651"/>
            </a:lvl2pPr>
            <a:lvl3pPr>
              <a:defRPr sz="4186"/>
            </a:lvl3pPr>
            <a:lvl4pPr>
              <a:defRPr sz="3721"/>
            </a:lvl4pPr>
            <a:lvl5pPr>
              <a:defRPr sz="3721"/>
            </a:lvl5pPr>
            <a:lvl6pPr>
              <a:defRPr sz="3721"/>
            </a:lvl6pPr>
            <a:lvl7pPr>
              <a:defRPr sz="3721"/>
            </a:lvl7pPr>
            <a:lvl8pPr>
              <a:defRPr sz="3721"/>
            </a:lvl8pPr>
            <a:lvl9pPr>
              <a:defRPr sz="372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86333" y="2417450"/>
            <a:ext cx="4773820" cy="1007477"/>
          </a:xfrm>
        </p:spPr>
        <p:txBody>
          <a:bodyPr anchor="b"/>
          <a:lstStyle>
            <a:lvl1pPr marL="0" indent="0">
              <a:buNone/>
              <a:defRPr sz="5581" b="1"/>
            </a:lvl1pPr>
            <a:lvl2pPr marL="1063007" indent="0">
              <a:buNone/>
              <a:defRPr sz="4651" b="1"/>
            </a:lvl2pPr>
            <a:lvl3pPr marL="2126012" indent="0">
              <a:buNone/>
              <a:defRPr sz="4186" b="1"/>
            </a:lvl3pPr>
            <a:lvl4pPr marL="3189018" indent="0">
              <a:buNone/>
              <a:defRPr sz="3721" b="1"/>
            </a:lvl4pPr>
            <a:lvl5pPr marL="4252023" indent="0">
              <a:buNone/>
              <a:defRPr sz="3721" b="1"/>
            </a:lvl5pPr>
            <a:lvl6pPr marL="5315030" indent="0">
              <a:buNone/>
              <a:defRPr sz="3721" b="1"/>
            </a:lvl6pPr>
            <a:lvl7pPr marL="6378035" indent="0">
              <a:buNone/>
              <a:defRPr sz="3721" b="1"/>
            </a:lvl7pPr>
            <a:lvl8pPr marL="7441041" indent="0">
              <a:buNone/>
              <a:defRPr sz="3721" b="1"/>
            </a:lvl8pPr>
            <a:lvl9pPr marL="8504046" indent="0">
              <a:buNone/>
              <a:defRPr sz="372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86333" y="3424925"/>
            <a:ext cx="4773820" cy="6222364"/>
          </a:xfrm>
        </p:spPr>
        <p:txBody>
          <a:bodyPr/>
          <a:lstStyle>
            <a:lvl1pPr>
              <a:defRPr sz="5581"/>
            </a:lvl1pPr>
            <a:lvl2pPr>
              <a:defRPr sz="4651"/>
            </a:lvl2pPr>
            <a:lvl3pPr>
              <a:defRPr sz="4186"/>
            </a:lvl3pPr>
            <a:lvl4pPr>
              <a:defRPr sz="3721"/>
            </a:lvl4pPr>
            <a:lvl5pPr>
              <a:defRPr sz="3721"/>
            </a:lvl5pPr>
            <a:lvl6pPr>
              <a:defRPr sz="3721"/>
            </a:lvl6pPr>
            <a:lvl7pPr>
              <a:defRPr sz="3721"/>
            </a:lvl7pPr>
            <a:lvl8pPr>
              <a:defRPr sz="3721"/>
            </a:lvl8pPr>
            <a:lvl9pPr>
              <a:defRPr sz="372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010" y="429990"/>
            <a:ext cx="3553178" cy="1829960"/>
          </a:xfrm>
        </p:spPr>
        <p:txBody>
          <a:bodyPr anchor="b"/>
          <a:lstStyle>
            <a:lvl1pPr algn="l">
              <a:defRPr sz="4651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2563" y="429993"/>
            <a:ext cx="6037589" cy="9217299"/>
          </a:xfrm>
        </p:spPr>
        <p:txBody>
          <a:bodyPr/>
          <a:lstStyle>
            <a:lvl1pPr>
              <a:defRPr sz="7440"/>
            </a:lvl1pPr>
            <a:lvl2pPr>
              <a:defRPr sz="6509"/>
            </a:lvl2pPr>
            <a:lvl3pPr>
              <a:defRPr sz="5581"/>
            </a:lvl3pPr>
            <a:lvl4pPr>
              <a:defRPr sz="4651"/>
            </a:lvl4pPr>
            <a:lvl5pPr>
              <a:defRPr sz="4651"/>
            </a:lvl5pPr>
            <a:lvl6pPr>
              <a:defRPr sz="4651"/>
            </a:lvl6pPr>
            <a:lvl7pPr>
              <a:defRPr sz="4651"/>
            </a:lvl7pPr>
            <a:lvl8pPr>
              <a:defRPr sz="4651"/>
            </a:lvl8pPr>
            <a:lvl9pPr>
              <a:defRPr sz="46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0010" y="2259952"/>
            <a:ext cx="3553178" cy="7387339"/>
          </a:xfrm>
        </p:spPr>
        <p:txBody>
          <a:bodyPr/>
          <a:lstStyle>
            <a:lvl1pPr marL="0" indent="0">
              <a:buNone/>
              <a:defRPr sz="3255"/>
            </a:lvl1pPr>
            <a:lvl2pPr marL="1063007" indent="0">
              <a:buNone/>
              <a:defRPr sz="2790"/>
            </a:lvl2pPr>
            <a:lvl3pPr marL="2126012" indent="0">
              <a:buNone/>
              <a:defRPr sz="2325"/>
            </a:lvl3pPr>
            <a:lvl4pPr marL="3189018" indent="0">
              <a:buNone/>
              <a:defRPr sz="2092"/>
            </a:lvl4pPr>
            <a:lvl5pPr marL="4252023" indent="0">
              <a:buNone/>
              <a:defRPr sz="2092"/>
            </a:lvl5pPr>
            <a:lvl6pPr marL="5315030" indent="0">
              <a:buNone/>
              <a:defRPr sz="2092"/>
            </a:lvl6pPr>
            <a:lvl7pPr marL="6378035" indent="0">
              <a:buNone/>
              <a:defRPr sz="2092"/>
            </a:lvl7pPr>
            <a:lvl8pPr marL="7441041" indent="0">
              <a:buNone/>
              <a:defRPr sz="2092"/>
            </a:lvl8pPr>
            <a:lvl9pPr marL="8504046" indent="0">
              <a:buNone/>
              <a:defRPr sz="20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6907" y="7559834"/>
            <a:ext cx="6480096" cy="892481"/>
          </a:xfrm>
        </p:spPr>
        <p:txBody>
          <a:bodyPr anchor="b"/>
          <a:lstStyle>
            <a:lvl1pPr algn="l">
              <a:defRPr sz="4651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116907" y="964979"/>
            <a:ext cx="6480096" cy="6479858"/>
          </a:xfrm>
        </p:spPr>
        <p:txBody>
          <a:bodyPr/>
          <a:lstStyle>
            <a:lvl1pPr marL="0" indent="0">
              <a:buNone/>
              <a:defRPr sz="7440"/>
            </a:lvl1pPr>
            <a:lvl2pPr marL="1063007" indent="0">
              <a:buNone/>
              <a:defRPr sz="6509"/>
            </a:lvl2pPr>
            <a:lvl3pPr marL="2126012" indent="0">
              <a:buNone/>
              <a:defRPr sz="5581"/>
            </a:lvl3pPr>
            <a:lvl4pPr marL="3189018" indent="0">
              <a:buNone/>
              <a:defRPr sz="4651"/>
            </a:lvl4pPr>
            <a:lvl5pPr marL="4252023" indent="0">
              <a:buNone/>
              <a:defRPr sz="4651"/>
            </a:lvl5pPr>
            <a:lvl6pPr marL="5315030" indent="0">
              <a:buNone/>
              <a:defRPr sz="4651"/>
            </a:lvl6pPr>
            <a:lvl7pPr marL="6378035" indent="0">
              <a:buNone/>
              <a:defRPr sz="4651"/>
            </a:lvl7pPr>
            <a:lvl8pPr marL="7441041" indent="0">
              <a:buNone/>
              <a:defRPr sz="4651"/>
            </a:lvl8pPr>
            <a:lvl9pPr marL="8504046" indent="0">
              <a:buNone/>
              <a:defRPr sz="4651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16907" y="8452318"/>
            <a:ext cx="6480096" cy="1267471"/>
          </a:xfrm>
        </p:spPr>
        <p:txBody>
          <a:bodyPr/>
          <a:lstStyle>
            <a:lvl1pPr marL="0" indent="0">
              <a:buNone/>
              <a:defRPr sz="3255"/>
            </a:lvl1pPr>
            <a:lvl2pPr marL="1063007" indent="0">
              <a:buNone/>
              <a:defRPr sz="2790"/>
            </a:lvl2pPr>
            <a:lvl3pPr marL="2126012" indent="0">
              <a:buNone/>
              <a:defRPr sz="2325"/>
            </a:lvl3pPr>
            <a:lvl4pPr marL="3189018" indent="0">
              <a:buNone/>
              <a:defRPr sz="2092"/>
            </a:lvl4pPr>
            <a:lvl5pPr marL="4252023" indent="0">
              <a:buNone/>
              <a:defRPr sz="2092"/>
            </a:lvl5pPr>
            <a:lvl6pPr marL="5315030" indent="0">
              <a:buNone/>
              <a:defRPr sz="2092"/>
            </a:lvl6pPr>
            <a:lvl7pPr marL="6378035" indent="0">
              <a:buNone/>
              <a:defRPr sz="2092"/>
            </a:lvl7pPr>
            <a:lvl8pPr marL="7441041" indent="0">
              <a:buNone/>
              <a:defRPr sz="2092"/>
            </a:lvl8pPr>
            <a:lvl9pPr marL="8504046" indent="0">
              <a:buNone/>
              <a:defRPr sz="20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30115" y="432492"/>
            <a:ext cx="2430036" cy="921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0008" y="432492"/>
            <a:ext cx="7110105" cy="921479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0008" y="432493"/>
            <a:ext cx="9720144" cy="17999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0008" y="2519946"/>
            <a:ext cx="9720144" cy="71273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008" y="10009783"/>
            <a:ext cx="2520037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7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90055" y="10009783"/>
            <a:ext cx="3420050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7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40114" y="10009783"/>
            <a:ext cx="2520037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7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063007" rtl="0" eaLnBrk="1" latinLnBrk="0" hangingPunct="1">
        <a:spcBef>
          <a:spcPct val="0"/>
        </a:spcBef>
        <a:buNone/>
        <a:defRPr sz="1023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97255" indent="-797255" algn="l" defTabSz="1063007" rtl="0" eaLnBrk="1" latinLnBrk="0" hangingPunct="1">
        <a:spcBef>
          <a:spcPct val="20000"/>
        </a:spcBef>
        <a:buFont typeface="Arial"/>
        <a:buChar char="•"/>
        <a:defRPr sz="7440" kern="1200">
          <a:solidFill>
            <a:schemeClr val="tx1"/>
          </a:solidFill>
          <a:latin typeface="+mn-lt"/>
          <a:ea typeface="+mn-ea"/>
          <a:cs typeface="+mn-cs"/>
        </a:defRPr>
      </a:lvl1pPr>
      <a:lvl2pPr marL="1727385" indent="-664379" algn="l" defTabSz="1063007" rtl="0" eaLnBrk="1" latinLnBrk="0" hangingPunct="1">
        <a:spcBef>
          <a:spcPct val="20000"/>
        </a:spcBef>
        <a:buFont typeface="Arial"/>
        <a:buChar char="–"/>
        <a:defRPr sz="6509" kern="1200">
          <a:solidFill>
            <a:schemeClr val="tx1"/>
          </a:solidFill>
          <a:latin typeface="+mn-lt"/>
          <a:ea typeface="+mn-ea"/>
          <a:cs typeface="+mn-cs"/>
        </a:defRPr>
      </a:lvl2pPr>
      <a:lvl3pPr marL="2657514" indent="-531503" algn="l" defTabSz="1063007" rtl="0" eaLnBrk="1" latinLnBrk="0" hangingPunct="1">
        <a:spcBef>
          <a:spcPct val="20000"/>
        </a:spcBef>
        <a:buFont typeface="Arial"/>
        <a:buChar char="•"/>
        <a:defRPr sz="5581" kern="1200">
          <a:solidFill>
            <a:schemeClr val="tx1"/>
          </a:solidFill>
          <a:latin typeface="+mn-lt"/>
          <a:ea typeface="+mn-ea"/>
          <a:cs typeface="+mn-cs"/>
        </a:defRPr>
      </a:lvl3pPr>
      <a:lvl4pPr marL="3720521" indent="-531503" algn="l" defTabSz="1063007" rtl="0" eaLnBrk="1" latinLnBrk="0" hangingPunct="1">
        <a:spcBef>
          <a:spcPct val="20000"/>
        </a:spcBef>
        <a:buFont typeface="Arial"/>
        <a:buChar char="–"/>
        <a:defRPr sz="4651" kern="1200">
          <a:solidFill>
            <a:schemeClr val="tx1"/>
          </a:solidFill>
          <a:latin typeface="+mn-lt"/>
          <a:ea typeface="+mn-ea"/>
          <a:cs typeface="+mn-cs"/>
        </a:defRPr>
      </a:lvl4pPr>
      <a:lvl5pPr marL="4783527" indent="-531503" algn="l" defTabSz="1063007" rtl="0" eaLnBrk="1" latinLnBrk="0" hangingPunct="1">
        <a:spcBef>
          <a:spcPct val="20000"/>
        </a:spcBef>
        <a:buFont typeface="Arial"/>
        <a:buChar char="»"/>
        <a:defRPr sz="4651" kern="1200">
          <a:solidFill>
            <a:schemeClr val="tx1"/>
          </a:solidFill>
          <a:latin typeface="+mn-lt"/>
          <a:ea typeface="+mn-ea"/>
          <a:cs typeface="+mn-cs"/>
        </a:defRPr>
      </a:lvl5pPr>
      <a:lvl6pPr marL="5846532" indent="-531503" algn="l" defTabSz="1063007" rtl="0" eaLnBrk="1" latinLnBrk="0" hangingPunct="1">
        <a:spcBef>
          <a:spcPct val="20000"/>
        </a:spcBef>
        <a:buFont typeface="Arial"/>
        <a:buChar char="•"/>
        <a:defRPr sz="4651" kern="1200">
          <a:solidFill>
            <a:schemeClr val="tx1"/>
          </a:solidFill>
          <a:latin typeface="+mn-lt"/>
          <a:ea typeface="+mn-ea"/>
          <a:cs typeface="+mn-cs"/>
        </a:defRPr>
      </a:lvl6pPr>
      <a:lvl7pPr marL="6909539" indent="-531503" algn="l" defTabSz="1063007" rtl="0" eaLnBrk="1" latinLnBrk="0" hangingPunct="1">
        <a:spcBef>
          <a:spcPct val="20000"/>
        </a:spcBef>
        <a:buFont typeface="Arial"/>
        <a:buChar char="•"/>
        <a:defRPr sz="4651" kern="1200">
          <a:solidFill>
            <a:schemeClr val="tx1"/>
          </a:solidFill>
          <a:latin typeface="+mn-lt"/>
          <a:ea typeface="+mn-ea"/>
          <a:cs typeface="+mn-cs"/>
        </a:defRPr>
      </a:lvl7pPr>
      <a:lvl8pPr marL="7972544" indent="-531503" algn="l" defTabSz="1063007" rtl="0" eaLnBrk="1" latinLnBrk="0" hangingPunct="1">
        <a:spcBef>
          <a:spcPct val="20000"/>
        </a:spcBef>
        <a:buFont typeface="Arial"/>
        <a:buChar char="•"/>
        <a:defRPr sz="4651" kern="1200">
          <a:solidFill>
            <a:schemeClr val="tx1"/>
          </a:solidFill>
          <a:latin typeface="+mn-lt"/>
          <a:ea typeface="+mn-ea"/>
          <a:cs typeface="+mn-cs"/>
        </a:defRPr>
      </a:lvl8pPr>
      <a:lvl9pPr marL="9035550" indent="-531503" algn="l" defTabSz="1063007" rtl="0" eaLnBrk="1" latinLnBrk="0" hangingPunct="1">
        <a:spcBef>
          <a:spcPct val="20000"/>
        </a:spcBef>
        <a:buFont typeface="Arial"/>
        <a:buChar char="•"/>
        <a:defRPr sz="46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63007" rtl="0" eaLnBrk="1" latinLnBrk="0" hangingPunct="1">
        <a:defRPr sz="4186" kern="1200">
          <a:solidFill>
            <a:schemeClr val="tx1"/>
          </a:solidFill>
          <a:latin typeface="+mn-lt"/>
          <a:ea typeface="+mn-ea"/>
          <a:cs typeface="+mn-cs"/>
        </a:defRPr>
      </a:lvl1pPr>
      <a:lvl2pPr marL="1063007" algn="l" defTabSz="1063007" rtl="0" eaLnBrk="1" latinLnBrk="0" hangingPunct="1">
        <a:defRPr sz="4186" kern="1200">
          <a:solidFill>
            <a:schemeClr val="tx1"/>
          </a:solidFill>
          <a:latin typeface="+mn-lt"/>
          <a:ea typeface="+mn-ea"/>
          <a:cs typeface="+mn-cs"/>
        </a:defRPr>
      </a:lvl2pPr>
      <a:lvl3pPr marL="2126012" algn="l" defTabSz="1063007" rtl="0" eaLnBrk="1" latinLnBrk="0" hangingPunct="1">
        <a:defRPr sz="4186" kern="1200">
          <a:solidFill>
            <a:schemeClr val="tx1"/>
          </a:solidFill>
          <a:latin typeface="+mn-lt"/>
          <a:ea typeface="+mn-ea"/>
          <a:cs typeface="+mn-cs"/>
        </a:defRPr>
      </a:lvl3pPr>
      <a:lvl4pPr marL="3189018" algn="l" defTabSz="1063007" rtl="0" eaLnBrk="1" latinLnBrk="0" hangingPunct="1">
        <a:defRPr sz="4186" kern="1200">
          <a:solidFill>
            <a:schemeClr val="tx1"/>
          </a:solidFill>
          <a:latin typeface="+mn-lt"/>
          <a:ea typeface="+mn-ea"/>
          <a:cs typeface="+mn-cs"/>
        </a:defRPr>
      </a:lvl4pPr>
      <a:lvl5pPr marL="4252023" algn="l" defTabSz="1063007" rtl="0" eaLnBrk="1" latinLnBrk="0" hangingPunct="1">
        <a:defRPr sz="4186" kern="1200">
          <a:solidFill>
            <a:schemeClr val="tx1"/>
          </a:solidFill>
          <a:latin typeface="+mn-lt"/>
          <a:ea typeface="+mn-ea"/>
          <a:cs typeface="+mn-cs"/>
        </a:defRPr>
      </a:lvl5pPr>
      <a:lvl6pPr marL="5315030" algn="l" defTabSz="1063007" rtl="0" eaLnBrk="1" latinLnBrk="0" hangingPunct="1">
        <a:defRPr sz="4186" kern="1200">
          <a:solidFill>
            <a:schemeClr val="tx1"/>
          </a:solidFill>
          <a:latin typeface="+mn-lt"/>
          <a:ea typeface="+mn-ea"/>
          <a:cs typeface="+mn-cs"/>
        </a:defRPr>
      </a:lvl6pPr>
      <a:lvl7pPr marL="6378035" algn="l" defTabSz="1063007" rtl="0" eaLnBrk="1" latinLnBrk="0" hangingPunct="1">
        <a:defRPr sz="4186" kern="1200">
          <a:solidFill>
            <a:schemeClr val="tx1"/>
          </a:solidFill>
          <a:latin typeface="+mn-lt"/>
          <a:ea typeface="+mn-ea"/>
          <a:cs typeface="+mn-cs"/>
        </a:defRPr>
      </a:lvl7pPr>
      <a:lvl8pPr marL="7441041" algn="l" defTabSz="1063007" rtl="0" eaLnBrk="1" latinLnBrk="0" hangingPunct="1">
        <a:defRPr sz="4186" kern="1200">
          <a:solidFill>
            <a:schemeClr val="tx1"/>
          </a:solidFill>
          <a:latin typeface="+mn-lt"/>
          <a:ea typeface="+mn-ea"/>
          <a:cs typeface="+mn-cs"/>
        </a:defRPr>
      </a:lvl8pPr>
      <a:lvl9pPr marL="8504046" algn="l" defTabSz="1063007" rtl="0" eaLnBrk="1" latinLnBrk="0" hangingPunct="1">
        <a:defRPr sz="418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holographic_mimo_city_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93"/>
            <a:ext cx="14363700" cy="107727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1367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eli su</dc:creator>
  <cp:keywords/>
  <dc:description>generated using python-pptx</dc:description>
  <cp:lastModifiedBy>Feng</cp:lastModifiedBy>
  <cp:revision>4</cp:revision>
  <dcterms:created xsi:type="dcterms:W3CDTF">2013-01-27T09:14:16Z</dcterms:created>
  <dcterms:modified xsi:type="dcterms:W3CDTF">2026-09-23T10:47:24Z</dcterms:modified>
  <cp:category/>
</cp:coreProperties>
</file>