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7145000" cy="112395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56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main.pdf, Sections II.A, II.B and II.C, equations (1)–(8). This graphical model follows pulse-shaped complex symbols, RF modulation, far-field propagation, reference addition at the aperture and element-wise square-law energy sensing. Channel loss, shadowing and phase are absorbed into each complex path gain; directional phase varies across the array. The reference adds to the field before the power detector. The detailed lower plot uses a reproducible illustrative two-user raised-cosine waveform and a selected receive element, with a local reference. M=4 is drawn only for clarity. The selected m=1 window lies within symbol k=2. Each normalized integral gives one element/subslot energy sample, indexed by the subslot midpoint. All M samples per element and all Nr elements are retained; general pulse overlap requires block processing. The pale RF-squared ripple and its envelope energy are schematic in carrier scale; effective post-detection noise is omitted from the visualization. Optional transmit-side bias/pilot q(t) is omitted as allowed by xi=0. No coherent receiver I/Q mixing is implied.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visual-1">
            <a:extLst>
              <a:ext uri="{FF2B5EF4-FFF2-40B4-BE49-F238E27FC236}">
                <a16:creationId xmlns:a16="http://schemas.microsoft.com/office/drawing/2014/main" id="{C5798ACA-0D92-4F0A-9399-F48391D20797}"/>
              </a:ext>
            </a:extLst>
          </p:cNvPr>
          <p:cNvSpPr>
            <a:spLocks noGrp="1"/>
          </p:cNvSpPr>
          <p:nvPr/>
        </p:nvSpPr>
        <p:spPr>
          <a:xfrm>
            <a:off x="457200" y="228600"/>
            <a:ext cx="700087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850" b="1">
                <a:solidFill>
                  <a:srgbClr val="246A9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1">
                <a:solidFill>
                  <a:srgbClr val="246A96"/>
                </a:solidFill>
                <a:latin typeface="Times New Roman"/>
                <a:ea typeface="Times New Roman"/>
                <a:cs typeface="Times New Roman"/>
              </a:rPr>
              <a:t>A   From symbols to RF</a:t>
            </a:r>
          </a:p>
        </p:txBody>
      </p:sp>
      <p:sp>
        <p:nvSpPr>
          <p:cNvPr id="2" name="visual-2">
            <a:extLst>
              <a:ext uri="{FF2B5EF4-FFF2-40B4-BE49-F238E27FC236}">
                <a16:creationId xmlns:a16="http://schemas.microsoft.com/office/drawing/2014/main" id="{FDF820D7-D37D-4B27-8D37-EFCF02A598F3}"/>
              </a:ext>
            </a:extLst>
          </p:cNvPr>
          <p:cNvSpPr>
            <a:spLocks noGrp="1"/>
          </p:cNvSpPr>
          <p:nvPr/>
        </p:nvSpPr>
        <p:spPr>
          <a:xfrm>
            <a:off x="8001000" y="228600"/>
            <a:ext cx="404812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625" b="1">
                <a:solidFill>
                  <a:srgbClr val="246A9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25" b="1">
                <a:solidFill>
                  <a:srgbClr val="246A96"/>
                </a:solidFill>
                <a:latin typeface="Times New Roman"/>
                <a:ea typeface="Times New Roman"/>
                <a:cs typeface="Times New Roman"/>
              </a:rPr>
              <a:t>B   Far-field propagation</a:t>
            </a:r>
          </a:p>
        </p:txBody>
      </p:sp>
      <p:sp>
        <p:nvSpPr>
          <p:cNvPr id="3" name="visual-3">
            <a:extLst>
              <a:ext uri="{FF2B5EF4-FFF2-40B4-BE49-F238E27FC236}">
                <a16:creationId xmlns:a16="http://schemas.microsoft.com/office/drawing/2014/main" id="{38117F04-9B3F-4228-979E-5F1552F95CDA}"/>
              </a:ext>
            </a:extLst>
          </p:cNvPr>
          <p:cNvSpPr>
            <a:spLocks noGrp="1"/>
          </p:cNvSpPr>
          <p:nvPr/>
        </p:nvSpPr>
        <p:spPr>
          <a:xfrm>
            <a:off x="12125325" y="228600"/>
            <a:ext cx="460057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625" b="1">
                <a:solidFill>
                  <a:srgbClr val="246A9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25" b="1">
                <a:solidFill>
                  <a:srgbClr val="246A96"/>
                </a:solidFill>
                <a:latin typeface="Times New Roman"/>
                <a:ea typeface="Times New Roman"/>
                <a:cs typeface="Times New Roman"/>
              </a:rPr>
              <a:t>C   Holographic reception</a:t>
            </a:r>
          </a:p>
        </p:txBody>
      </p:sp>
      <p:sp>
        <p:nvSpPr>
          <p:cNvPr id="4" name="visual-4">
            <a:extLst>
              <a:ext uri="{FF2B5EF4-FFF2-40B4-BE49-F238E27FC236}">
                <a16:creationId xmlns:a16="http://schemas.microsoft.com/office/drawing/2014/main" id="{C73C29A4-5341-4337-94D7-AA0BB21E1E28}"/>
              </a:ext>
            </a:extLst>
          </p:cNvPr>
          <p:cNvSpPr>
            <a:spLocks noGrp="1"/>
          </p:cNvSpPr>
          <p:nvPr/>
        </p:nvSpPr>
        <p:spPr>
          <a:xfrm>
            <a:off x="466725" y="885825"/>
            <a:ext cx="20669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250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Complex symbols</a:t>
            </a:r>
          </a:p>
        </p:txBody>
      </p:sp>
      <p:sp>
        <p:nvSpPr>
          <p:cNvPr id="5" name="path-5">
            <a:extLst>
              <a:ext uri="{FF2B5EF4-FFF2-40B4-BE49-F238E27FC236}">
                <a16:creationId xmlns:a16="http://schemas.microsoft.com/office/drawing/2014/main" id="{D504EB4A-C086-42A6-8915-54C8079CE3EB}"/>
              </a:ext>
            </a:extLst>
          </p:cNvPr>
          <p:cNvSpPr>
            <a:spLocks noGrp="1"/>
          </p:cNvSpPr>
          <p:nvPr/>
        </p:nvSpPr>
        <p:spPr>
          <a:xfrm>
            <a:off x="876300" y="2205038"/>
            <a:ext cx="1333500" cy="953"/>
          </a:xfrm>
          <a:custGeom>
            <a:avLst/>
            <a:gdLst/>
            <a:ahLst/>
            <a:cxnLst/>
            <a:rect l="0" t="0" r="0" b="0"/>
            <a:pathLst>
              <a:path w="1333500" h="953">
                <a:moveTo>
                  <a:pt x="0" y="0"/>
                </a:moveTo>
                <a:lnTo>
                  <a:pt x="1333500" y="0"/>
                </a:lnTo>
              </a:path>
            </a:pathLst>
          </a:custGeom>
          <a:noFill/>
          <a:ln w="13335">
            <a:solidFill>
              <a:srgbClr val="CCD9E2"/>
            </a:solidFill>
            <a:prstDash val="solid"/>
          </a:ln>
        </p:spPr>
      </p:sp>
      <p:sp>
        <p:nvSpPr>
          <p:cNvPr id="6" name="path-6">
            <a:extLst>
              <a:ext uri="{FF2B5EF4-FFF2-40B4-BE49-F238E27FC236}">
                <a16:creationId xmlns:a16="http://schemas.microsoft.com/office/drawing/2014/main" id="{8684D701-1990-4A92-A9BD-F13A6380FAA7}"/>
              </a:ext>
            </a:extLst>
          </p:cNvPr>
          <p:cNvSpPr>
            <a:spLocks noGrp="1"/>
          </p:cNvSpPr>
          <p:nvPr/>
        </p:nvSpPr>
        <p:spPr>
          <a:xfrm>
            <a:off x="1543050" y="1600200"/>
            <a:ext cx="953" cy="1209675"/>
          </a:xfrm>
          <a:custGeom>
            <a:avLst/>
            <a:gdLst/>
            <a:ahLst/>
            <a:cxnLst/>
            <a:rect l="0" t="0" r="0" b="0"/>
            <a:pathLst>
              <a:path w="953" h="1209675">
                <a:moveTo>
                  <a:pt x="0" y="0"/>
                </a:moveTo>
                <a:lnTo>
                  <a:pt x="0" y="1209675"/>
                </a:lnTo>
              </a:path>
            </a:pathLst>
          </a:custGeom>
          <a:noFill/>
          <a:ln w="13335">
            <a:solidFill>
              <a:srgbClr val="CCD9E2"/>
            </a:solidFill>
            <a:prstDash val="solid"/>
          </a:ln>
        </p:spPr>
      </p:sp>
      <p:sp>
        <p:nvSpPr>
          <p:cNvPr id="7" name="visual-7">
            <a:extLst>
              <a:ext uri="{FF2B5EF4-FFF2-40B4-BE49-F238E27FC236}">
                <a16:creationId xmlns:a16="http://schemas.microsoft.com/office/drawing/2014/main" id="{09BEB577-B67E-4121-8F49-B77943ED3549}"/>
              </a:ext>
            </a:extLst>
          </p:cNvPr>
          <p:cNvSpPr>
            <a:spLocks noGrp="1"/>
          </p:cNvSpPr>
          <p:nvPr/>
        </p:nvSpPr>
        <p:spPr>
          <a:xfrm>
            <a:off x="1152525" y="1845469"/>
            <a:ext cx="114300" cy="114300"/>
          </a:xfrm>
          <a:prstGeom prst="ellipse">
            <a:avLst/>
          </a:pr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8" name="visual-8">
            <a:extLst>
              <a:ext uri="{FF2B5EF4-FFF2-40B4-BE49-F238E27FC236}">
                <a16:creationId xmlns:a16="http://schemas.microsoft.com/office/drawing/2014/main" id="{7B878152-257E-49E8-BC1B-5C886B6194F0}"/>
              </a:ext>
            </a:extLst>
          </p:cNvPr>
          <p:cNvSpPr>
            <a:spLocks noGrp="1"/>
          </p:cNvSpPr>
          <p:nvPr/>
        </p:nvSpPr>
        <p:spPr>
          <a:xfrm>
            <a:off x="1819275" y="1845469"/>
            <a:ext cx="114300" cy="114300"/>
          </a:xfrm>
          <a:prstGeom prst="ellipse">
            <a:avLst/>
          </a:pr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9" name="visual-9">
            <a:extLst>
              <a:ext uri="{FF2B5EF4-FFF2-40B4-BE49-F238E27FC236}">
                <a16:creationId xmlns:a16="http://schemas.microsoft.com/office/drawing/2014/main" id="{F3FA765C-3A82-4CD5-9C24-7DF05CB79559}"/>
              </a:ext>
            </a:extLst>
          </p:cNvPr>
          <p:cNvSpPr>
            <a:spLocks noGrp="1"/>
          </p:cNvSpPr>
          <p:nvPr/>
        </p:nvSpPr>
        <p:spPr>
          <a:xfrm>
            <a:off x="1152525" y="2450306"/>
            <a:ext cx="114300" cy="114300"/>
          </a:xfrm>
          <a:prstGeom prst="ellipse">
            <a:avLst/>
          </a:pr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10" name="visual-10">
            <a:extLst>
              <a:ext uri="{FF2B5EF4-FFF2-40B4-BE49-F238E27FC236}">
                <a16:creationId xmlns:a16="http://schemas.microsoft.com/office/drawing/2014/main" id="{C477A9C3-0F83-4DEE-9595-0B4C88050873}"/>
              </a:ext>
            </a:extLst>
          </p:cNvPr>
          <p:cNvSpPr>
            <a:spLocks noGrp="1"/>
          </p:cNvSpPr>
          <p:nvPr/>
        </p:nvSpPr>
        <p:spPr>
          <a:xfrm>
            <a:off x="1819275" y="2450306"/>
            <a:ext cx="114300" cy="114300"/>
          </a:xfrm>
          <a:prstGeom prst="ellipse">
            <a:avLst/>
          </a:pr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11" name="visual-11">
            <a:extLst>
              <a:ext uri="{FF2B5EF4-FFF2-40B4-BE49-F238E27FC236}">
                <a16:creationId xmlns:a16="http://schemas.microsoft.com/office/drawing/2014/main" id="{CEDB4C30-BAF7-4751-9C9E-FC24C0C344EC}"/>
              </a:ext>
            </a:extLst>
          </p:cNvPr>
          <p:cNvSpPr>
            <a:spLocks noGrp="1"/>
          </p:cNvSpPr>
          <p:nvPr/>
        </p:nvSpPr>
        <p:spPr>
          <a:xfrm>
            <a:off x="2181225" y="2171700"/>
            <a:ext cx="2476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i="1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i="1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I</a:t>
            </a:r>
          </a:p>
        </p:txBody>
      </p:sp>
      <p:sp>
        <p:nvSpPr>
          <p:cNvPr id="12" name="visual-12">
            <a:extLst>
              <a:ext uri="{FF2B5EF4-FFF2-40B4-BE49-F238E27FC236}">
                <a16:creationId xmlns:a16="http://schemas.microsoft.com/office/drawing/2014/main" id="{DD1D22CB-8878-4D62-B101-F66BB0A3D02B}"/>
              </a:ext>
            </a:extLst>
          </p:cNvPr>
          <p:cNvSpPr>
            <a:spLocks noGrp="1"/>
          </p:cNvSpPr>
          <p:nvPr/>
        </p:nvSpPr>
        <p:spPr>
          <a:xfrm>
            <a:off x="1409700" y="1304925"/>
            <a:ext cx="285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i="1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i="1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Q</a:t>
            </a:r>
          </a:p>
        </p:txBody>
      </p:sp>
      <p:sp>
        <p:nvSpPr>
          <p:cNvPr id="13" name="visual-13">
            <a:extLst>
              <a:ext uri="{FF2B5EF4-FFF2-40B4-BE49-F238E27FC236}">
                <a16:creationId xmlns:a16="http://schemas.microsoft.com/office/drawing/2014/main" id="{856D1ED9-A030-4733-897C-FA69A4BDB38D}"/>
              </a:ext>
            </a:extLst>
          </p:cNvPr>
          <p:cNvSpPr>
            <a:spLocks noGrp="1"/>
          </p:cNvSpPr>
          <p:nvPr/>
        </p:nvSpPr>
        <p:spPr>
          <a:xfrm>
            <a:off x="900113" y="3081338"/>
            <a:ext cx="104775" cy="104775"/>
          </a:xfrm>
          <a:prstGeom prst="ellipse">
            <a:avLst/>
          </a:pr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14" name="visual-14">
            <a:extLst>
              <a:ext uri="{FF2B5EF4-FFF2-40B4-BE49-F238E27FC236}">
                <a16:creationId xmlns:a16="http://schemas.microsoft.com/office/drawing/2014/main" id="{627D69F1-7D4B-4672-A61A-8103998684C5}"/>
              </a:ext>
            </a:extLst>
          </p:cNvPr>
          <p:cNvSpPr>
            <a:spLocks noGrp="1"/>
          </p:cNvSpPr>
          <p:nvPr/>
        </p:nvSpPr>
        <p:spPr>
          <a:xfrm>
            <a:off x="1223963" y="3081338"/>
            <a:ext cx="104775" cy="104775"/>
          </a:xfrm>
          <a:prstGeom prst="ellipse">
            <a:avLst/>
          </a:pr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15" name="visual-15">
            <a:extLst>
              <a:ext uri="{FF2B5EF4-FFF2-40B4-BE49-F238E27FC236}">
                <a16:creationId xmlns:a16="http://schemas.microsoft.com/office/drawing/2014/main" id="{ADAF5FC1-0133-4CED-A198-7BC9DA5AF0F6}"/>
              </a:ext>
            </a:extLst>
          </p:cNvPr>
          <p:cNvSpPr>
            <a:spLocks noGrp="1"/>
          </p:cNvSpPr>
          <p:nvPr/>
        </p:nvSpPr>
        <p:spPr>
          <a:xfrm>
            <a:off x="1547813" y="3081338"/>
            <a:ext cx="104775" cy="104775"/>
          </a:xfrm>
          <a:prstGeom prst="ellipse">
            <a:avLst/>
          </a:prstGeom>
          <a:solidFill>
            <a:srgbClr val="2C7A86"/>
          </a:solidFill>
          <a:ln w="0">
            <a:noFill/>
            <a:prstDash val="solid"/>
          </a:ln>
        </p:spPr>
      </p:sp>
      <p:sp>
        <p:nvSpPr>
          <p:cNvPr id="16" name="visual-16">
            <a:extLst>
              <a:ext uri="{FF2B5EF4-FFF2-40B4-BE49-F238E27FC236}">
                <a16:creationId xmlns:a16="http://schemas.microsoft.com/office/drawing/2014/main" id="{084DFB30-6893-46E1-9C96-B657D0D2F15E}"/>
              </a:ext>
            </a:extLst>
          </p:cNvPr>
          <p:cNvSpPr>
            <a:spLocks noGrp="1"/>
          </p:cNvSpPr>
          <p:nvPr/>
        </p:nvSpPr>
        <p:spPr>
          <a:xfrm>
            <a:off x="1871663" y="3081338"/>
            <a:ext cx="104775" cy="104775"/>
          </a:xfrm>
          <a:prstGeom prst="ellipse">
            <a:avLst/>
          </a:prstGeom>
          <a:solidFill>
            <a:srgbClr val="2C7A86"/>
          </a:solidFill>
          <a:ln w="0">
            <a:noFill/>
            <a:prstDash val="solid"/>
          </a:ln>
        </p:spPr>
      </p:sp>
      <p:sp>
        <p:nvSpPr>
          <p:cNvPr id="17" name="visual-17">
            <a:extLst>
              <a:ext uri="{FF2B5EF4-FFF2-40B4-BE49-F238E27FC236}">
                <a16:creationId xmlns:a16="http://schemas.microsoft.com/office/drawing/2014/main" id="{EC0C3455-3C00-499D-9C47-B2F45195B5FE}"/>
              </a:ext>
            </a:extLst>
          </p:cNvPr>
          <p:cNvSpPr>
            <a:spLocks noGrp="1"/>
          </p:cNvSpPr>
          <p:nvPr/>
        </p:nvSpPr>
        <p:spPr>
          <a:xfrm>
            <a:off x="400050" y="3448050"/>
            <a:ext cx="22288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0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Symbol sequence</a:t>
            </a:r>
          </a:p>
        </p:txBody>
      </p:sp>
      <p:sp>
        <p:nvSpPr>
          <p:cNvPr id="18" name="path-18">
            <a:extLst>
              <a:ext uri="{FF2B5EF4-FFF2-40B4-BE49-F238E27FC236}">
                <a16:creationId xmlns:a16="http://schemas.microsoft.com/office/drawing/2014/main" id="{6670FC74-039A-492F-9DD5-7F262D76384F}"/>
              </a:ext>
            </a:extLst>
          </p:cNvPr>
          <p:cNvSpPr>
            <a:spLocks noGrp="1"/>
          </p:cNvSpPr>
          <p:nvPr/>
        </p:nvSpPr>
        <p:spPr>
          <a:xfrm>
            <a:off x="2533650" y="2190750"/>
            <a:ext cx="270510" cy="953"/>
          </a:xfrm>
          <a:custGeom>
            <a:avLst/>
            <a:gdLst/>
            <a:ahLst/>
            <a:cxnLst/>
            <a:rect l="0" t="0" r="0" b="0"/>
            <a:pathLst>
              <a:path w="270510" h="953">
                <a:moveTo>
                  <a:pt x="0" y="0"/>
                </a:moveTo>
                <a:lnTo>
                  <a:pt x="270510" y="0"/>
                </a:lnTo>
              </a:path>
            </a:pathLst>
          </a:custGeom>
          <a:noFill/>
          <a:ln w="25718">
            <a:solidFill>
              <a:srgbClr val="246A96"/>
            </a:solidFill>
            <a:prstDash val="solid"/>
          </a:ln>
        </p:spPr>
      </p:sp>
      <p:sp>
        <p:nvSpPr>
          <p:cNvPr id="19" name="path-19">
            <a:extLst>
              <a:ext uri="{FF2B5EF4-FFF2-40B4-BE49-F238E27FC236}">
                <a16:creationId xmlns:a16="http://schemas.microsoft.com/office/drawing/2014/main" id="{FB21FFE8-CDA5-4BE3-949A-CE9E5720604B}"/>
              </a:ext>
            </a:extLst>
          </p:cNvPr>
          <p:cNvSpPr>
            <a:spLocks noGrp="1"/>
          </p:cNvSpPr>
          <p:nvPr/>
        </p:nvSpPr>
        <p:spPr>
          <a:xfrm>
            <a:off x="2781300" y="2145030"/>
            <a:ext cx="114300" cy="91440"/>
          </a:xfrm>
          <a:custGeom>
            <a:avLst/>
            <a:gdLst/>
            <a:ahLst/>
            <a:cxnLst/>
            <a:rect l="0" t="0" r="0" b="0"/>
            <a:pathLst>
              <a:path w="114300" h="91440">
                <a:moveTo>
                  <a:pt x="114300" y="45720"/>
                </a:moveTo>
                <a:lnTo>
                  <a:pt x="0" y="91440"/>
                </a:lnTo>
                <a:lnTo>
                  <a:pt x="0" y="0"/>
                </a:lnTo>
                <a:close/>
              </a:path>
            </a:pathLst>
          </a:cu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20" name="visual-20">
            <a:extLst>
              <a:ext uri="{FF2B5EF4-FFF2-40B4-BE49-F238E27FC236}">
                <a16:creationId xmlns:a16="http://schemas.microsoft.com/office/drawing/2014/main" id="{B423E751-6C47-48B9-B402-5521B9D6AFB2}"/>
              </a:ext>
            </a:extLst>
          </p:cNvPr>
          <p:cNvSpPr>
            <a:spLocks noGrp="1"/>
          </p:cNvSpPr>
          <p:nvPr/>
        </p:nvSpPr>
        <p:spPr>
          <a:xfrm>
            <a:off x="2876550" y="885825"/>
            <a:ext cx="21050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250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Pulse shaping</a:t>
            </a:r>
          </a:p>
        </p:txBody>
      </p:sp>
      <p:sp>
        <p:nvSpPr>
          <p:cNvPr id="21" name="path-21">
            <a:extLst>
              <a:ext uri="{FF2B5EF4-FFF2-40B4-BE49-F238E27FC236}">
                <a16:creationId xmlns:a16="http://schemas.microsoft.com/office/drawing/2014/main" id="{738A9C1C-D256-43DB-BD4C-0D24EF02FE75}"/>
              </a:ext>
            </a:extLst>
          </p:cNvPr>
          <p:cNvSpPr>
            <a:spLocks noGrp="1"/>
          </p:cNvSpPr>
          <p:nvPr/>
        </p:nvSpPr>
        <p:spPr>
          <a:xfrm>
            <a:off x="3038475" y="1438275"/>
            <a:ext cx="953" cy="1390650"/>
          </a:xfrm>
          <a:custGeom>
            <a:avLst/>
            <a:gdLst/>
            <a:ahLst/>
            <a:cxnLst/>
            <a:rect l="0" t="0" r="0" b="0"/>
            <a:pathLst>
              <a:path w="953" h="1390650">
                <a:moveTo>
                  <a:pt x="0" y="0"/>
                </a:moveTo>
                <a:lnTo>
                  <a:pt x="0" y="1390650"/>
                </a:lnTo>
              </a:path>
            </a:pathLst>
          </a:custGeom>
          <a:noFill/>
          <a:ln w="9525">
            <a:solidFill>
              <a:srgbClr val="CCD9E2"/>
            </a:solidFill>
            <a:prstDash val="dash"/>
          </a:ln>
        </p:spPr>
      </p:sp>
      <p:sp>
        <p:nvSpPr>
          <p:cNvPr id="22" name="path-22">
            <a:extLst>
              <a:ext uri="{FF2B5EF4-FFF2-40B4-BE49-F238E27FC236}">
                <a16:creationId xmlns:a16="http://schemas.microsoft.com/office/drawing/2014/main" id="{CF38D5F3-B59D-4448-A842-C26484770A04}"/>
              </a:ext>
            </a:extLst>
          </p:cNvPr>
          <p:cNvSpPr>
            <a:spLocks noGrp="1"/>
          </p:cNvSpPr>
          <p:nvPr/>
        </p:nvSpPr>
        <p:spPr>
          <a:xfrm>
            <a:off x="3486150" y="1438275"/>
            <a:ext cx="953" cy="1390650"/>
          </a:xfrm>
          <a:custGeom>
            <a:avLst/>
            <a:gdLst/>
            <a:ahLst/>
            <a:cxnLst/>
            <a:rect l="0" t="0" r="0" b="0"/>
            <a:pathLst>
              <a:path w="953" h="1390650">
                <a:moveTo>
                  <a:pt x="0" y="0"/>
                </a:moveTo>
                <a:lnTo>
                  <a:pt x="0" y="1390650"/>
                </a:lnTo>
              </a:path>
            </a:pathLst>
          </a:custGeom>
          <a:noFill/>
          <a:ln w="9525">
            <a:solidFill>
              <a:srgbClr val="CCD9E2"/>
            </a:solidFill>
            <a:prstDash val="dash"/>
          </a:ln>
        </p:spPr>
      </p:sp>
      <p:sp>
        <p:nvSpPr>
          <p:cNvPr id="23" name="path-23">
            <a:extLst>
              <a:ext uri="{FF2B5EF4-FFF2-40B4-BE49-F238E27FC236}">
                <a16:creationId xmlns:a16="http://schemas.microsoft.com/office/drawing/2014/main" id="{260069E3-3531-4086-BEF1-04EF1134C974}"/>
              </a:ext>
            </a:extLst>
          </p:cNvPr>
          <p:cNvSpPr>
            <a:spLocks noGrp="1"/>
          </p:cNvSpPr>
          <p:nvPr/>
        </p:nvSpPr>
        <p:spPr>
          <a:xfrm>
            <a:off x="3933825" y="1438275"/>
            <a:ext cx="953" cy="1390650"/>
          </a:xfrm>
          <a:custGeom>
            <a:avLst/>
            <a:gdLst/>
            <a:ahLst/>
            <a:cxnLst/>
            <a:rect l="0" t="0" r="0" b="0"/>
            <a:pathLst>
              <a:path w="953" h="1390650">
                <a:moveTo>
                  <a:pt x="0" y="0"/>
                </a:moveTo>
                <a:lnTo>
                  <a:pt x="0" y="1390650"/>
                </a:lnTo>
              </a:path>
            </a:pathLst>
          </a:custGeom>
          <a:noFill/>
          <a:ln w="9525">
            <a:solidFill>
              <a:srgbClr val="CCD9E2"/>
            </a:solidFill>
            <a:prstDash val="dash"/>
          </a:ln>
        </p:spPr>
      </p:sp>
      <p:sp>
        <p:nvSpPr>
          <p:cNvPr id="24" name="path-24">
            <a:extLst>
              <a:ext uri="{FF2B5EF4-FFF2-40B4-BE49-F238E27FC236}">
                <a16:creationId xmlns:a16="http://schemas.microsoft.com/office/drawing/2014/main" id="{4F4C7A28-E7EF-4328-A9C0-49D263A88444}"/>
              </a:ext>
            </a:extLst>
          </p:cNvPr>
          <p:cNvSpPr>
            <a:spLocks noGrp="1"/>
          </p:cNvSpPr>
          <p:nvPr/>
        </p:nvSpPr>
        <p:spPr>
          <a:xfrm>
            <a:off x="4381500" y="1438275"/>
            <a:ext cx="953" cy="1390650"/>
          </a:xfrm>
          <a:custGeom>
            <a:avLst/>
            <a:gdLst/>
            <a:ahLst/>
            <a:cxnLst/>
            <a:rect l="0" t="0" r="0" b="0"/>
            <a:pathLst>
              <a:path w="953" h="1390650">
                <a:moveTo>
                  <a:pt x="0" y="0"/>
                </a:moveTo>
                <a:lnTo>
                  <a:pt x="0" y="1390650"/>
                </a:lnTo>
              </a:path>
            </a:pathLst>
          </a:custGeom>
          <a:noFill/>
          <a:ln w="9525">
            <a:solidFill>
              <a:srgbClr val="CCD9E2"/>
            </a:solidFill>
            <a:prstDash val="dash"/>
          </a:ln>
        </p:spPr>
      </p:sp>
      <p:sp>
        <p:nvSpPr>
          <p:cNvPr id="25" name="path-25">
            <a:extLst>
              <a:ext uri="{FF2B5EF4-FFF2-40B4-BE49-F238E27FC236}">
                <a16:creationId xmlns:a16="http://schemas.microsoft.com/office/drawing/2014/main" id="{C9B2CFD1-B4D6-47E6-AF35-E223B6937FFF}"/>
              </a:ext>
            </a:extLst>
          </p:cNvPr>
          <p:cNvSpPr>
            <a:spLocks noGrp="1"/>
          </p:cNvSpPr>
          <p:nvPr/>
        </p:nvSpPr>
        <p:spPr>
          <a:xfrm>
            <a:off x="4829175" y="1438275"/>
            <a:ext cx="953" cy="1390650"/>
          </a:xfrm>
          <a:custGeom>
            <a:avLst/>
            <a:gdLst/>
            <a:ahLst/>
            <a:cxnLst/>
            <a:rect l="0" t="0" r="0" b="0"/>
            <a:pathLst>
              <a:path w="953" h="1390650">
                <a:moveTo>
                  <a:pt x="0" y="0"/>
                </a:moveTo>
                <a:lnTo>
                  <a:pt x="0" y="1390650"/>
                </a:lnTo>
              </a:path>
            </a:pathLst>
          </a:custGeom>
          <a:noFill/>
          <a:ln w="9525">
            <a:solidFill>
              <a:srgbClr val="CCD9E2"/>
            </a:solidFill>
            <a:prstDash val="dash"/>
          </a:ln>
        </p:spPr>
      </p:sp>
      <p:sp>
        <p:nvSpPr>
          <p:cNvPr id="26" name="path-26">
            <a:extLst>
              <a:ext uri="{FF2B5EF4-FFF2-40B4-BE49-F238E27FC236}">
                <a16:creationId xmlns:a16="http://schemas.microsoft.com/office/drawing/2014/main" id="{968D923C-563B-4CD1-B2F8-90317152C69B}"/>
              </a:ext>
            </a:extLst>
          </p:cNvPr>
          <p:cNvSpPr>
            <a:spLocks noGrp="1"/>
          </p:cNvSpPr>
          <p:nvPr/>
        </p:nvSpPr>
        <p:spPr>
          <a:xfrm>
            <a:off x="2971800" y="1838325"/>
            <a:ext cx="1914525" cy="953"/>
          </a:xfrm>
          <a:custGeom>
            <a:avLst/>
            <a:gdLst/>
            <a:ahLst/>
            <a:cxnLst/>
            <a:rect l="0" t="0" r="0" b="0"/>
            <a:pathLst>
              <a:path w="1914525" h="953">
                <a:moveTo>
                  <a:pt x="0" y="0"/>
                </a:moveTo>
                <a:lnTo>
                  <a:pt x="1914525" y="0"/>
                </a:lnTo>
              </a:path>
            </a:pathLst>
          </a:custGeom>
          <a:noFill/>
          <a:ln w="9525">
            <a:solidFill>
              <a:srgbClr val="CCD9E2"/>
            </a:solidFill>
            <a:prstDash val="solid"/>
          </a:ln>
        </p:spPr>
      </p:sp>
      <p:sp>
        <p:nvSpPr>
          <p:cNvPr id="27" name="path-27">
            <a:extLst>
              <a:ext uri="{FF2B5EF4-FFF2-40B4-BE49-F238E27FC236}">
                <a16:creationId xmlns:a16="http://schemas.microsoft.com/office/drawing/2014/main" id="{70B28DA5-E423-4ADF-B164-B74535A7ECCC}"/>
              </a:ext>
            </a:extLst>
          </p:cNvPr>
          <p:cNvSpPr>
            <a:spLocks noGrp="1"/>
          </p:cNvSpPr>
          <p:nvPr/>
        </p:nvSpPr>
        <p:spPr>
          <a:xfrm>
            <a:off x="2971800" y="2514600"/>
            <a:ext cx="1914525" cy="953"/>
          </a:xfrm>
          <a:custGeom>
            <a:avLst/>
            <a:gdLst/>
            <a:ahLst/>
            <a:cxnLst/>
            <a:rect l="0" t="0" r="0" b="0"/>
            <a:pathLst>
              <a:path w="1914525" h="953">
                <a:moveTo>
                  <a:pt x="0" y="0"/>
                </a:moveTo>
                <a:lnTo>
                  <a:pt x="1914525" y="0"/>
                </a:lnTo>
              </a:path>
            </a:pathLst>
          </a:custGeom>
          <a:noFill/>
          <a:ln w="9525">
            <a:solidFill>
              <a:srgbClr val="CCD9E2"/>
            </a:solidFill>
            <a:prstDash val="solid"/>
          </a:ln>
        </p:spPr>
      </p:sp>
      <p:sp>
        <p:nvSpPr>
          <p:cNvPr id="28" name="path-28">
            <a:extLst>
              <a:ext uri="{FF2B5EF4-FFF2-40B4-BE49-F238E27FC236}">
                <a16:creationId xmlns:a16="http://schemas.microsoft.com/office/drawing/2014/main" id="{5A16ECA3-E48A-4FF5-807D-C9810D8D269E}"/>
              </a:ext>
            </a:extLst>
          </p:cNvPr>
          <p:cNvSpPr>
            <a:spLocks noGrp="1"/>
          </p:cNvSpPr>
          <p:nvPr/>
        </p:nvSpPr>
        <p:spPr>
          <a:xfrm>
            <a:off x="3038475" y="1649745"/>
            <a:ext cx="1790700" cy="220891"/>
          </a:xfrm>
          <a:custGeom>
            <a:avLst/>
            <a:gdLst/>
            <a:ahLst/>
            <a:cxnLst/>
            <a:rect l="0" t="0" r="0" b="0"/>
            <a:pathLst>
              <a:path w="1790700" h="220891">
                <a:moveTo>
                  <a:pt x="0" y="71924"/>
                </a:moveTo>
                <a:lnTo>
                  <a:pt x="15048" y="63746"/>
                </a:lnTo>
                <a:lnTo>
                  <a:pt x="30096" y="55841"/>
                </a:lnTo>
                <a:lnTo>
                  <a:pt x="45144" y="48266"/>
                </a:lnTo>
                <a:lnTo>
                  <a:pt x="60192" y="41076"/>
                </a:lnTo>
                <a:lnTo>
                  <a:pt x="75239" y="34324"/>
                </a:lnTo>
                <a:lnTo>
                  <a:pt x="90287" y="28060"/>
                </a:lnTo>
                <a:lnTo>
                  <a:pt x="105335" y="22332"/>
                </a:lnTo>
                <a:lnTo>
                  <a:pt x="120383" y="17182"/>
                </a:lnTo>
                <a:lnTo>
                  <a:pt x="135431" y="12649"/>
                </a:lnTo>
                <a:lnTo>
                  <a:pt x="150479" y="8768"/>
                </a:lnTo>
                <a:lnTo>
                  <a:pt x="165527" y="5569"/>
                </a:lnTo>
                <a:lnTo>
                  <a:pt x="180575" y="3076"/>
                </a:lnTo>
                <a:lnTo>
                  <a:pt x="195623" y="1309"/>
                </a:lnTo>
                <a:lnTo>
                  <a:pt x="210671" y="281"/>
                </a:lnTo>
                <a:lnTo>
                  <a:pt x="225718" y="0"/>
                </a:lnTo>
                <a:lnTo>
                  <a:pt x="240766" y="468"/>
                </a:lnTo>
                <a:lnTo>
                  <a:pt x="255814" y="1682"/>
                </a:lnTo>
                <a:lnTo>
                  <a:pt x="270862" y="3632"/>
                </a:lnTo>
                <a:lnTo>
                  <a:pt x="285910" y="6304"/>
                </a:lnTo>
                <a:lnTo>
                  <a:pt x="300958" y="9676"/>
                </a:lnTo>
                <a:lnTo>
                  <a:pt x="316006" y="13722"/>
                </a:lnTo>
                <a:lnTo>
                  <a:pt x="331054" y="18413"/>
                </a:lnTo>
                <a:lnTo>
                  <a:pt x="346102" y="23711"/>
                </a:lnTo>
                <a:lnTo>
                  <a:pt x="361150" y="29578"/>
                </a:lnTo>
                <a:lnTo>
                  <a:pt x="376197" y="35968"/>
                </a:lnTo>
                <a:lnTo>
                  <a:pt x="391245" y="42834"/>
                </a:lnTo>
                <a:lnTo>
                  <a:pt x="406293" y="50126"/>
                </a:lnTo>
                <a:lnTo>
                  <a:pt x="421341" y="57788"/>
                </a:lnTo>
                <a:lnTo>
                  <a:pt x="436389" y="65767"/>
                </a:lnTo>
                <a:lnTo>
                  <a:pt x="451437" y="74004"/>
                </a:lnTo>
                <a:lnTo>
                  <a:pt x="466485" y="82441"/>
                </a:lnTo>
                <a:lnTo>
                  <a:pt x="481533" y="91019"/>
                </a:lnTo>
                <a:lnTo>
                  <a:pt x="496581" y="99679"/>
                </a:lnTo>
                <a:lnTo>
                  <a:pt x="511629" y="108362"/>
                </a:lnTo>
                <a:lnTo>
                  <a:pt x="526676" y="117012"/>
                </a:lnTo>
                <a:lnTo>
                  <a:pt x="541724" y="125571"/>
                </a:lnTo>
                <a:lnTo>
                  <a:pt x="556772" y="133987"/>
                </a:lnTo>
                <a:lnTo>
                  <a:pt x="571820" y="142208"/>
                </a:lnTo>
                <a:lnTo>
                  <a:pt x="586868" y="150185"/>
                </a:lnTo>
                <a:lnTo>
                  <a:pt x="601916" y="157872"/>
                </a:lnTo>
                <a:lnTo>
                  <a:pt x="616964" y="165230"/>
                </a:lnTo>
                <a:lnTo>
                  <a:pt x="632012" y="172219"/>
                </a:lnTo>
                <a:lnTo>
                  <a:pt x="647060" y="178806"/>
                </a:lnTo>
                <a:lnTo>
                  <a:pt x="662108" y="184962"/>
                </a:lnTo>
                <a:lnTo>
                  <a:pt x="677155" y="190662"/>
                </a:lnTo>
                <a:lnTo>
                  <a:pt x="692203" y="195887"/>
                </a:lnTo>
                <a:lnTo>
                  <a:pt x="707251" y="200621"/>
                </a:lnTo>
                <a:lnTo>
                  <a:pt x="722299" y="204854"/>
                </a:lnTo>
                <a:lnTo>
                  <a:pt x="737347" y="208580"/>
                </a:lnTo>
                <a:lnTo>
                  <a:pt x="752395" y="211797"/>
                </a:lnTo>
                <a:lnTo>
                  <a:pt x="767443" y="214509"/>
                </a:lnTo>
                <a:lnTo>
                  <a:pt x="782491" y="216723"/>
                </a:lnTo>
                <a:lnTo>
                  <a:pt x="797539" y="218451"/>
                </a:lnTo>
                <a:lnTo>
                  <a:pt x="812587" y="219709"/>
                </a:lnTo>
                <a:lnTo>
                  <a:pt x="827634" y="220515"/>
                </a:lnTo>
                <a:lnTo>
                  <a:pt x="842682" y="220891"/>
                </a:lnTo>
                <a:lnTo>
                  <a:pt x="857730" y="220864"/>
                </a:lnTo>
                <a:lnTo>
                  <a:pt x="872778" y="220459"/>
                </a:lnTo>
                <a:lnTo>
                  <a:pt x="887826" y="219708"/>
                </a:lnTo>
                <a:lnTo>
                  <a:pt x="902874" y="218642"/>
                </a:lnTo>
                <a:lnTo>
                  <a:pt x="917922" y="217293"/>
                </a:lnTo>
                <a:lnTo>
                  <a:pt x="932970" y="215697"/>
                </a:lnTo>
                <a:lnTo>
                  <a:pt x="948018" y="213886"/>
                </a:lnTo>
                <a:lnTo>
                  <a:pt x="963066" y="211897"/>
                </a:lnTo>
                <a:lnTo>
                  <a:pt x="978113" y="209764"/>
                </a:lnTo>
                <a:lnTo>
                  <a:pt x="993161" y="207522"/>
                </a:lnTo>
                <a:lnTo>
                  <a:pt x="1008209" y="205202"/>
                </a:lnTo>
                <a:lnTo>
                  <a:pt x="1023257" y="202839"/>
                </a:lnTo>
                <a:lnTo>
                  <a:pt x="1038305" y="200461"/>
                </a:lnTo>
                <a:lnTo>
                  <a:pt x="1053353" y="198100"/>
                </a:lnTo>
                <a:lnTo>
                  <a:pt x="1068401" y="195781"/>
                </a:lnTo>
                <a:lnTo>
                  <a:pt x="1083449" y="193529"/>
                </a:lnTo>
                <a:lnTo>
                  <a:pt x="1098497" y="191368"/>
                </a:lnTo>
                <a:lnTo>
                  <a:pt x="1113545" y="189317"/>
                </a:lnTo>
                <a:lnTo>
                  <a:pt x="1128592" y="187393"/>
                </a:lnTo>
                <a:lnTo>
                  <a:pt x="1143640" y="185613"/>
                </a:lnTo>
                <a:lnTo>
                  <a:pt x="1158688" y="183989"/>
                </a:lnTo>
                <a:lnTo>
                  <a:pt x="1173736" y="182529"/>
                </a:lnTo>
                <a:lnTo>
                  <a:pt x="1188784" y="181242"/>
                </a:lnTo>
                <a:lnTo>
                  <a:pt x="1203832" y="180131"/>
                </a:lnTo>
                <a:lnTo>
                  <a:pt x="1218880" y="179199"/>
                </a:lnTo>
                <a:lnTo>
                  <a:pt x="1233928" y="178446"/>
                </a:lnTo>
                <a:lnTo>
                  <a:pt x="1248976" y="177868"/>
                </a:lnTo>
                <a:lnTo>
                  <a:pt x="1264024" y="177463"/>
                </a:lnTo>
                <a:lnTo>
                  <a:pt x="1279071" y="177222"/>
                </a:lnTo>
                <a:lnTo>
                  <a:pt x="1294119" y="177138"/>
                </a:lnTo>
                <a:lnTo>
                  <a:pt x="1309167" y="177201"/>
                </a:lnTo>
                <a:lnTo>
                  <a:pt x="1324215" y="177401"/>
                </a:lnTo>
                <a:lnTo>
                  <a:pt x="1339263" y="177725"/>
                </a:lnTo>
                <a:lnTo>
                  <a:pt x="1354311" y="178160"/>
                </a:lnTo>
                <a:lnTo>
                  <a:pt x="1369359" y="178694"/>
                </a:lnTo>
                <a:lnTo>
                  <a:pt x="1384407" y="179312"/>
                </a:lnTo>
                <a:lnTo>
                  <a:pt x="1399455" y="180000"/>
                </a:lnTo>
                <a:lnTo>
                  <a:pt x="1414503" y="180743"/>
                </a:lnTo>
                <a:lnTo>
                  <a:pt x="1429550" y="181530"/>
                </a:lnTo>
                <a:lnTo>
                  <a:pt x="1444598" y="182344"/>
                </a:lnTo>
                <a:lnTo>
                  <a:pt x="1459646" y="183175"/>
                </a:lnTo>
                <a:lnTo>
                  <a:pt x="1474694" y="184008"/>
                </a:lnTo>
                <a:lnTo>
                  <a:pt x="1489742" y="184834"/>
                </a:lnTo>
                <a:lnTo>
                  <a:pt x="1504790" y="185640"/>
                </a:lnTo>
                <a:lnTo>
                  <a:pt x="1519838" y="186418"/>
                </a:lnTo>
                <a:lnTo>
                  <a:pt x="1534886" y="187160"/>
                </a:lnTo>
                <a:lnTo>
                  <a:pt x="1549934" y="187856"/>
                </a:lnTo>
                <a:lnTo>
                  <a:pt x="1564982" y="188503"/>
                </a:lnTo>
                <a:lnTo>
                  <a:pt x="1580029" y="189093"/>
                </a:lnTo>
                <a:lnTo>
                  <a:pt x="1595077" y="189624"/>
                </a:lnTo>
                <a:lnTo>
                  <a:pt x="1610125" y="190092"/>
                </a:lnTo>
                <a:lnTo>
                  <a:pt x="1625173" y="190497"/>
                </a:lnTo>
                <a:lnTo>
                  <a:pt x="1640221" y="190837"/>
                </a:lnTo>
                <a:lnTo>
                  <a:pt x="1655269" y="191113"/>
                </a:lnTo>
                <a:lnTo>
                  <a:pt x="1670317" y="191327"/>
                </a:lnTo>
                <a:lnTo>
                  <a:pt x="1685365" y="191480"/>
                </a:lnTo>
                <a:lnTo>
                  <a:pt x="1700413" y="191576"/>
                </a:lnTo>
                <a:lnTo>
                  <a:pt x="1715461" y="191618"/>
                </a:lnTo>
                <a:lnTo>
                  <a:pt x="1730508" y="191611"/>
                </a:lnTo>
                <a:lnTo>
                  <a:pt x="1745556" y="191559"/>
                </a:lnTo>
                <a:lnTo>
                  <a:pt x="1760604" y="191467"/>
                </a:lnTo>
                <a:lnTo>
                  <a:pt x="1775652" y="191341"/>
                </a:lnTo>
                <a:lnTo>
                  <a:pt x="1790700" y="191187"/>
                </a:lnTo>
              </a:path>
            </a:pathLst>
          </a:custGeom>
          <a:noFill/>
          <a:ln w="9525">
            <a:solidFill>
              <a:srgbClr val="A6C0D2"/>
            </a:solidFill>
            <a:prstDash val="solid"/>
          </a:ln>
        </p:spPr>
      </p:sp>
      <p:sp>
        <p:nvSpPr>
          <p:cNvPr id="29" name="path-29">
            <a:extLst>
              <a:ext uri="{FF2B5EF4-FFF2-40B4-BE49-F238E27FC236}">
                <a16:creationId xmlns:a16="http://schemas.microsoft.com/office/drawing/2014/main" id="{D1BA740A-3EA5-4AE2-BC6A-1ED0DD4DB085}"/>
              </a:ext>
            </a:extLst>
          </p:cNvPr>
          <p:cNvSpPr>
            <a:spLocks noGrp="1"/>
          </p:cNvSpPr>
          <p:nvPr/>
        </p:nvSpPr>
        <p:spPr>
          <a:xfrm>
            <a:off x="3038475" y="1649792"/>
            <a:ext cx="1790700" cy="220879"/>
          </a:xfrm>
          <a:custGeom>
            <a:avLst/>
            <a:gdLst/>
            <a:ahLst/>
            <a:cxnLst/>
            <a:rect l="0" t="0" r="0" b="0"/>
            <a:pathLst>
              <a:path w="1790700" h="220879">
                <a:moveTo>
                  <a:pt x="0" y="219165"/>
                </a:moveTo>
                <a:lnTo>
                  <a:pt x="15048" y="220078"/>
                </a:lnTo>
                <a:lnTo>
                  <a:pt x="30096" y="220660"/>
                </a:lnTo>
                <a:lnTo>
                  <a:pt x="45144" y="220879"/>
                </a:lnTo>
                <a:lnTo>
                  <a:pt x="60192" y="220708"/>
                </a:lnTo>
                <a:lnTo>
                  <a:pt x="75239" y="220120"/>
                </a:lnTo>
                <a:lnTo>
                  <a:pt x="90287" y="219091"/>
                </a:lnTo>
                <a:lnTo>
                  <a:pt x="105335" y="217600"/>
                </a:lnTo>
                <a:lnTo>
                  <a:pt x="120383" y="215631"/>
                </a:lnTo>
                <a:lnTo>
                  <a:pt x="135431" y="213169"/>
                </a:lnTo>
                <a:lnTo>
                  <a:pt x="150479" y="210205"/>
                </a:lnTo>
                <a:lnTo>
                  <a:pt x="165527" y="206734"/>
                </a:lnTo>
                <a:lnTo>
                  <a:pt x="180575" y="202754"/>
                </a:lnTo>
                <a:lnTo>
                  <a:pt x="195623" y="198270"/>
                </a:lnTo>
                <a:lnTo>
                  <a:pt x="210671" y="193289"/>
                </a:lnTo>
                <a:lnTo>
                  <a:pt x="225718" y="187824"/>
                </a:lnTo>
                <a:lnTo>
                  <a:pt x="240766" y="181893"/>
                </a:lnTo>
                <a:lnTo>
                  <a:pt x="255814" y="175518"/>
                </a:lnTo>
                <a:lnTo>
                  <a:pt x="270862" y="168726"/>
                </a:lnTo>
                <a:lnTo>
                  <a:pt x="285910" y="161548"/>
                </a:lnTo>
                <a:lnTo>
                  <a:pt x="300958" y="154020"/>
                </a:lnTo>
                <a:lnTo>
                  <a:pt x="316006" y="146183"/>
                </a:lnTo>
                <a:lnTo>
                  <a:pt x="331054" y="138078"/>
                </a:lnTo>
                <a:lnTo>
                  <a:pt x="346102" y="129753"/>
                </a:lnTo>
                <a:lnTo>
                  <a:pt x="361150" y="121259"/>
                </a:lnTo>
                <a:lnTo>
                  <a:pt x="376197" y="112648"/>
                </a:lnTo>
                <a:lnTo>
                  <a:pt x="391245" y="103974"/>
                </a:lnTo>
                <a:lnTo>
                  <a:pt x="406293" y="95295"/>
                </a:lnTo>
                <a:lnTo>
                  <a:pt x="421341" y="86669"/>
                </a:lnTo>
                <a:lnTo>
                  <a:pt x="436389" y="78154"/>
                </a:lnTo>
                <a:lnTo>
                  <a:pt x="451437" y="69810"/>
                </a:lnTo>
                <a:lnTo>
                  <a:pt x="466485" y="61695"/>
                </a:lnTo>
                <a:lnTo>
                  <a:pt x="481533" y="53867"/>
                </a:lnTo>
                <a:lnTo>
                  <a:pt x="496581" y="46383"/>
                </a:lnTo>
                <a:lnTo>
                  <a:pt x="511629" y="39298"/>
                </a:lnTo>
                <a:lnTo>
                  <a:pt x="526676" y="32663"/>
                </a:lnTo>
                <a:lnTo>
                  <a:pt x="541724" y="26529"/>
                </a:lnTo>
                <a:lnTo>
                  <a:pt x="556772" y="20942"/>
                </a:lnTo>
                <a:lnTo>
                  <a:pt x="571820" y="15942"/>
                </a:lnTo>
                <a:lnTo>
                  <a:pt x="586868" y="11570"/>
                </a:lnTo>
                <a:lnTo>
                  <a:pt x="601916" y="7857"/>
                </a:lnTo>
                <a:lnTo>
                  <a:pt x="616964" y="4832"/>
                </a:lnTo>
                <a:lnTo>
                  <a:pt x="632012" y="2519"/>
                </a:lnTo>
                <a:lnTo>
                  <a:pt x="647060" y="936"/>
                </a:lnTo>
                <a:lnTo>
                  <a:pt x="662108" y="94"/>
                </a:lnTo>
                <a:lnTo>
                  <a:pt x="677155" y="0"/>
                </a:lnTo>
                <a:lnTo>
                  <a:pt x="692203" y="655"/>
                </a:lnTo>
                <a:lnTo>
                  <a:pt x="707251" y="2054"/>
                </a:lnTo>
                <a:lnTo>
                  <a:pt x="722299" y="4186"/>
                </a:lnTo>
                <a:lnTo>
                  <a:pt x="737347" y="7035"/>
                </a:lnTo>
                <a:lnTo>
                  <a:pt x="752395" y="10578"/>
                </a:lnTo>
                <a:lnTo>
                  <a:pt x="767443" y="14789"/>
                </a:lnTo>
                <a:lnTo>
                  <a:pt x="782491" y="19635"/>
                </a:lnTo>
                <a:lnTo>
                  <a:pt x="797539" y="25079"/>
                </a:lnTo>
                <a:lnTo>
                  <a:pt x="812587" y="31081"/>
                </a:lnTo>
                <a:lnTo>
                  <a:pt x="827634" y="37595"/>
                </a:lnTo>
                <a:lnTo>
                  <a:pt x="842682" y="44572"/>
                </a:lnTo>
                <a:lnTo>
                  <a:pt x="857730" y="51962"/>
                </a:lnTo>
                <a:lnTo>
                  <a:pt x="872778" y="59709"/>
                </a:lnTo>
                <a:lnTo>
                  <a:pt x="887826" y="67757"/>
                </a:lnTo>
                <a:lnTo>
                  <a:pt x="902874" y="76050"/>
                </a:lnTo>
                <a:lnTo>
                  <a:pt x="917922" y="84528"/>
                </a:lnTo>
                <a:lnTo>
                  <a:pt x="932970" y="93132"/>
                </a:lnTo>
                <a:lnTo>
                  <a:pt x="948018" y="101803"/>
                </a:lnTo>
                <a:lnTo>
                  <a:pt x="963066" y="110483"/>
                </a:lnTo>
                <a:lnTo>
                  <a:pt x="978113" y="119115"/>
                </a:lnTo>
                <a:lnTo>
                  <a:pt x="993161" y="127644"/>
                </a:lnTo>
                <a:lnTo>
                  <a:pt x="1008209" y="136016"/>
                </a:lnTo>
                <a:lnTo>
                  <a:pt x="1023257" y="144180"/>
                </a:lnTo>
                <a:lnTo>
                  <a:pt x="1038305" y="152088"/>
                </a:lnTo>
                <a:lnTo>
                  <a:pt x="1053353" y="159697"/>
                </a:lnTo>
                <a:lnTo>
                  <a:pt x="1068401" y="166966"/>
                </a:lnTo>
                <a:lnTo>
                  <a:pt x="1083449" y="173858"/>
                </a:lnTo>
                <a:lnTo>
                  <a:pt x="1098497" y="180339"/>
                </a:lnTo>
                <a:lnTo>
                  <a:pt x="1113545" y="186384"/>
                </a:lnTo>
                <a:lnTo>
                  <a:pt x="1128592" y="191967"/>
                </a:lnTo>
                <a:lnTo>
                  <a:pt x="1143640" y="197071"/>
                </a:lnTo>
                <a:lnTo>
                  <a:pt x="1158688" y="201680"/>
                </a:lnTo>
                <a:lnTo>
                  <a:pt x="1173736" y="205786"/>
                </a:lnTo>
                <a:lnTo>
                  <a:pt x="1188784" y="209385"/>
                </a:lnTo>
                <a:lnTo>
                  <a:pt x="1203832" y="212475"/>
                </a:lnTo>
                <a:lnTo>
                  <a:pt x="1218880" y="215062"/>
                </a:lnTo>
                <a:lnTo>
                  <a:pt x="1233928" y="217153"/>
                </a:lnTo>
                <a:lnTo>
                  <a:pt x="1248976" y="218762"/>
                </a:lnTo>
                <a:lnTo>
                  <a:pt x="1264024" y="219905"/>
                </a:lnTo>
                <a:lnTo>
                  <a:pt x="1279071" y="220601"/>
                </a:lnTo>
                <a:lnTo>
                  <a:pt x="1294119" y="220874"/>
                </a:lnTo>
                <a:lnTo>
                  <a:pt x="1309167" y="220750"/>
                </a:lnTo>
                <a:lnTo>
                  <a:pt x="1324215" y="220256"/>
                </a:lnTo>
                <a:lnTo>
                  <a:pt x="1339263" y="219423"/>
                </a:lnTo>
                <a:lnTo>
                  <a:pt x="1354311" y="218283"/>
                </a:lnTo>
                <a:lnTo>
                  <a:pt x="1369359" y="216869"/>
                </a:lnTo>
                <a:lnTo>
                  <a:pt x="1384407" y="215216"/>
                </a:lnTo>
                <a:lnTo>
                  <a:pt x="1399455" y="213358"/>
                </a:lnTo>
                <a:lnTo>
                  <a:pt x="1414503" y="211329"/>
                </a:lnTo>
                <a:lnTo>
                  <a:pt x="1429550" y="209166"/>
                </a:lnTo>
                <a:lnTo>
                  <a:pt x="1444598" y="206901"/>
                </a:lnTo>
                <a:lnTo>
                  <a:pt x="1459646" y="204567"/>
                </a:lnTo>
                <a:lnTo>
                  <a:pt x="1474694" y="202198"/>
                </a:lnTo>
                <a:lnTo>
                  <a:pt x="1489742" y="199822"/>
                </a:lnTo>
                <a:lnTo>
                  <a:pt x="1504790" y="197468"/>
                </a:lnTo>
                <a:lnTo>
                  <a:pt x="1519838" y="195164"/>
                </a:lnTo>
                <a:lnTo>
                  <a:pt x="1534886" y="192933"/>
                </a:lnTo>
                <a:lnTo>
                  <a:pt x="1549934" y="190797"/>
                </a:lnTo>
                <a:lnTo>
                  <a:pt x="1564982" y="188776"/>
                </a:lnTo>
                <a:lnTo>
                  <a:pt x="1580029" y="186888"/>
                </a:lnTo>
                <a:lnTo>
                  <a:pt x="1595077" y="185145"/>
                </a:lnTo>
                <a:lnTo>
                  <a:pt x="1610125" y="183561"/>
                </a:lnTo>
                <a:lnTo>
                  <a:pt x="1625173" y="182144"/>
                </a:lnTo>
                <a:lnTo>
                  <a:pt x="1640221" y="180900"/>
                </a:lnTo>
                <a:lnTo>
                  <a:pt x="1655269" y="179834"/>
                </a:lnTo>
                <a:lnTo>
                  <a:pt x="1670317" y="178947"/>
                </a:lnTo>
                <a:lnTo>
                  <a:pt x="1685365" y="178238"/>
                </a:lnTo>
                <a:lnTo>
                  <a:pt x="1700413" y="177704"/>
                </a:lnTo>
                <a:lnTo>
                  <a:pt x="1715461" y="177340"/>
                </a:lnTo>
                <a:lnTo>
                  <a:pt x="1730508" y="177140"/>
                </a:lnTo>
                <a:lnTo>
                  <a:pt x="1745556" y="177094"/>
                </a:lnTo>
                <a:lnTo>
                  <a:pt x="1760604" y="177192"/>
                </a:lnTo>
                <a:lnTo>
                  <a:pt x="1775652" y="177424"/>
                </a:lnTo>
                <a:lnTo>
                  <a:pt x="1790700" y="177777"/>
                </a:lnTo>
              </a:path>
            </a:pathLst>
          </a:custGeom>
          <a:noFill/>
          <a:ln w="9525">
            <a:solidFill>
              <a:srgbClr val="A6C0D2"/>
            </a:solidFill>
            <a:prstDash val="solid"/>
          </a:ln>
        </p:spPr>
      </p:sp>
      <p:sp>
        <p:nvSpPr>
          <p:cNvPr id="30" name="path-30">
            <a:extLst>
              <a:ext uri="{FF2B5EF4-FFF2-40B4-BE49-F238E27FC236}">
                <a16:creationId xmlns:a16="http://schemas.microsoft.com/office/drawing/2014/main" id="{07EB8FAE-4353-4414-9445-9FA1BC070BA2}"/>
              </a:ext>
            </a:extLst>
          </p:cNvPr>
          <p:cNvSpPr>
            <a:spLocks noGrp="1"/>
          </p:cNvSpPr>
          <p:nvPr/>
        </p:nvSpPr>
        <p:spPr>
          <a:xfrm>
            <a:off x="3038475" y="1805978"/>
            <a:ext cx="1790700" cy="220879"/>
          </a:xfrm>
          <a:custGeom>
            <a:avLst/>
            <a:gdLst/>
            <a:ahLst/>
            <a:cxnLst/>
            <a:rect l="0" t="0" r="0" b="0"/>
            <a:pathLst>
              <a:path w="1790700" h="220879">
                <a:moveTo>
                  <a:pt x="0" y="43102"/>
                </a:moveTo>
                <a:lnTo>
                  <a:pt x="15048" y="43456"/>
                </a:lnTo>
                <a:lnTo>
                  <a:pt x="30096" y="43687"/>
                </a:lnTo>
                <a:lnTo>
                  <a:pt x="45144" y="43786"/>
                </a:lnTo>
                <a:lnTo>
                  <a:pt x="60192" y="43740"/>
                </a:lnTo>
                <a:lnTo>
                  <a:pt x="75239" y="43539"/>
                </a:lnTo>
                <a:lnTo>
                  <a:pt x="90287" y="43175"/>
                </a:lnTo>
                <a:lnTo>
                  <a:pt x="105335" y="42641"/>
                </a:lnTo>
                <a:lnTo>
                  <a:pt x="120383" y="41932"/>
                </a:lnTo>
                <a:lnTo>
                  <a:pt x="135431" y="41045"/>
                </a:lnTo>
                <a:lnTo>
                  <a:pt x="150479" y="39979"/>
                </a:lnTo>
                <a:lnTo>
                  <a:pt x="165527" y="38735"/>
                </a:lnTo>
                <a:lnTo>
                  <a:pt x="180575" y="37318"/>
                </a:lnTo>
                <a:lnTo>
                  <a:pt x="195623" y="35734"/>
                </a:lnTo>
                <a:lnTo>
                  <a:pt x="210671" y="33992"/>
                </a:lnTo>
                <a:lnTo>
                  <a:pt x="225718" y="32103"/>
                </a:lnTo>
                <a:lnTo>
                  <a:pt x="240766" y="30083"/>
                </a:lnTo>
                <a:lnTo>
                  <a:pt x="255814" y="27947"/>
                </a:lnTo>
                <a:lnTo>
                  <a:pt x="270862" y="25716"/>
                </a:lnTo>
                <a:lnTo>
                  <a:pt x="285910" y="23411"/>
                </a:lnTo>
                <a:lnTo>
                  <a:pt x="300958" y="21058"/>
                </a:lnTo>
                <a:lnTo>
                  <a:pt x="316006" y="18682"/>
                </a:lnTo>
                <a:lnTo>
                  <a:pt x="331054" y="16312"/>
                </a:lnTo>
                <a:lnTo>
                  <a:pt x="346102" y="13979"/>
                </a:lnTo>
                <a:lnTo>
                  <a:pt x="361150" y="11714"/>
                </a:lnTo>
                <a:lnTo>
                  <a:pt x="376197" y="9550"/>
                </a:lnTo>
                <a:lnTo>
                  <a:pt x="391245" y="7522"/>
                </a:lnTo>
                <a:lnTo>
                  <a:pt x="406293" y="5664"/>
                </a:lnTo>
                <a:lnTo>
                  <a:pt x="421341" y="4010"/>
                </a:lnTo>
                <a:lnTo>
                  <a:pt x="436389" y="2597"/>
                </a:lnTo>
                <a:lnTo>
                  <a:pt x="451437" y="1457"/>
                </a:lnTo>
                <a:lnTo>
                  <a:pt x="466485" y="624"/>
                </a:lnTo>
                <a:lnTo>
                  <a:pt x="481533" y="130"/>
                </a:lnTo>
                <a:lnTo>
                  <a:pt x="496581" y="5"/>
                </a:lnTo>
                <a:lnTo>
                  <a:pt x="511629" y="278"/>
                </a:lnTo>
                <a:lnTo>
                  <a:pt x="526676" y="975"/>
                </a:lnTo>
                <a:lnTo>
                  <a:pt x="541724" y="2117"/>
                </a:lnTo>
                <a:lnTo>
                  <a:pt x="556772" y="3726"/>
                </a:lnTo>
                <a:lnTo>
                  <a:pt x="571820" y="5818"/>
                </a:lnTo>
                <a:lnTo>
                  <a:pt x="586868" y="8404"/>
                </a:lnTo>
                <a:lnTo>
                  <a:pt x="601916" y="11495"/>
                </a:lnTo>
                <a:lnTo>
                  <a:pt x="616964" y="15093"/>
                </a:lnTo>
                <a:lnTo>
                  <a:pt x="632012" y="19199"/>
                </a:lnTo>
                <a:lnTo>
                  <a:pt x="647060" y="23809"/>
                </a:lnTo>
                <a:lnTo>
                  <a:pt x="662108" y="28912"/>
                </a:lnTo>
                <a:lnTo>
                  <a:pt x="677155" y="34496"/>
                </a:lnTo>
                <a:lnTo>
                  <a:pt x="692203" y="40540"/>
                </a:lnTo>
                <a:lnTo>
                  <a:pt x="707251" y="47022"/>
                </a:lnTo>
                <a:lnTo>
                  <a:pt x="722299" y="53913"/>
                </a:lnTo>
                <a:lnTo>
                  <a:pt x="737347" y="61182"/>
                </a:lnTo>
                <a:lnTo>
                  <a:pt x="752395" y="68791"/>
                </a:lnTo>
                <a:lnTo>
                  <a:pt x="767443" y="76700"/>
                </a:lnTo>
                <a:lnTo>
                  <a:pt x="782491" y="84864"/>
                </a:lnTo>
                <a:lnTo>
                  <a:pt x="797539" y="93236"/>
                </a:lnTo>
                <a:lnTo>
                  <a:pt x="812587" y="101764"/>
                </a:lnTo>
                <a:lnTo>
                  <a:pt x="827634" y="110396"/>
                </a:lnTo>
                <a:lnTo>
                  <a:pt x="842682" y="119077"/>
                </a:lnTo>
                <a:lnTo>
                  <a:pt x="857730" y="127748"/>
                </a:lnTo>
                <a:lnTo>
                  <a:pt x="872778" y="136352"/>
                </a:lnTo>
                <a:lnTo>
                  <a:pt x="887826" y="144830"/>
                </a:lnTo>
                <a:lnTo>
                  <a:pt x="902874" y="153122"/>
                </a:lnTo>
                <a:lnTo>
                  <a:pt x="917922" y="161171"/>
                </a:lnTo>
                <a:lnTo>
                  <a:pt x="932970" y="168918"/>
                </a:lnTo>
                <a:lnTo>
                  <a:pt x="948018" y="176307"/>
                </a:lnTo>
                <a:lnTo>
                  <a:pt x="963066" y="183284"/>
                </a:lnTo>
                <a:lnTo>
                  <a:pt x="978113" y="189798"/>
                </a:lnTo>
                <a:lnTo>
                  <a:pt x="993161" y="195800"/>
                </a:lnTo>
                <a:lnTo>
                  <a:pt x="1008209" y="201244"/>
                </a:lnTo>
                <a:lnTo>
                  <a:pt x="1023257" y="206090"/>
                </a:lnTo>
                <a:lnTo>
                  <a:pt x="1038305" y="210301"/>
                </a:lnTo>
                <a:lnTo>
                  <a:pt x="1053353" y="213844"/>
                </a:lnTo>
                <a:lnTo>
                  <a:pt x="1068401" y="216693"/>
                </a:lnTo>
                <a:lnTo>
                  <a:pt x="1083449" y="218825"/>
                </a:lnTo>
                <a:lnTo>
                  <a:pt x="1098497" y="220224"/>
                </a:lnTo>
                <a:lnTo>
                  <a:pt x="1113545" y="220879"/>
                </a:lnTo>
                <a:lnTo>
                  <a:pt x="1128592" y="220786"/>
                </a:lnTo>
                <a:lnTo>
                  <a:pt x="1143640" y="219944"/>
                </a:lnTo>
                <a:lnTo>
                  <a:pt x="1158688" y="218360"/>
                </a:lnTo>
                <a:lnTo>
                  <a:pt x="1173736" y="216047"/>
                </a:lnTo>
                <a:lnTo>
                  <a:pt x="1188784" y="213023"/>
                </a:lnTo>
                <a:lnTo>
                  <a:pt x="1203832" y="209310"/>
                </a:lnTo>
                <a:lnTo>
                  <a:pt x="1218880" y="204937"/>
                </a:lnTo>
                <a:lnTo>
                  <a:pt x="1233928" y="199938"/>
                </a:lnTo>
                <a:lnTo>
                  <a:pt x="1248976" y="194350"/>
                </a:lnTo>
                <a:lnTo>
                  <a:pt x="1264024" y="188216"/>
                </a:lnTo>
                <a:lnTo>
                  <a:pt x="1279071" y="181582"/>
                </a:lnTo>
                <a:lnTo>
                  <a:pt x="1294119" y="174496"/>
                </a:lnTo>
                <a:lnTo>
                  <a:pt x="1309167" y="167012"/>
                </a:lnTo>
                <a:lnTo>
                  <a:pt x="1324215" y="159185"/>
                </a:lnTo>
                <a:lnTo>
                  <a:pt x="1339263" y="151070"/>
                </a:lnTo>
                <a:lnTo>
                  <a:pt x="1354311" y="142725"/>
                </a:lnTo>
                <a:lnTo>
                  <a:pt x="1369359" y="134210"/>
                </a:lnTo>
                <a:lnTo>
                  <a:pt x="1384407" y="125584"/>
                </a:lnTo>
                <a:lnTo>
                  <a:pt x="1399455" y="116905"/>
                </a:lnTo>
                <a:lnTo>
                  <a:pt x="1414503" y="108232"/>
                </a:lnTo>
                <a:lnTo>
                  <a:pt x="1429550" y="99620"/>
                </a:lnTo>
                <a:lnTo>
                  <a:pt x="1444598" y="91126"/>
                </a:lnTo>
                <a:lnTo>
                  <a:pt x="1459646" y="82801"/>
                </a:lnTo>
                <a:lnTo>
                  <a:pt x="1474694" y="74697"/>
                </a:lnTo>
                <a:lnTo>
                  <a:pt x="1489742" y="66859"/>
                </a:lnTo>
                <a:lnTo>
                  <a:pt x="1504790" y="59331"/>
                </a:lnTo>
                <a:lnTo>
                  <a:pt x="1519838" y="52154"/>
                </a:lnTo>
                <a:lnTo>
                  <a:pt x="1534886" y="45362"/>
                </a:lnTo>
                <a:lnTo>
                  <a:pt x="1549934" y="38987"/>
                </a:lnTo>
                <a:lnTo>
                  <a:pt x="1564982" y="33056"/>
                </a:lnTo>
                <a:lnTo>
                  <a:pt x="1580029" y="27591"/>
                </a:lnTo>
                <a:lnTo>
                  <a:pt x="1595077" y="22610"/>
                </a:lnTo>
                <a:lnTo>
                  <a:pt x="1610125" y="18125"/>
                </a:lnTo>
                <a:lnTo>
                  <a:pt x="1625173" y="14146"/>
                </a:lnTo>
                <a:lnTo>
                  <a:pt x="1640221" y="10675"/>
                </a:lnTo>
                <a:lnTo>
                  <a:pt x="1655269" y="7711"/>
                </a:lnTo>
                <a:lnTo>
                  <a:pt x="1670317" y="5249"/>
                </a:lnTo>
                <a:lnTo>
                  <a:pt x="1685365" y="3279"/>
                </a:lnTo>
                <a:lnTo>
                  <a:pt x="1700413" y="1789"/>
                </a:lnTo>
                <a:lnTo>
                  <a:pt x="1715461" y="759"/>
                </a:lnTo>
                <a:lnTo>
                  <a:pt x="1730508" y="171"/>
                </a:lnTo>
                <a:lnTo>
                  <a:pt x="1745556" y="0"/>
                </a:lnTo>
                <a:lnTo>
                  <a:pt x="1760604" y="220"/>
                </a:lnTo>
                <a:lnTo>
                  <a:pt x="1775652" y="801"/>
                </a:lnTo>
                <a:lnTo>
                  <a:pt x="1790700" y="1714"/>
                </a:lnTo>
              </a:path>
            </a:pathLst>
          </a:custGeom>
          <a:noFill/>
          <a:ln w="9525">
            <a:solidFill>
              <a:srgbClr val="A6C0D2"/>
            </a:solidFill>
            <a:prstDash val="solid"/>
          </a:ln>
        </p:spPr>
      </p:sp>
      <p:sp>
        <p:nvSpPr>
          <p:cNvPr id="31" name="path-31">
            <a:extLst>
              <a:ext uri="{FF2B5EF4-FFF2-40B4-BE49-F238E27FC236}">
                <a16:creationId xmlns:a16="http://schemas.microsoft.com/office/drawing/2014/main" id="{9B1FF002-4BE0-4971-8318-076D8A36EE9A}"/>
              </a:ext>
            </a:extLst>
          </p:cNvPr>
          <p:cNvSpPr>
            <a:spLocks noGrp="1"/>
          </p:cNvSpPr>
          <p:nvPr/>
        </p:nvSpPr>
        <p:spPr>
          <a:xfrm>
            <a:off x="3038475" y="1806013"/>
            <a:ext cx="1790700" cy="220891"/>
          </a:xfrm>
          <a:custGeom>
            <a:avLst/>
            <a:gdLst/>
            <a:ahLst/>
            <a:cxnLst/>
            <a:rect l="0" t="0" r="0" b="0"/>
            <a:pathLst>
              <a:path w="1790700" h="220891">
                <a:moveTo>
                  <a:pt x="0" y="29705"/>
                </a:moveTo>
                <a:lnTo>
                  <a:pt x="15048" y="29550"/>
                </a:lnTo>
                <a:lnTo>
                  <a:pt x="30096" y="29424"/>
                </a:lnTo>
                <a:lnTo>
                  <a:pt x="45144" y="29333"/>
                </a:lnTo>
                <a:lnTo>
                  <a:pt x="60192" y="29281"/>
                </a:lnTo>
                <a:lnTo>
                  <a:pt x="75239" y="29273"/>
                </a:lnTo>
                <a:lnTo>
                  <a:pt x="90287" y="29316"/>
                </a:lnTo>
                <a:lnTo>
                  <a:pt x="105335" y="29412"/>
                </a:lnTo>
                <a:lnTo>
                  <a:pt x="120383" y="29565"/>
                </a:lnTo>
                <a:lnTo>
                  <a:pt x="135431" y="29778"/>
                </a:lnTo>
                <a:lnTo>
                  <a:pt x="150479" y="30054"/>
                </a:lnTo>
                <a:lnTo>
                  <a:pt x="165527" y="30394"/>
                </a:lnTo>
                <a:lnTo>
                  <a:pt x="180575" y="30799"/>
                </a:lnTo>
                <a:lnTo>
                  <a:pt x="195623" y="31267"/>
                </a:lnTo>
                <a:lnTo>
                  <a:pt x="210671" y="31798"/>
                </a:lnTo>
                <a:lnTo>
                  <a:pt x="225718" y="32389"/>
                </a:lnTo>
                <a:lnTo>
                  <a:pt x="240766" y="33035"/>
                </a:lnTo>
                <a:lnTo>
                  <a:pt x="255814" y="33732"/>
                </a:lnTo>
                <a:lnTo>
                  <a:pt x="270862" y="34473"/>
                </a:lnTo>
                <a:lnTo>
                  <a:pt x="285910" y="35251"/>
                </a:lnTo>
                <a:lnTo>
                  <a:pt x="300958" y="36058"/>
                </a:lnTo>
                <a:lnTo>
                  <a:pt x="316006" y="36883"/>
                </a:lnTo>
                <a:lnTo>
                  <a:pt x="331054" y="37717"/>
                </a:lnTo>
                <a:lnTo>
                  <a:pt x="346102" y="38547"/>
                </a:lnTo>
                <a:lnTo>
                  <a:pt x="361150" y="39362"/>
                </a:lnTo>
                <a:lnTo>
                  <a:pt x="376197" y="40148"/>
                </a:lnTo>
                <a:lnTo>
                  <a:pt x="391245" y="40892"/>
                </a:lnTo>
                <a:lnTo>
                  <a:pt x="406293" y="41580"/>
                </a:lnTo>
                <a:lnTo>
                  <a:pt x="421341" y="42197"/>
                </a:lnTo>
                <a:lnTo>
                  <a:pt x="436389" y="42731"/>
                </a:lnTo>
                <a:lnTo>
                  <a:pt x="451437" y="43166"/>
                </a:lnTo>
                <a:lnTo>
                  <a:pt x="466485" y="43490"/>
                </a:lnTo>
                <a:lnTo>
                  <a:pt x="481533" y="43690"/>
                </a:lnTo>
                <a:lnTo>
                  <a:pt x="496581" y="43753"/>
                </a:lnTo>
                <a:lnTo>
                  <a:pt x="511629" y="43669"/>
                </a:lnTo>
                <a:lnTo>
                  <a:pt x="526676" y="43429"/>
                </a:lnTo>
                <a:lnTo>
                  <a:pt x="541724" y="43023"/>
                </a:lnTo>
                <a:lnTo>
                  <a:pt x="556772" y="42446"/>
                </a:lnTo>
                <a:lnTo>
                  <a:pt x="571820" y="41692"/>
                </a:lnTo>
                <a:lnTo>
                  <a:pt x="586868" y="40760"/>
                </a:lnTo>
                <a:lnTo>
                  <a:pt x="601916" y="39650"/>
                </a:lnTo>
                <a:lnTo>
                  <a:pt x="616964" y="38362"/>
                </a:lnTo>
                <a:lnTo>
                  <a:pt x="632012" y="36903"/>
                </a:lnTo>
                <a:lnTo>
                  <a:pt x="647060" y="35278"/>
                </a:lnTo>
                <a:lnTo>
                  <a:pt x="662108" y="33498"/>
                </a:lnTo>
                <a:lnTo>
                  <a:pt x="677155" y="31575"/>
                </a:lnTo>
                <a:lnTo>
                  <a:pt x="692203" y="29524"/>
                </a:lnTo>
                <a:lnTo>
                  <a:pt x="707251" y="27362"/>
                </a:lnTo>
                <a:lnTo>
                  <a:pt x="722299" y="25111"/>
                </a:lnTo>
                <a:lnTo>
                  <a:pt x="737347" y="22792"/>
                </a:lnTo>
                <a:lnTo>
                  <a:pt x="752395" y="20430"/>
                </a:lnTo>
                <a:lnTo>
                  <a:pt x="767443" y="18053"/>
                </a:lnTo>
                <a:lnTo>
                  <a:pt x="782491" y="15689"/>
                </a:lnTo>
                <a:lnTo>
                  <a:pt x="797539" y="13370"/>
                </a:lnTo>
                <a:lnTo>
                  <a:pt x="812587" y="11127"/>
                </a:lnTo>
                <a:lnTo>
                  <a:pt x="827634" y="8994"/>
                </a:lnTo>
                <a:lnTo>
                  <a:pt x="842682" y="7005"/>
                </a:lnTo>
                <a:lnTo>
                  <a:pt x="857730" y="5195"/>
                </a:lnTo>
                <a:lnTo>
                  <a:pt x="872778" y="3598"/>
                </a:lnTo>
                <a:lnTo>
                  <a:pt x="887826" y="2250"/>
                </a:lnTo>
                <a:lnTo>
                  <a:pt x="902874" y="1183"/>
                </a:lnTo>
                <a:lnTo>
                  <a:pt x="917922" y="432"/>
                </a:lnTo>
                <a:lnTo>
                  <a:pt x="932970" y="28"/>
                </a:lnTo>
                <a:lnTo>
                  <a:pt x="948018" y="0"/>
                </a:lnTo>
                <a:lnTo>
                  <a:pt x="963066" y="377"/>
                </a:lnTo>
                <a:lnTo>
                  <a:pt x="978113" y="1183"/>
                </a:lnTo>
                <a:lnTo>
                  <a:pt x="993161" y="2440"/>
                </a:lnTo>
                <a:lnTo>
                  <a:pt x="1008209" y="4168"/>
                </a:lnTo>
                <a:lnTo>
                  <a:pt x="1023257" y="6383"/>
                </a:lnTo>
                <a:lnTo>
                  <a:pt x="1038305" y="9095"/>
                </a:lnTo>
                <a:lnTo>
                  <a:pt x="1053353" y="12312"/>
                </a:lnTo>
                <a:lnTo>
                  <a:pt x="1068401" y="16037"/>
                </a:lnTo>
                <a:lnTo>
                  <a:pt x="1083449" y="20270"/>
                </a:lnTo>
                <a:lnTo>
                  <a:pt x="1098497" y="25004"/>
                </a:lnTo>
                <a:lnTo>
                  <a:pt x="1113545" y="30229"/>
                </a:lnTo>
                <a:lnTo>
                  <a:pt x="1128592" y="35929"/>
                </a:lnTo>
                <a:lnTo>
                  <a:pt x="1143640" y="42085"/>
                </a:lnTo>
                <a:lnTo>
                  <a:pt x="1158688" y="48673"/>
                </a:lnTo>
                <a:lnTo>
                  <a:pt x="1173736" y="55662"/>
                </a:lnTo>
                <a:lnTo>
                  <a:pt x="1188784" y="63019"/>
                </a:lnTo>
                <a:lnTo>
                  <a:pt x="1203832" y="70707"/>
                </a:lnTo>
                <a:lnTo>
                  <a:pt x="1218880" y="78684"/>
                </a:lnTo>
                <a:lnTo>
                  <a:pt x="1233928" y="86904"/>
                </a:lnTo>
                <a:lnTo>
                  <a:pt x="1248976" y="95320"/>
                </a:lnTo>
                <a:lnTo>
                  <a:pt x="1264024" y="103880"/>
                </a:lnTo>
                <a:lnTo>
                  <a:pt x="1279071" y="112529"/>
                </a:lnTo>
                <a:lnTo>
                  <a:pt x="1294119" y="121213"/>
                </a:lnTo>
                <a:lnTo>
                  <a:pt x="1309167" y="129872"/>
                </a:lnTo>
                <a:lnTo>
                  <a:pt x="1324215" y="138450"/>
                </a:lnTo>
                <a:lnTo>
                  <a:pt x="1339263" y="146887"/>
                </a:lnTo>
                <a:lnTo>
                  <a:pt x="1354311" y="155124"/>
                </a:lnTo>
                <a:lnTo>
                  <a:pt x="1369359" y="163103"/>
                </a:lnTo>
                <a:lnTo>
                  <a:pt x="1384407" y="170766"/>
                </a:lnTo>
                <a:lnTo>
                  <a:pt x="1399455" y="178057"/>
                </a:lnTo>
                <a:lnTo>
                  <a:pt x="1414503" y="184923"/>
                </a:lnTo>
                <a:lnTo>
                  <a:pt x="1429550" y="191314"/>
                </a:lnTo>
                <a:lnTo>
                  <a:pt x="1444598" y="197180"/>
                </a:lnTo>
                <a:lnTo>
                  <a:pt x="1459646" y="202479"/>
                </a:lnTo>
                <a:lnTo>
                  <a:pt x="1474694" y="207169"/>
                </a:lnTo>
                <a:lnTo>
                  <a:pt x="1489742" y="211216"/>
                </a:lnTo>
                <a:lnTo>
                  <a:pt x="1504790" y="214588"/>
                </a:lnTo>
                <a:lnTo>
                  <a:pt x="1519838" y="217259"/>
                </a:lnTo>
                <a:lnTo>
                  <a:pt x="1534886" y="219209"/>
                </a:lnTo>
                <a:lnTo>
                  <a:pt x="1549934" y="220423"/>
                </a:lnTo>
                <a:lnTo>
                  <a:pt x="1564982" y="220891"/>
                </a:lnTo>
                <a:lnTo>
                  <a:pt x="1580029" y="220610"/>
                </a:lnTo>
                <a:lnTo>
                  <a:pt x="1595077" y="219582"/>
                </a:lnTo>
                <a:lnTo>
                  <a:pt x="1610125" y="217815"/>
                </a:lnTo>
                <a:lnTo>
                  <a:pt x="1625173" y="215322"/>
                </a:lnTo>
                <a:lnTo>
                  <a:pt x="1640221" y="212123"/>
                </a:lnTo>
                <a:lnTo>
                  <a:pt x="1655269" y="208242"/>
                </a:lnTo>
                <a:lnTo>
                  <a:pt x="1670317" y="203710"/>
                </a:lnTo>
                <a:lnTo>
                  <a:pt x="1685365" y="198560"/>
                </a:lnTo>
                <a:lnTo>
                  <a:pt x="1700413" y="192831"/>
                </a:lnTo>
                <a:lnTo>
                  <a:pt x="1715461" y="186567"/>
                </a:lnTo>
                <a:lnTo>
                  <a:pt x="1730508" y="179815"/>
                </a:lnTo>
                <a:lnTo>
                  <a:pt x="1745556" y="172626"/>
                </a:lnTo>
                <a:lnTo>
                  <a:pt x="1760604" y="165050"/>
                </a:lnTo>
                <a:lnTo>
                  <a:pt x="1775652" y="157146"/>
                </a:lnTo>
                <a:lnTo>
                  <a:pt x="1790700" y="148968"/>
                </a:lnTo>
              </a:path>
            </a:pathLst>
          </a:custGeom>
          <a:noFill/>
          <a:ln w="9525">
            <a:solidFill>
              <a:srgbClr val="A6C0D2"/>
            </a:solidFill>
            <a:prstDash val="solid"/>
          </a:ln>
        </p:spPr>
      </p:sp>
      <p:sp>
        <p:nvSpPr>
          <p:cNvPr id="32" name="path-32">
            <a:extLst>
              <a:ext uri="{FF2B5EF4-FFF2-40B4-BE49-F238E27FC236}">
                <a16:creationId xmlns:a16="http://schemas.microsoft.com/office/drawing/2014/main" id="{7C3504BD-0581-43DD-B04D-BBBF3EFA541F}"/>
              </a:ext>
            </a:extLst>
          </p:cNvPr>
          <p:cNvSpPr>
            <a:spLocks noGrp="1"/>
          </p:cNvSpPr>
          <p:nvPr/>
        </p:nvSpPr>
        <p:spPr>
          <a:xfrm>
            <a:off x="3038475" y="1578263"/>
            <a:ext cx="1790700" cy="565460"/>
          </a:xfrm>
          <a:custGeom>
            <a:avLst/>
            <a:gdLst/>
            <a:ahLst/>
            <a:cxnLst/>
            <a:rect l="0" t="0" r="0" b="0"/>
            <a:pathLst>
              <a:path w="1790700" h="565460">
                <a:moveTo>
                  <a:pt x="0" y="180563"/>
                </a:moveTo>
                <a:lnTo>
                  <a:pt x="8998" y="176180"/>
                </a:lnTo>
                <a:lnTo>
                  <a:pt x="17997" y="171733"/>
                </a:lnTo>
                <a:lnTo>
                  <a:pt x="26995" y="167226"/>
                </a:lnTo>
                <a:lnTo>
                  <a:pt x="35994" y="162663"/>
                </a:lnTo>
                <a:lnTo>
                  <a:pt x="44992" y="158051"/>
                </a:lnTo>
                <a:lnTo>
                  <a:pt x="53991" y="153393"/>
                </a:lnTo>
                <a:lnTo>
                  <a:pt x="62989" y="148696"/>
                </a:lnTo>
                <a:lnTo>
                  <a:pt x="71988" y="143963"/>
                </a:lnTo>
                <a:lnTo>
                  <a:pt x="80986" y="139202"/>
                </a:lnTo>
                <a:lnTo>
                  <a:pt x="89985" y="134418"/>
                </a:lnTo>
                <a:lnTo>
                  <a:pt x="98983" y="129616"/>
                </a:lnTo>
                <a:lnTo>
                  <a:pt x="107982" y="124804"/>
                </a:lnTo>
                <a:lnTo>
                  <a:pt x="116980" y="119986"/>
                </a:lnTo>
                <a:lnTo>
                  <a:pt x="125979" y="115169"/>
                </a:lnTo>
                <a:lnTo>
                  <a:pt x="134977" y="110361"/>
                </a:lnTo>
                <a:lnTo>
                  <a:pt x="143976" y="105567"/>
                </a:lnTo>
                <a:lnTo>
                  <a:pt x="152974" y="100794"/>
                </a:lnTo>
                <a:lnTo>
                  <a:pt x="161973" y="96049"/>
                </a:lnTo>
                <a:lnTo>
                  <a:pt x="170971" y="91338"/>
                </a:lnTo>
                <a:lnTo>
                  <a:pt x="179970" y="86670"/>
                </a:lnTo>
                <a:lnTo>
                  <a:pt x="188968" y="82050"/>
                </a:lnTo>
                <a:lnTo>
                  <a:pt x="197967" y="77487"/>
                </a:lnTo>
                <a:lnTo>
                  <a:pt x="206965" y="72986"/>
                </a:lnTo>
                <a:lnTo>
                  <a:pt x="215964" y="68555"/>
                </a:lnTo>
                <a:lnTo>
                  <a:pt x="224962" y="64202"/>
                </a:lnTo>
                <a:lnTo>
                  <a:pt x="233961" y="59933"/>
                </a:lnTo>
                <a:lnTo>
                  <a:pt x="242959" y="55756"/>
                </a:lnTo>
                <a:lnTo>
                  <a:pt x="251958" y="51677"/>
                </a:lnTo>
                <a:lnTo>
                  <a:pt x="260956" y="47705"/>
                </a:lnTo>
                <a:lnTo>
                  <a:pt x="269955" y="43845"/>
                </a:lnTo>
                <a:lnTo>
                  <a:pt x="278953" y="40105"/>
                </a:lnTo>
                <a:lnTo>
                  <a:pt x="287952" y="36492"/>
                </a:lnTo>
                <a:lnTo>
                  <a:pt x="296950" y="33012"/>
                </a:lnTo>
                <a:lnTo>
                  <a:pt x="305949" y="29673"/>
                </a:lnTo>
                <a:lnTo>
                  <a:pt x="314947" y="26480"/>
                </a:lnTo>
                <a:lnTo>
                  <a:pt x="323946" y="23440"/>
                </a:lnTo>
                <a:lnTo>
                  <a:pt x="332944" y="20560"/>
                </a:lnTo>
                <a:lnTo>
                  <a:pt x="341943" y="17845"/>
                </a:lnTo>
                <a:lnTo>
                  <a:pt x="350941" y="15302"/>
                </a:lnTo>
                <a:lnTo>
                  <a:pt x="359940" y="12935"/>
                </a:lnTo>
                <a:lnTo>
                  <a:pt x="368938" y="10751"/>
                </a:lnTo>
                <a:lnTo>
                  <a:pt x="377937" y="8755"/>
                </a:lnTo>
                <a:lnTo>
                  <a:pt x="386935" y="6952"/>
                </a:lnTo>
                <a:lnTo>
                  <a:pt x="395934" y="5347"/>
                </a:lnTo>
                <a:lnTo>
                  <a:pt x="404932" y="3944"/>
                </a:lnTo>
                <a:lnTo>
                  <a:pt x="413931" y="2748"/>
                </a:lnTo>
                <a:lnTo>
                  <a:pt x="422929" y="1763"/>
                </a:lnTo>
                <a:lnTo>
                  <a:pt x="431928" y="992"/>
                </a:lnTo>
                <a:lnTo>
                  <a:pt x="440926" y="439"/>
                </a:lnTo>
                <a:lnTo>
                  <a:pt x="449925" y="107"/>
                </a:lnTo>
                <a:lnTo>
                  <a:pt x="458923" y="0"/>
                </a:lnTo>
                <a:lnTo>
                  <a:pt x="467922" y="119"/>
                </a:lnTo>
                <a:lnTo>
                  <a:pt x="476920" y="468"/>
                </a:lnTo>
                <a:lnTo>
                  <a:pt x="485919" y="1047"/>
                </a:lnTo>
                <a:lnTo>
                  <a:pt x="494917" y="1859"/>
                </a:lnTo>
                <a:lnTo>
                  <a:pt x="503916" y="2905"/>
                </a:lnTo>
                <a:lnTo>
                  <a:pt x="512914" y="4186"/>
                </a:lnTo>
                <a:lnTo>
                  <a:pt x="521913" y="5703"/>
                </a:lnTo>
                <a:lnTo>
                  <a:pt x="530911" y="7457"/>
                </a:lnTo>
                <a:lnTo>
                  <a:pt x="539910" y="9446"/>
                </a:lnTo>
                <a:lnTo>
                  <a:pt x="548908" y="11672"/>
                </a:lnTo>
                <a:lnTo>
                  <a:pt x="557907" y="14133"/>
                </a:lnTo>
                <a:lnTo>
                  <a:pt x="566905" y="16828"/>
                </a:lnTo>
                <a:lnTo>
                  <a:pt x="575904" y="19758"/>
                </a:lnTo>
                <a:lnTo>
                  <a:pt x="584902" y="22919"/>
                </a:lnTo>
                <a:lnTo>
                  <a:pt x="593901" y="26310"/>
                </a:lnTo>
                <a:lnTo>
                  <a:pt x="602899" y="29930"/>
                </a:lnTo>
                <a:lnTo>
                  <a:pt x="611897" y="33775"/>
                </a:lnTo>
                <a:lnTo>
                  <a:pt x="620896" y="37844"/>
                </a:lnTo>
                <a:lnTo>
                  <a:pt x="629894" y="42134"/>
                </a:lnTo>
                <a:lnTo>
                  <a:pt x="638893" y="46640"/>
                </a:lnTo>
                <a:lnTo>
                  <a:pt x="647891" y="51360"/>
                </a:lnTo>
                <a:lnTo>
                  <a:pt x="656890" y="56291"/>
                </a:lnTo>
                <a:lnTo>
                  <a:pt x="665888" y="61428"/>
                </a:lnTo>
                <a:lnTo>
                  <a:pt x="674887" y="66767"/>
                </a:lnTo>
                <a:lnTo>
                  <a:pt x="683885" y="72304"/>
                </a:lnTo>
                <a:lnTo>
                  <a:pt x="692884" y="78035"/>
                </a:lnTo>
                <a:lnTo>
                  <a:pt x="701882" y="83955"/>
                </a:lnTo>
                <a:lnTo>
                  <a:pt x="710881" y="90058"/>
                </a:lnTo>
                <a:lnTo>
                  <a:pt x="719879" y="96340"/>
                </a:lnTo>
                <a:lnTo>
                  <a:pt x="728878" y="102796"/>
                </a:lnTo>
                <a:lnTo>
                  <a:pt x="737876" y="109420"/>
                </a:lnTo>
                <a:lnTo>
                  <a:pt x="746875" y="116207"/>
                </a:lnTo>
                <a:lnTo>
                  <a:pt x="755873" y="123150"/>
                </a:lnTo>
                <a:lnTo>
                  <a:pt x="764872" y="130245"/>
                </a:lnTo>
                <a:lnTo>
                  <a:pt x="773870" y="137485"/>
                </a:lnTo>
                <a:lnTo>
                  <a:pt x="782869" y="144864"/>
                </a:lnTo>
                <a:lnTo>
                  <a:pt x="791867" y="152376"/>
                </a:lnTo>
                <a:lnTo>
                  <a:pt x="800866" y="160015"/>
                </a:lnTo>
                <a:lnTo>
                  <a:pt x="809864" y="167774"/>
                </a:lnTo>
                <a:lnTo>
                  <a:pt x="818863" y="175647"/>
                </a:lnTo>
                <a:lnTo>
                  <a:pt x="827861" y="183627"/>
                </a:lnTo>
                <a:lnTo>
                  <a:pt x="836860" y="191708"/>
                </a:lnTo>
                <a:lnTo>
                  <a:pt x="845858" y="199884"/>
                </a:lnTo>
                <a:lnTo>
                  <a:pt x="854857" y="208146"/>
                </a:lnTo>
                <a:lnTo>
                  <a:pt x="863855" y="216489"/>
                </a:lnTo>
                <a:lnTo>
                  <a:pt x="872854" y="224905"/>
                </a:lnTo>
                <a:lnTo>
                  <a:pt x="881852" y="233388"/>
                </a:lnTo>
                <a:lnTo>
                  <a:pt x="890851" y="241931"/>
                </a:lnTo>
                <a:lnTo>
                  <a:pt x="899849" y="250526"/>
                </a:lnTo>
                <a:lnTo>
                  <a:pt x="908848" y="259166"/>
                </a:lnTo>
                <a:lnTo>
                  <a:pt x="917846" y="267843"/>
                </a:lnTo>
                <a:lnTo>
                  <a:pt x="926845" y="276552"/>
                </a:lnTo>
                <a:lnTo>
                  <a:pt x="935843" y="285283"/>
                </a:lnTo>
                <a:lnTo>
                  <a:pt x="944842" y="294031"/>
                </a:lnTo>
                <a:lnTo>
                  <a:pt x="953840" y="302786"/>
                </a:lnTo>
                <a:lnTo>
                  <a:pt x="962839" y="311542"/>
                </a:lnTo>
                <a:lnTo>
                  <a:pt x="971837" y="320290"/>
                </a:lnTo>
                <a:lnTo>
                  <a:pt x="980836" y="329024"/>
                </a:lnTo>
                <a:lnTo>
                  <a:pt x="989834" y="337735"/>
                </a:lnTo>
                <a:lnTo>
                  <a:pt x="998833" y="346414"/>
                </a:lnTo>
                <a:lnTo>
                  <a:pt x="1007831" y="355055"/>
                </a:lnTo>
                <a:lnTo>
                  <a:pt x="1016830" y="363648"/>
                </a:lnTo>
                <a:lnTo>
                  <a:pt x="1025828" y="372186"/>
                </a:lnTo>
                <a:lnTo>
                  <a:pt x="1034827" y="380660"/>
                </a:lnTo>
                <a:lnTo>
                  <a:pt x="1043825" y="389062"/>
                </a:lnTo>
                <a:lnTo>
                  <a:pt x="1052824" y="397382"/>
                </a:lnTo>
                <a:lnTo>
                  <a:pt x="1061822" y="405613"/>
                </a:lnTo>
                <a:lnTo>
                  <a:pt x="1070821" y="413745"/>
                </a:lnTo>
                <a:lnTo>
                  <a:pt x="1079819" y="421769"/>
                </a:lnTo>
                <a:lnTo>
                  <a:pt x="1088818" y="429677"/>
                </a:lnTo>
                <a:lnTo>
                  <a:pt x="1097816" y="437459"/>
                </a:lnTo>
                <a:lnTo>
                  <a:pt x="1106815" y="445106"/>
                </a:lnTo>
                <a:lnTo>
                  <a:pt x="1115813" y="452608"/>
                </a:lnTo>
                <a:lnTo>
                  <a:pt x="1124812" y="459957"/>
                </a:lnTo>
                <a:lnTo>
                  <a:pt x="1133810" y="467142"/>
                </a:lnTo>
                <a:lnTo>
                  <a:pt x="1142809" y="474154"/>
                </a:lnTo>
                <a:lnTo>
                  <a:pt x="1151807" y="480984"/>
                </a:lnTo>
                <a:lnTo>
                  <a:pt x="1160806" y="487621"/>
                </a:lnTo>
                <a:lnTo>
                  <a:pt x="1169804" y="494055"/>
                </a:lnTo>
                <a:lnTo>
                  <a:pt x="1178803" y="500277"/>
                </a:lnTo>
                <a:lnTo>
                  <a:pt x="1187801" y="506277"/>
                </a:lnTo>
                <a:lnTo>
                  <a:pt x="1196799" y="512045"/>
                </a:lnTo>
                <a:lnTo>
                  <a:pt x="1205798" y="517572"/>
                </a:lnTo>
                <a:lnTo>
                  <a:pt x="1214796" y="522846"/>
                </a:lnTo>
                <a:lnTo>
                  <a:pt x="1223795" y="527860"/>
                </a:lnTo>
                <a:lnTo>
                  <a:pt x="1232793" y="532602"/>
                </a:lnTo>
                <a:lnTo>
                  <a:pt x="1241792" y="537063"/>
                </a:lnTo>
                <a:lnTo>
                  <a:pt x="1250790" y="541234"/>
                </a:lnTo>
                <a:lnTo>
                  <a:pt x="1259789" y="545105"/>
                </a:lnTo>
                <a:lnTo>
                  <a:pt x="1268787" y="548667"/>
                </a:lnTo>
                <a:lnTo>
                  <a:pt x="1277786" y="551911"/>
                </a:lnTo>
                <a:lnTo>
                  <a:pt x="1286784" y="554829"/>
                </a:lnTo>
                <a:lnTo>
                  <a:pt x="1295783" y="557411"/>
                </a:lnTo>
                <a:lnTo>
                  <a:pt x="1304781" y="559651"/>
                </a:lnTo>
                <a:lnTo>
                  <a:pt x="1313780" y="561539"/>
                </a:lnTo>
                <a:lnTo>
                  <a:pt x="1322778" y="563068"/>
                </a:lnTo>
                <a:lnTo>
                  <a:pt x="1331777" y="564231"/>
                </a:lnTo>
                <a:lnTo>
                  <a:pt x="1340775" y="565022"/>
                </a:lnTo>
                <a:lnTo>
                  <a:pt x="1349774" y="565433"/>
                </a:lnTo>
                <a:lnTo>
                  <a:pt x="1358772" y="565460"/>
                </a:lnTo>
                <a:lnTo>
                  <a:pt x="1367771" y="565097"/>
                </a:lnTo>
                <a:lnTo>
                  <a:pt x="1376769" y="564339"/>
                </a:lnTo>
                <a:lnTo>
                  <a:pt x="1385768" y="563183"/>
                </a:lnTo>
                <a:lnTo>
                  <a:pt x="1394766" y="561624"/>
                </a:lnTo>
                <a:lnTo>
                  <a:pt x="1403765" y="559660"/>
                </a:lnTo>
                <a:lnTo>
                  <a:pt x="1412763" y="557289"/>
                </a:lnTo>
                <a:lnTo>
                  <a:pt x="1421762" y="554509"/>
                </a:lnTo>
                <a:lnTo>
                  <a:pt x="1430760" y="551320"/>
                </a:lnTo>
                <a:lnTo>
                  <a:pt x="1439759" y="547722"/>
                </a:lnTo>
                <a:lnTo>
                  <a:pt x="1448757" y="543715"/>
                </a:lnTo>
                <a:lnTo>
                  <a:pt x="1457756" y="539303"/>
                </a:lnTo>
                <a:lnTo>
                  <a:pt x="1466754" y="534486"/>
                </a:lnTo>
                <a:lnTo>
                  <a:pt x="1475753" y="529269"/>
                </a:lnTo>
                <a:lnTo>
                  <a:pt x="1484751" y="523656"/>
                </a:lnTo>
                <a:lnTo>
                  <a:pt x="1493750" y="517652"/>
                </a:lnTo>
                <a:lnTo>
                  <a:pt x="1502748" y="511264"/>
                </a:lnTo>
                <a:lnTo>
                  <a:pt x="1511747" y="504499"/>
                </a:lnTo>
                <a:lnTo>
                  <a:pt x="1520745" y="497364"/>
                </a:lnTo>
                <a:lnTo>
                  <a:pt x="1529744" y="489870"/>
                </a:lnTo>
                <a:lnTo>
                  <a:pt x="1538742" y="482026"/>
                </a:lnTo>
                <a:lnTo>
                  <a:pt x="1547741" y="473842"/>
                </a:lnTo>
                <a:lnTo>
                  <a:pt x="1556739" y="465332"/>
                </a:lnTo>
                <a:lnTo>
                  <a:pt x="1565738" y="456507"/>
                </a:lnTo>
                <a:lnTo>
                  <a:pt x="1574736" y="447382"/>
                </a:lnTo>
                <a:lnTo>
                  <a:pt x="1583735" y="437972"/>
                </a:lnTo>
                <a:lnTo>
                  <a:pt x="1592733" y="428292"/>
                </a:lnTo>
                <a:lnTo>
                  <a:pt x="1601732" y="418358"/>
                </a:lnTo>
                <a:lnTo>
                  <a:pt x="1610730" y="408189"/>
                </a:lnTo>
                <a:lnTo>
                  <a:pt x="1619729" y="397802"/>
                </a:lnTo>
                <a:lnTo>
                  <a:pt x="1628727" y="387217"/>
                </a:lnTo>
                <a:lnTo>
                  <a:pt x="1637726" y="376453"/>
                </a:lnTo>
                <a:lnTo>
                  <a:pt x="1646724" y="365531"/>
                </a:lnTo>
                <a:lnTo>
                  <a:pt x="1655723" y="354472"/>
                </a:lnTo>
                <a:lnTo>
                  <a:pt x="1664721" y="343299"/>
                </a:lnTo>
                <a:lnTo>
                  <a:pt x="1673720" y="332033"/>
                </a:lnTo>
                <a:lnTo>
                  <a:pt x="1682718" y="320697"/>
                </a:lnTo>
                <a:lnTo>
                  <a:pt x="1691717" y="309317"/>
                </a:lnTo>
                <a:lnTo>
                  <a:pt x="1700715" y="297914"/>
                </a:lnTo>
                <a:lnTo>
                  <a:pt x="1709714" y="286514"/>
                </a:lnTo>
                <a:lnTo>
                  <a:pt x="1718712" y="275142"/>
                </a:lnTo>
                <a:lnTo>
                  <a:pt x="1727711" y="263822"/>
                </a:lnTo>
                <a:lnTo>
                  <a:pt x="1736709" y="252580"/>
                </a:lnTo>
                <a:lnTo>
                  <a:pt x="1745708" y="241441"/>
                </a:lnTo>
                <a:lnTo>
                  <a:pt x="1754706" y="230429"/>
                </a:lnTo>
                <a:lnTo>
                  <a:pt x="1763705" y="219571"/>
                </a:lnTo>
                <a:lnTo>
                  <a:pt x="1772703" y="208892"/>
                </a:lnTo>
                <a:lnTo>
                  <a:pt x="1781702" y="198416"/>
                </a:lnTo>
                <a:lnTo>
                  <a:pt x="1790700" y="188169"/>
                </a:lnTo>
              </a:path>
            </a:pathLst>
          </a:custGeom>
          <a:noFill/>
          <a:ln w="26670">
            <a:solidFill>
              <a:srgbClr val="246A96"/>
            </a:solidFill>
            <a:prstDash val="solid"/>
          </a:ln>
        </p:spPr>
      </p:sp>
      <p:sp>
        <p:nvSpPr>
          <p:cNvPr id="33" name="path-33">
            <a:extLst>
              <a:ext uri="{FF2B5EF4-FFF2-40B4-BE49-F238E27FC236}">
                <a16:creationId xmlns:a16="http://schemas.microsoft.com/office/drawing/2014/main" id="{09E3A78C-C43A-4EF5-9BCC-A875A34AF879}"/>
              </a:ext>
            </a:extLst>
          </p:cNvPr>
          <p:cNvSpPr>
            <a:spLocks noGrp="1"/>
          </p:cNvSpPr>
          <p:nvPr/>
        </p:nvSpPr>
        <p:spPr>
          <a:xfrm>
            <a:off x="3038475" y="2294657"/>
            <a:ext cx="1790700" cy="421142"/>
          </a:xfrm>
          <a:custGeom>
            <a:avLst/>
            <a:gdLst/>
            <a:ahLst/>
            <a:cxnLst/>
            <a:rect l="0" t="0" r="0" b="0"/>
            <a:pathLst>
              <a:path w="1790700" h="421142">
                <a:moveTo>
                  <a:pt x="0" y="53120"/>
                </a:moveTo>
                <a:lnTo>
                  <a:pt x="8998" y="47055"/>
                </a:lnTo>
                <a:lnTo>
                  <a:pt x="17997" y="41255"/>
                </a:lnTo>
                <a:lnTo>
                  <a:pt x="26995" y="35744"/>
                </a:lnTo>
                <a:lnTo>
                  <a:pt x="35994" y="30546"/>
                </a:lnTo>
                <a:lnTo>
                  <a:pt x="44992" y="25684"/>
                </a:lnTo>
                <a:lnTo>
                  <a:pt x="53991" y="21180"/>
                </a:lnTo>
                <a:lnTo>
                  <a:pt x="62989" y="17056"/>
                </a:lnTo>
                <a:lnTo>
                  <a:pt x="71988" y="13333"/>
                </a:lnTo>
                <a:lnTo>
                  <a:pt x="80986" y="10030"/>
                </a:lnTo>
                <a:lnTo>
                  <a:pt x="89985" y="7166"/>
                </a:lnTo>
                <a:lnTo>
                  <a:pt x="98983" y="4760"/>
                </a:lnTo>
                <a:lnTo>
                  <a:pt x="107982" y="2825"/>
                </a:lnTo>
                <a:lnTo>
                  <a:pt x="116980" y="1379"/>
                </a:lnTo>
                <a:lnTo>
                  <a:pt x="125979" y="433"/>
                </a:lnTo>
                <a:lnTo>
                  <a:pt x="134977" y="0"/>
                </a:lnTo>
                <a:lnTo>
                  <a:pt x="143976" y="90"/>
                </a:lnTo>
                <a:lnTo>
                  <a:pt x="152974" y="712"/>
                </a:lnTo>
                <a:lnTo>
                  <a:pt x="161973" y="1872"/>
                </a:lnTo>
                <a:lnTo>
                  <a:pt x="170971" y="3576"/>
                </a:lnTo>
                <a:lnTo>
                  <a:pt x="179970" y="5827"/>
                </a:lnTo>
                <a:lnTo>
                  <a:pt x="188968" y="8626"/>
                </a:lnTo>
                <a:lnTo>
                  <a:pt x="197967" y="11974"/>
                </a:lnTo>
                <a:lnTo>
                  <a:pt x="206965" y="15867"/>
                </a:lnTo>
                <a:lnTo>
                  <a:pt x="215964" y="20302"/>
                </a:lnTo>
                <a:lnTo>
                  <a:pt x="224962" y="25273"/>
                </a:lnTo>
                <a:lnTo>
                  <a:pt x="233961" y="30770"/>
                </a:lnTo>
                <a:lnTo>
                  <a:pt x="242959" y="36785"/>
                </a:lnTo>
                <a:lnTo>
                  <a:pt x="251958" y="43305"/>
                </a:lnTo>
                <a:lnTo>
                  <a:pt x="260956" y="50316"/>
                </a:lnTo>
                <a:lnTo>
                  <a:pt x="269955" y="57803"/>
                </a:lnTo>
                <a:lnTo>
                  <a:pt x="278953" y="65747"/>
                </a:lnTo>
                <a:lnTo>
                  <a:pt x="287952" y="74130"/>
                </a:lnTo>
                <a:lnTo>
                  <a:pt x="296950" y="82930"/>
                </a:lnTo>
                <a:lnTo>
                  <a:pt x="305949" y="92123"/>
                </a:lnTo>
                <a:lnTo>
                  <a:pt x="314947" y="101686"/>
                </a:lnTo>
                <a:lnTo>
                  <a:pt x="323946" y="111592"/>
                </a:lnTo>
                <a:lnTo>
                  <a:pt x="332944" y="121814"/>
                </a:lnTo>
                <a:lnTo>
                  <a:pt x="341943" y="132322"/>
                </a:lnTo>
                <a:lnTo>
                  <a:pt x="350941" y="143086"/>
                </a:lnTo>
                <a:lnTo>
                  <a:pt x="359940" y="154074"/>
                </a:lnTo>
                <a:lnTo>
                  <a:pt x="368938" y="165254"/>
                </a:lnTo>
                <a:lnTo>
                  <a:pt x="377937" y="176591"/>
                </a:lnTo>
                <a:lnTo>
                  <a:pt x="386935" y="188052"/>
                </a:lnTo>
                <a:lnTo>
                  <a:pt x="395934" y="199600"/>
                </a:lnTo>
                <a:lnTo>
                  <a:pt x="404932" y="211200"/>
                </a:lnTo>
                <a:lnTo>
                  <a:pt x="413931" y="222815"/>
                </a:lnTo>
                <a:lnTo>
                  <a:pt x="422929" y="234408"/>
                </a:lnTo>
                <a:lnTo>
                  <a:pt x="431928" y="245942"/>
                </a:lnTo>
                <a:lnTo>
                  <a:pt x="440926" y="257379"/>
                </a:lnTo>
                <a:lnTo>
                  <a:pt x="449925" y="268682"/>
                </a:lnTo>
                <a:lnTo>
                  <a:pt x="458923" y="279814"/>
                </a:lnTo>
                <a:lnTo>
                  <a:pt x="467922" y="290738"/>
                </a:lnTo>
                <a:lnTo>
                  <a:pt x="476920" y="301417"/>
                </a:lnTo>
                <a:lnTo>
                  <a:pt x="485919" y="311816"/>
                </a:lnTo>
                <a:lnTo>
                  <a:pt x="494917" y="321899"/>
                </a:lnTo>
                <a:lnTo>
                  <a:pt x="503916" y="331631"/>
                </a:lnTo>
                <a:lnTo>
                  <a:pt x="512914" y="340981"/>
                </a:lnTo>
                <a:lnTo>
                  <a:pt x="521913" y="349914"/>
                </a:lnTo>
                <a:lnTo>
                  <a:pt x="530911" y="358401"/>
                </a:lnTo>
                <a:lnTo>
                  <a:pt x="539910" y="366411"/>
                </a:lnTo>
                <a:lnTo>
                  <a:pt x="548908" y="373917"/>
                </a:lnTo>
                <a:lnTo>
                  <a:pt x="557907" y="380891"/>
                </a:lnTo>
                <a:lnTo>
                  <a:pt x="566905" y="387310"/>
                </a:lnTo>
                <a:lnTo>
                  <a:pt x="575904" y="393149"/>
                </a:lnTo>
                <a:lnTo>
                  <a:pt x="584902" y="398388"/>
                </a:lnTo>
                <a:lnTo>
                  <a:pt x="593901" y="403007"/>
                </a:lnTo>
                <a:lnTo>
                  <a:pt x="602899" y="406990"/>
                </a:lnTo>
                <a:lnTo>
                  <a:pt x="611897" y="410322"/>
                </a:lnTo>
                <a:lnTo>
                  <a:pt x="620896" y="412990"/>
                </a:lnTo>
                <a:lnTo>
                  <a:pt x="629894" y="414983"/>
                </a:lnTo>
                <a:lnTo>
                  <a:pt x="638893" y="416294"/>
                </a:lnTo>
                <a:lnTo>
                  <a:pt x="647891" y="416918"/>
                </a:lnTo>
                <a:lnTo>
                  <a:pt x="656890" y="416849"/>
                </a:lnTo>
                <a:lnTo>
                  <a:pt x="665888" y="416089"/>
                </a:lnTo>
                <a:lnTo>
                  <a:pt x="674887" y="414639"/>
                </a:lnTo>
                <a:lnTo>
                  <a:pt x="683885" y="412502"/>
                </a:lnTo>
                <a:lnTo>
                  <a:pt x="692884" y="409686"/>
                </a:lnTo>
                <a:lnTo>
                  <a:pt x="701882" y="406200"/>
                </a:lnTo>
                <a:lnTo>
                  <a:pt x="710881" y="402055"/>
                </a:lnTo>
                <a:lnTo>
                  <a:pt x="719879" y="397264"/>
                </a:lnTo>
                <a:lnTo>
                  <a:pt x="728878" y="391845"/>
                </a:lnTo>
                <a:lnTo>
                  <a:pt x="737876" y="385815"/>
                </a:lnTo>
                <a:lnTo>
                  <a:pt x="746875" y="379196"/>
                </a:lnTo>
                <a:lnTo>
                  <a:pt x="755873" y="372011"/>
                </a:lnTo>
                <a:lnTo>
                  <a:pt x="764872" y="364283"/>
                </a:lnTo>
                <a:lnTo>
                  <a:pt x="773870" y="356042"/>
                </a:lnTo>
                <a:lnTo>
                  <a:pt x="782869" y="347315"/>
                </a:lnTo>
                <a:lnTo>
                  <a:pt x="791867" y="338133"/>
                </a:lnTo>
                <a:lnTo>
                  <a:pt x="800866" y="328529"/>
                </a:lnTo>
                <a:lnTo>
                  <a:pt x="809864" y="318537"/>
                </a:lnTo>
                <a:lnTo>
                  <a:pt x="818863" y="308192"/>
                </a:lnTo>
                <a:lnTo>
                  <a:pt x="827861" y="297532"/>
                </a:lnTo>
                <a:lnTo>
                  <a:pt x="836860" y="286594"/>
                </a:lnTo>
                <a:lnTo>
                  <a:pt x="845858" y="275417"/>
                </a:lnTo>
                <a:lnTo>
                  <a:pt x="854857" y="264042"/>
                </a:lnTo>
                <a:lnTo>
                  <a:pt x="863855" y="252509"/>
                </a:lnTo>
                <a:lnTo>
                  <a:pt x="872854" y="240859"/>
                </a:lnTo>
                <a:lnTo>
                  <a:pt x="881852" y="229136"/>
                </a:lnTo>
                <a:lnTo>
                  <a:pt x="890851" y="217380"/>
                </a:lnTo>
                <a:lnTo>
                  <a:pt x="899849" y="205634"/>
                </a:lnTo>
                <a:lnTo>
                  <a:pt x="908848" y="193941"/>
                </a:lnTo>
                <a:lnTo>
                  <a:pt x="917846" y="182343"/>
                </a:lnTo>
                <a:lnTo>
                  <a:pt x="926845" y="170882"/>
                </a:lnTo>
                <a:lnTo>
                  <a:pt x="935843" y="159598"/>
                </a:lnTo>
                <a:lnTo>
                  <a:pt x="944842" y="148534"/>
                </a:lnTo>
                <a:lnTo>
                  <a:pt x="953840" y="137728"/>
                </a:lnTo>
                <a:lnTo>
                  <a:pt x="962839" y="127220"/>
                </a:lnTo>
                <a:lnTo>
                  <a:pt x="971837" y="117048"/>
                </a:lnTo>
                <a:lnTo>
                  <a:pt x="980836" y="107249"/>
                </a:lnTo>
                <a:lnTo>
                  <a:pt x="989834" y="97858"/>
                </a:lnTo>
                <a:lnTo>
                  <a:pt x="998833" y="88908"/>
                </a:lnTo>
                <a:lnTo>
                  <a:pt x="1007831" y="80433"/>
                </a:lnTo>
                <a:lnTo>
                  <a:pt x="1016830" y="72463"/>
                </a:lnTo>
                <a:lnTo>
                  <a:pt x="1025828" y="65027"/>
                </a:lnTo>
                <a:lnTo>
                  <a:pt x="1034827" y="58150"/>
                </a:lnTo>
                <a:lnTo>
                  <a:pt x="1043825" y="51859"/>
                </a:lnTo>
                <a:lnTo>
                  <a:pt x="1052824" y="46176"/>
                </a:lnTo>
                <a:lnTo>
                  <a:pt x="1061822" y="41120"/>
                </a:lnTo>
                <a:lnTo>
                  <a:pt x="1070821" y="36710"/>
                </a:lnTo>
                <a:lnTo>
                  <a:pt x="1079819" y="32962"/>
                </a:lnTo>
                <a:lnTo>
                  <a:pt x="1088818" y="29889"/>
                </a:lnTo>
                <a:lnTo>
                  <a:pt x="1097816" y="27502"/>
                </a:lnTo>
                <a:lnTo>
                  <a:pt x="1106815" y="25808"/>
                </a:lnTo>
                <a:lnTo>
                  <a:pt x="1115813" y="24814"/>
                </a:lnTo>
                <a:lnTo>
                  <a:pt x="1124812" y="24523"/>
                </a:lnTo>
                <a:lnTo>
                  <a:pt x="1133810" y="24935"/>
                </a:lnTo>
                <a:lnTo>
                  <a:pt x="1142809" y="26049"/>
                </a:lnTo>
                <a:lnTo>
                  <a:pt x="1151807" y="27861"/>
                </a:lnTo>
                <a:lnTo>
                  <a:pt x="1160806" y="30362"/>
                </a:lnTo>
                <a:lnTo>
                  <a:pt x="1169804" y="33544"/>
                </a:lnTo>
                <a:lnTo>
                  <a:pt x="1178803" y="37395"/>
                </a:lnTo>
                <a:lnTo>
                  <a:pt x="1187801" y="41900"/>
                </a:lnTo>
                <a:lnTo>
                  <a:pt x="1196799" y="47043"/>
                </a:lnTo>
                <a:lnTo>
                  <a:pt x="1205798" y="52805"/>
                </a:lnTo>
                <a:lnTo>
                  <a:pt x="1214796" y="59165"/>
                </a:lnTo>
                <a:lnTo>
                  <a:pt x="1223795" y="66099"/>
                </a:lnTo>
                <a:lnTo>
                  <a:pt x="1232793" y="73583"/>
                </a:lnTo>
                <a:lnTo>
                  <a:pt x="1241792" y="81589"/>
                </a:lnTo>
                <a:lnTo>
                  <a:pt x="1250790" y="90087"/>
                </a:lnTo>
                <a:lnTo>
                  <a:pt x="1259789" y="99049"/>
                </a:lnTo>
                <a:lnTo>
                  <a:pt x="1268787" y="108440"/>
                </a:lnTo>
                <a:lnTo>
                  <a:pt x="1277786" y="118228"/>
                </a:lnTo>
                <a:lnTo>
                  <a:pt x="1286784" y="128378"/>
                </a:lnTo>
                <a:lnTo>
                  <a:pt x="1295783" y="138852"/>
                </a:lnTo>
                <a:lnTo>
                  <a:pt x="1304781" y="149614"/>
                </a:lnTo>
                <a:lnTo>
                  <a:pt x="1313780" y="160626"/>
                </a:lnTo>
                <a:lnTo>
                  <a:pt x="1322778" y="171849"/>
                </a:lnTo>
                <a:lnTo>
                  <a:pt x="1331777" y="183242"/>
                </a:lnTo>
                <a:lnTo>
                  <a:pt x="1340775" y="194766"/>
                </a:lnTo>
                <a:lnTo>
                  <a:pt x="1349774" y="206381"/>
                </a:lnTo>
                <a:lnTo>
                  <a:pt x="1358772" y="218045"/>
                </a:lnTo>
                <a:lnTo>
                  <a:pt x="1367771" y="229718"/>
                </a:lnTo>
                <a:lnTo>
                  <a:pt x="1376769" y="241360"/>
                </a:lnTo>
                <a:lnTo>
                  <a:pt x="1385768" y="252929"/>
                </a:lnTo>
                <a:lnTo>
                  <a:pt x="1394766" y="264387"/>
                </a:lnTo>
                <a:lnTo>
                  <a:pt x="1403765" y="275694"/>
                </a:lnTo>
                <a:lnTo>
                  <a:pt x="1412763" y="286810"/>
                </a:lnTo>
                <a:lnTo>
                  <a:pt x="1421762" y="297698"/>
                </a:lnTo>
                <a:lnTo>
                  <a:pt x="1430760" y="308322"/>
                </a:lnTo>
                <a:lnTo>
                  <a:pt x="1439759" y="318644"/>
                </a:lnTo>
                <a:lnTo>
                  <a:pt x="1448757" y="328631"/>
                </a:lnTo>
                <a:lnTo>
                  <a:pt x="1457756" y="338249"/>
                </a:lnTo>
                <a:lnTo>
                  <a:pt x="1466754" y="347466"/>
                </a:lnTo>
                <a:lnTo>
                  <a:pt x="1475753" y="356251"/>
                </a:lnTo>
                <a:lnTo>
                  <a:pt x="1484751" y="364576"/>
                </a:lnTo>
                <a:lnTo>
                  <a:pt x="1493750" y="372413"/>
                </a:lnTo>
                <a:lnTo>
                  <a:pt x="1502748" y="379737"/>
                </a:lnTo>
                <a:lnTo>
                  <a:pt x="1511747" y="386524"/>
                </a:lnTo>
                <a:lnTo>
                  <a:pt x="1520745" y="392754"/>
                </a:lnTo>
                <a:lnTo>
                  <a:pt x="1529744" y="398405"/>
                </a:lnTo>
                <a:lnTo>
                  <a:pt x="1538742" y="403461"/>
                </a:lnTo>
                <a:lnTo>
                  <a:pt x="1547741" y="407906"/>
                </a:lnTo>
                <a:lnTo>
                  <a:pt x="1556739" y="411726"/>
                </a:lnTo>
                <a:lnTo>
                  <a:pt x="1565738" y="414911"/>
                </a:lnTo>
                <a:lnTo>
                  <a:pt x="1574736" y="417450"/>
                </a:lnTo>
                <a:lnTo>
                  <a:pt x="1583735" y="419338"/>
                </a:lnTo>
                <a:lnTo>
                  <a:pt x="1592733" y="420570"/>
                </a:lnTo>
                <a:lnTo>
                  <a:pt x="1601732" y="421142"/>
                </a:lnTo>
                <a:lnTo>
                  <a:pt x="1610730" y="421055"/>
                </a:lnTo>
                <a:lnTo>
                  <a:pt x="1619729" y="420310"/>
                </a:lnTo>
                <a:lnTo>
                  <a:pt x="1628727" y="418910"/>
                </a:lnTo>
                <a:lnTo>
                  <a:pt x="1637726" y="416862"/>
                </a:lnTo>
                <a:lnTo>
                  <a:pt x="1646724" y="414174"/>
                </a:lnTo>
                <a:lnTo>
                  <a:pt x="1655723" y="410855"/>
                </a:lnTo>
                <a:lnTo>
                  <a:pt x="1664721" y="406917"/>
                </a:lnTo>
                <a:lnTo>
                  <a:pt x="1673720" y="402374"/>
                </a:lnTo>
                <a:lnTo>
                  <a:pt x="1682718" y="397240"/>
                </a:lnTo>
                <a:lnTo>
                  <a:pt x="1691717" y="391534"/>
                </a:lnTo>
                <a:lnTo>
                  <a:pt x="1700715" y="385272"/>
                </a:lnTo>
                <a:lnTo>
                  <a:pt x="1709714" y="378477"/>
                </a:lnTo>
                <a:lnTo>
                  <a:pt x="1718712" y="371169"/>
                </a:lnTo>
                <a:lnTo>
                  <a:pt x="1727711" y="363371"/>
                </a:lnTo>
                <a:lnTo>
                  <a:pt x="1736709" y="355108"/>
                </a:lnTo>
                <a:lnTo>
                  <a:pt x="1745708" y="346404"/>
                </a:lnTo>
                <a:lnTo>
                  <a:pt x="1754706" y="337287"/>
                </a:lnTo>
                <a:lnTo>
                  <a:pt x="1763705" y="327783"/>
                </a:lnTo>
                <a:lnTo>
                  <a:pt x="1772703" y="317921"/>
                </a:lnTo>
                <a:lnTo>
                  <a:pt x="1781702" y="307729"/>
                </a:lnTo>
                <a:lnTo>
                  <a:pt x="1790700" y="297237"/>
                </a:lnTo>
              </a:path>
            </a:pathLst>
          </a:custGeom>
          <a:noFill/>
          <a:ln w="26670">
            <a:solidFill>
              <a:srgbClr val="2C7A86"/>
            </a:solidFill>
            <a:prstDash val="solid"/>
          </a:ln>
        </p:spPr>
      </p:sp>
      <p:sp>
        <p:nvSpPr>
          <p:cNvPr id="34" name="visual-34">
            <a:extLst>
              <a:ext uri="{FF2B5EF4-FFF2-40B4-BE49-F238E27FC236}">
                <a16:creationId xmlns:a16="http://schemas.microsoft.com/office/drawing/2014/main" id="{DC200326-74FB-40E3-B461-ED10E3424B4E}"/>
              </a:ext>
            </a:extLst>
          </p:cNvPr>
          <p:cNvSpPr>
            <a:spLocks noGrp="1"/>
          </p:cNvSpPr>
          <p:nvPr/>
        </p:nvSpPr>
        <p:spPr>
          <a:xfrm>
            <a:off x="2771775" y="1657350"/>
            <a:ext cx="238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i="1">
                <a:solidFill>
                  <a:srgbClr val="246A9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i="1">
                <a:solidFill>
                  <a:srgbClr val="246A96"/>
                </a:solidFill>
                <a:latin typeface="Times New Roman"/>
                <a:ea typeface="Times New Roman"/>
                <a:cs typeface="Times New Roman"/>
              </a:rPr>
              <a:t>I</a:t>
            </a:r>
          </a:p>
        </p:txBody>
      </p:sp>
      <p:sp>
        <p:nvSpPr>
          <p:cNvPr id="35" name="visual-35">
            <a:extLst>
              <a:ext uri="{FF2B5EF4-FFF2-40B4-BE49-F238E27FC236}">
                <a16:creationId xmlns:a16="http://schemas.microsoft.com/office/drawing/2014/main" id="{FCF34DE9-CD5E-40CC-94A0-A7D6225F4DCC}"/>
              </a:ext>
            </a:extLst>
          </p:cNvPr>
          <p:cNvSpPr>
            <a:spLocks noGrp="1"/>
          </p:cNvSpPr>
          <p:nvPr/>
        </p:nvSpPr>
        <p:spPr>
          <a:xfrm>
            <a:off x="2771775" y="2333625"/>
            <a:ext cx="238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i="1">
                <a:solidFill>
                  <a:srgbClr val="2C7A8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i="1">
                <a:solidFill>
                  <a:srgbClr val="2C7A86"/>
                </a:solidFill>
                <a:latin typeface="Times New Roman"/>
                <a:ea typeface="Times New Roman"/>
                <a:cs typeface="Times New Roman"/>
              </a:rPr>
              <a:t>Q</a:t>
            </a:r>
          </a:p>
        </p:txBody>
      </p:sp>
      <p:sp>
        <p:nvSpPr>
          <p:cNvPr id="36" name="visual-36">
            <a:extLst>
              <a:ext uri="{FF2B5EF4-FFF2-40B4-BE49-F238E27FC236}">
                <a16:creationId xmlns:a16="http://schemas.microsoft.com/office/drawing/2014/main" id="{2B7F50DC-782F-4F2B-BC69-48FCE4432281}"/>
              </a:ext>
            </a:extLst>
          </p:cNvPr>
          <p:cNvSpPr>
            <a:spLocks noGrp="1"/>
          </p:cNvSpPr>
          <p:nvPr/>
        </p:nvSpPr>
        <p:spPr>
          <a:xfrm>
            <a:off x="2762250" y="3448050"/>
            <a:ext cx="24193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0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Overlapping pulses</a:t>
            </a:r>
          </a:p>
        </p:txBody>
      </p:sp>
      <p:sp>
        <p:nvSpPr>
          <p:cNvPr id="37" name="path-37">
            <a:extLst>
              <a:ext uri="{FF2B5EF4-FFF2-40B4-BE49-F238E27FC236}">
                <a16:creationId xmlns:a16="http://schemas.microsoft.com/office/drawing/2014/main" id="{BCDE326D-07B4-404E-AAEE-761B2057BC00}"/>
              </a:ext>
            </a:extLst>
          </p:cNvPr>
          <p:cNvSpPr>
            <a:spLocks noGrp="1"/>
          </p:cNvSpPr>
          <p:nvPr/>
        </p:nvSpPr>
        <p:spPr>
          <a:xfrm>
            <a:off x="5057775" y="2190750"/>
            <a:ext cx="280035" cy="953"/>
          </a:xfrm>
          <a:custGeom>
            <a:avLst/>
            <a:gdLst/>
            <a:ahLst/>
            <a:cxnLst/>
            <a:rect l="0" t="0" r="0" b="0"/>
            <a:pathLst>
              <a:path w="280035" h="953">
                <a:moveTo>
                  <a:pt x="0" y="0"/>
                </a:moveTo>
                <a:lnTo>
                  <a:pt x="280035" y="0"/>
                </a:lnTo>
              </a:path>
            </a:pathLst>
          </a:custGeom>
          <a:noFill/>
          <a:ln w="25718">
            <a:solidFill>
              <a:srgbClr val="246A96"/>
            </a:solidFill>
            <a:prstDash val="solid"/>
          </a:ln>
        </p:spPr>
      </p:sp>
      <p:sp>
        <p:nvSpPr>
          <p:cNvPr id="38" name="path-38">
            <a:extLst>
              <a:ext uri="{FF2B5EF4-FFF2-40B4-BE49-F238E27FC236}">
                <a16:creationId xmlns:a16="http://schemas.microsoft.com/office/drawing/2014/main" id="{D406D557-7653-4AFA-895A-C87E436A38BB}"/>
              </a:ext>
            </a:extLst>
          </p:cNvPr>
          <p:cNvSpPr>
            <a:spLocks noGrp="1"/>
          </p:cNvSpPr>
          <p:nvPr/>
        </p:nvSpPr>
        <p:spPr>
          <a:xfrm>
            <a:off x="5314950" y="2145030"/>
            <a:ext cx="114300" cy="91440"/>
          </a:xfrm>
          <a:custGeom>
            <a:avLst/>
            <a:gdLst/>
            <a:ahLst/>
            <a:cxnLst/>
            <a:rect l="0" t="0" r="0" b="0"/>
            <a:pathLst>
              <a:path w="114300" h="91440">
                <a:moveTo>
                  <a:pt x="114300" y="45720"/>
                </a:moveTo>
                <a:lnTo>
                  <a:pt x="0" y="91440"/>
                </a:lnTo>
                <a:lnTo>
                  <a:pt x="0" y="0"/>
                </a:lnTo>
                <a:close/>
              </a:path>
            </a:pathLst>
          </a:cu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39" name="visual-39">
            <a:extLst>
              <a:ext uri="{FF2B5EF4-FFF2-40B4-BE49-F238E27FC236}">
                <a16:creationId xmlns:a16="http://schemas.microsoft.com/office/drawing/2014/main" id="{9BF9A4FF-A677-45E2-96C4-1E006CEFDCB5}"/>
              </a:ext>
            </a:extLst>
          </p:cNvPr>
          <p:cNvSpPr>
            <a:spLocks noGrp="1"/>
          </p:cNvSpPr>
          <p:nvPr/>
        </p:nvSpPr>
        <p:spPr>
          <a:xfrm>
            <a:off x="5486400" y="885825"/>
            <a:ext cx="2095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250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RF modulation</a:t>
            </a:r>
          </a:p>
        </p:txBody>
      </p:sp>
      <p:sp>
        <p:nvSpPr>
          <p:cNvPr id="40" name="path-40">
            <a:extLst>
              <a:ext uri="{FF2B5EF4-FFF2-40B4-BE49-F238E27FC236}">
                <a16:creationId xmlns:a16="http://schemas.microsoft.com/office/drawing/2014/main" id="{5E407946-B216-4090-B162-D4B6F122FBA8}"/>
              </a:ext>
            </a:extLst>
          </p:cNvPr>
          <p:cNvSpPr>
            <a:spLocks noGrp="1"/>
          </p:cNvSpPr>
          <p:nvPr/>
        </p:nvSpPr>
        <p:spPr>
          <a:xfrm>
            <a:off x="5495925" y="2190750"/>
            <a:ext cx="2038350" cy="953"/>
          </a:xfrm>
          <a:custGeom>
            <a:avLst/>
            <a:gdLst/>
            <a:ahLst/>
            <a:cxnLst/>
            <a:rect l="0" t="0" r="0" b="0"/>
            <a:pathLst>
              <a:path w="2038350" h="953">
                <a:moveTo>
                  <a:pt x="0" y="0"/>
                </a:moveTo>
                <a:lnTo>
                  <a:pt x="2038350" y="0"/>
                </a:lnTo>
              </a:path>
            </a:pathLst>
          </a:custGeom>
          <a:noFill/>
          <a:ln w="11430">
            <a:solidFill>
              <a:srgbClr val="CCD9E2"/>
            </a:solidFill>
            <a:prstDash val="solid"/>
          </a:ln>
        </p:spPr>
      </p:sp>
      <p:sp>
        <p:nvSpPr>
          <p:cNvPr id="41" name="path-41">
            <a:extLst>
              <a:ext uri="{FF2B5EF4-FFF2-40B4-BE49-F238E27FC236}">
                <a16:creationId xmlns:a16="http://schemas.microsoft.com/office/drawing/2014/main" id="{FE029BE3-0E48-4B97-93F9-6C454F603779}"/>
              </a:ext>
            </a:extLst>
          </p:cNvPr>
          <p:cNvSpPr>
            <a:spLocks noGrp="1"/>
          </p:cNvSpPr>
          <p:nvPr/>
        </p:nvSpPr>
        <p:spPr>
          <a:xfrm>
            <a:off x="5495925" y="1662386"/>
            <a:ext cx="2038350" cy="1055894"/>
          </a:xfrm>
          <a:custGeom>
            <a:avLst/>
            <a:gdLst/>
            <a:ahLst/>
            <a:cxnLst/>
            <a:rect l="0" t="0" r="0" b="0"/>
            <a:pathLst>
              <a:path w="2038350" h="1055894">
                <a:moveTo>
                  <a:pt x="0" y="84777"/>
                </a:moveTo>
                <a:lnTo>
                  <a:pt x="2835" y="77563"/>
                </a:lnTo>
                <a:lnTo>
                  <a:pt x="5670" y="89037"/>
                </a:lnTo>
                <a:lnTo>
                  <a:pt x="8505" y="118775"/>
                </a:lnTo>
                <a:lnTo>
                  <a:pt x="11340" y="165593"/>
                </a:lnTo>
                <a:lnTo>
                  <a:pt x="14175" y="227596"/>
                </a:lnTo>
                <a:lnTo>
                  <a:pt x="17010" y="302253"/>
                </a:lnTo>
                <a:lnTo>
                  <a:pt x="19845" y="386500"/>
                </a:lnTo>
                <a:lnTo>
                  <a:pt x="22680" y="476865"/>
                </a:lnTo>
                <a:lnTo>
                  <a:pt x="25515" y="569612"/>
                </a:lnTo>
                <a:lnTo>
                  <a:pt x="28350" y="660893"/>
                </a:lnTo>
                <a:lnTo>
                  <a:pt x="31185" y="746908"/>
                </a:lnTo>
                <a:lnTo>
                  <a:pt x="34020" y="824066"/>
                </a:lnTo>
                <a:lnTo>
                  <a:pt x="36855" y="889130"/>
                </a:lnTo>
                <a:lnTo>
                  <a:pt x="39690" y="939357"/>
                </a:lnTo>
                <a:lnTo>
                  <a:pt x="42525" y="972610"/>
                </a:lnTo>
                <a:lnTo>
                  <a:pt x="45360" y="987454"/>
                </a:lnTo>
                <a:lnTo>
                  <a:pt x="48195" y="983212"/>
                </a:lnTo>
                <a:lnTo>
                  <a:pt x="51030" y="960004"/>
                </a:lnTo>
                <a:lnTo>
                  <a:pt x="53865" y="918737"/>
                </a:lnTo>
                <a:lnTo>
                  <a:pt x="56700" y="861074"/>
                </a:lnTo>
                <a:lnTo>
                  <a:pt x="59535" y="789369"/>
                </a:lnTo>
                <a:lnTo>
                  <a:pt x="62370" y="706568"/>
                </a:lnTo>
                <a:lnTo>
                  <a:pt x="65205" y="616090"/>
                </a:lnTo>
                <a:lnTo>
                  <a:pt x="68039" y="521688"/>
                </a:lnTo>
                <a:lnTo>
                  <a:pt x="70874" y="427291"/>
                </a:lnTo>
                <a:lnTo>
                  <a:pt x="73709" y="336840"/>
                </a:lnTo>
                <a:lnTo>
                  <a:pt x="76544" y="254127"/>
                </a:lnTo>
                <a:lnTo>
                  <a:pt x="79379" y="182634"/>
                </a:lnTo>
                <a:lnTo>
                  <a:pt x="82214" y="125386"/>
                </a:lnTo>
                <a:lnTo>
                  <a:pt x="85049" y="84821"/>
                </a:lnTo>
                <a:lnTo>
                  <a:pt x="87884" y="62692"/>
                </a:lnTo>
                <a:lnTo>
                  <a:pt x="90719" y="59983"/>
                </a:lnTo>
                <a:lnTo>
                  <a:pt x="93554" y="76870"/>
                </a:lnTo>
                <a:lnTo>
                  <a:pt x="96389" y="112710"/>
                </a:lnTo>
                <a:lnTo>
                  <a:pt x="99224" y="166064"/>
                </a:lnTo>
                <a:lnTo>
                  <a:pt x="102059" y="234751"/>
                </a:lnTo>
                <a:lnTo>
                  <a:pt x="104894" y="315943"/>
                </a:lnTo>
                <a:lnTo>
                  <a:pt x="107729" y="406277"/>
                </a:lnTo>
                <a:lnTo>
                  <a:pt x="110564" y="501993"/>
                </a:lnTo>
                <a:lnTo>
                  <a:pt x="113399" y="599094"/>
                </a:lnTo>
                <a:lnTo>
                  <a:pt x="116234" y="693509"/>
                </a:lnTo>
                <a:lnTo>
                  <a:pt x="119069" y="781266"/>
                </a:lnTo>
                <a:lnTo>
                  <a:pt x="121904" y="858660"/>
                </a:lnTo>
                <a:lnTo>
                  <a:pt x="124739" y="922406"/>
                </a:lnTo>
                <a:lnTo>
                  <a:pt x="127574" y="969783"/>
                </a:lnTo>
                <a:lnTo>
                  <a:pt x="130409" y="998748"/>
                </a:lnTo>
                <a:lnTo>
                  <a:pt x="133244" y="1008025"/>
                </a:lnTo>
                <a:lnTo>
                  <a:pt x="136079" y="997162"/>
                </a:lnTo>
                <a:lnTo>
                  <a:pt x="138914" y="966554"/>
                </a:lnTo>
                <a:lnTo>
                  <a:pt x="141749" y="917427"/>
                </a:lnTo>
                <a:lnTo>
                  <a:pt x="144584" y="851792"/>
                </a:lnTo>
                <a:lnTo>
                  <a:pt x="147419" y="772363"/>
                </a:lnTo>
                <a:lnTo>
                  <a:pt x="150254" y="682443"/>
                </a:lnTo>
                <a:lnTo>
                  <a:pt x="153089" y="585790"/>
                </a:lnTo>
                <a:lnTo>
                  <a:pt x="155924" y="486455"/>
                </a:lnTo>
                <a:lnTo>
                  <a:pt x="158759" y="388620"/>
                </a:lnTo>
                <a:lnTo>
                  <a:pt x="161594" y="296416"/>
                </a:lnTo>
                <a:lnTo>
                  <a:pt x="164429" y="213748"/>
                </a:lnTo>
                <a:lnTo>
                  <a:pt x="167264" y="144132"/>
                </a:lnTo>
                <a:lnTo>
                  <a:pt x="170099" y="90546"/>
                </a:lnTo>
                <a:lnTo>
                  <a:pt x="172934" y="55299"/>
                </a:lnTo>
                <a:lnTo>
                  <a:pt x="175769" y="39930"/>
                </a:lnTo>
                <a:lnTo>
                  <a:pt x="178604" y="45146"/>
                </a:lnTo>
                <a:lnTo>
                  <a:pt x="181439" y="70783"/>
                </a:lnTo>
                <a:lnTo>
                  <a:pt x="184274" y="115815"/>
                </a:lnTo>
                <a:lnTo>
                  <a:pt x="187109" y="178389"/>
                </a:lnTo>
                <a:lnTo>
                  <a:pt x="189944" y="255908"/>
                </a:lnTo>
                <a:lnTo>
                  <a:pt x="192779" y="345130"/>
                </a:lnTo>
                <a:lnTo>
                  <a:pt x="195614" y="442310"/>
                </a:lnTo>
                <a:lnTo>
                  <a:pt x="198449" y="543355"/>
                </a:lnTo>
                <a:lnTo>
                  <a:pt x="201284" y="643996"/>
                </a:lnTo>
                <a:lnTo>
                  <a:pt x="204118" y="739968"/>
                </a:lnTo>
                <a:lnTo>
                  <a:pt x="206953" y="827193"/>
                </a:lnTo>
                <a:lnTo>
                  <a:pt x="209788" y="901953"/>
                </a:lnTo>
                <a:lnTo>
                  <a:pt x="212623" y="961047"/>
                </a:lnTo>
                <a:lnTo>
                  <a:pt x="215458" y="1001932"/>
                </a:lnTo>
                <a:lnTo>
                  <a:pt x="218293" y="1022830"/>
                </a:lnTo>
                <a:lnTo>
                  <a:pt x="221128" y="1022809"/>
                </a:lnTo>
                <a:lnTo>
                  <a:pt x="223963" y="1001820"/>
                </a:lnTo>
                <a:lnTo>
                  <a:pt x="226798" y="960709"/>
                </a:lnTo>
                <a:lnTo>
                  <a:pt x="229633" y="901176"/>
                </a:lnTo>
                <a:lnTo>
                  <a:pt x="232468" y="825710"/>
                </a:lnTo>
                <a:lnTo>
                  <a:pt x="235303" y="737485"/>
                </a:lnTo>
                <a:lnTo>
                  <a:pt x="238138" y="640222"/>
                </a:lnTo>
                <a:lnTo>
                  <a:pt x="240973" y="538039"/>
                </a:lnTo>
                <a:lnTo>
                  <a:pt x="243808" y="435271"/>
                </a:lnTo>
                <a:lnTo>
                  <a:pt x="246643" y="336287"/>
                </a:lnTo>
                <a:lnTo>
                  <a:pt x="249478" y="245306"/>
                </a:lnTo>
                <a:lnTo>
                  <a:pt x="252313" y="166214"/>
                </a:lnTo>
                <a:lnTo>
                  <a:pt x="255148" y="102401"/>
                </a:lnTo>
                <a:lnTo>
                  <a:pt x="257983" y="56609"/>
                </a:lnTo>
                <a:lnTo>
                  <a:pt x="260818" y="30821"/>
                </a:lnTo>
                <a:lnTo>
                  <a:pt x="263653" y="26168"/>
                </a:lnTo>
                <a:lnTo>
                  <a:pt x="266488" y="42883"/>
                </a:lnTo>
                <a:lnTo>
                  <a:pt x="269323" y="80286"/>
                </a:lnTo>
                <a:lnTo>
                  <a:pt x="272158" y="136816"/>
                </a:lnTo>
                <a:lnTo>
                  <a:pt x="274993" y="210090"/>
                </a:lnTo>
                <a:lnTo>
                  <a:pt x="277828" y="297007"/>
                </a:lnTo>
                <a:lnTo>
                  <a:pt x="280663" y="393877"/>
                </a:lnTo>
                <a:lnTo>
                  <a:pt x="283498" y="496581"/>
                </a:lnTo>
                <a:lnTo>
                  <a:pt x="286333" y="600741"/>
                </a:lnTo>
                <a:lnTo>
                  <a:pt x="289168" y="701914"/>
                </a:lnTo>
                <a:lnTo>
                  <a:pt x="292003" y="795775"/>
                </a:lnTo>
                <a:lnTo>
                  <a:pt x="294838" y="878307"/>
                </a:lnTo>
                <a:lnTo>
                  <a:pt x="297673" y="945973"/>
                </a:lnTo>
                <a:lnTo>
                  <a:pt x="300508" y="995867"/>
                </a:lnTo>
                <a:lnTo>
                  <a:pt x="303343" y="1025839"/>
                </a:lnTo>
                <a:lnTo>
                  <a:pt x="306178" y="1034590"/>
                </a:lnTo>
                <a:lnTo>
                  <a:pt x="309013" y="1021728"/>
                </a:lnTo>
                <a:lnTo>
                  <a:pt x="311848" y="987787"/>
                </a:lnTo>
                <a:lnTo>
                  <a:pt x="314683" y="934204"/>
                </a:lnTo>
                <a:lnTo>
                  <a:pt x="317518" y="863259"/>
                </a:lnTo>
                <a:lnTo>
                  <a:pt x="320353" y="777977"/>
                </a:lnTo>
                <a:lnTo>
                  <a:pt x="323188" y="682001"/>
                </a:lnTo>
                <a:lnTo>
                  <a:pt x="326023" y="579435"/>
                </a:lnTo>
                <a:lnTo>
                  <a:pt x="328858" y="474669"/>
                </a:lnTo>
                <a:lnTo>
                  <a:pt x="331693" y="372190"/>
                </a:lnTo>
                <a:lnTo>
                  <a:pt x="334528" y="276389"/>
                </a:lnTo>
                <a:lnTo>
                  <a:pt x="337363" y="191372"/>
                </a:lnTo>
                <a:lnTo>
                  <a:pt x="340197" y="120785"/>
                </a:lnTo>
                <a:lnTo>
                  <a:pt x="343032" y="67656"/>
                </a:lnTo>
                <a:lnTo>
                  <a:pt x="345867" y="34262"/>
                </a:lnTo>
                <a:lnTo>
                  <a:pt x="348702" y="22038"/>
                </a:lnTo>
                <a:lnTo>
                  <a:pt x="351537" y="31503"/>
                </a:lnTo>
                <a:lnTo>
                  <a:pt x="354372" y="62250"/>
                </a:lnTo>
                <a:lnTo>
                  <a:pt x="357207" y="112954"/>
                </a:lnTo>
                <a:lnTo>
                  <a:pt x="360042" y="181434"/>
                </a:lnTo>
                <a:lnTo>
                  <a:pt x="362877" y="264743"/>
                </a:lnTo>
                <a:lnTo>
                  <a:pt x="365712" y="359299"/>
                </a:lnTo>
                <a:lnTo>
                  <a:pt x="368547" y="461034"/>
                </a:lnTo>
                <a:lnTo>
                  <a:pt x="371382" y="565577"/>
                </a:lnTo>
                <a:lnTo>
                  <a:pt x="374217" y="668432"/>
                </a:lnTo>
                <a:lnTo>
                  <a:pt x="377052" y="765183"/>
                </a:lnTo>
                <a:lnTo>
                  <a:pt x="379887" y="851675"/>
                </a:lnTo>
                <a:lnTo>
                  <a:pt x="382722" y="924199"/>
                </a:lnTo>
                <a:lnTo>
                  <a:pt x="385557" y="979649"/>
                </a:lnTo>
                <a:lnTo>
                  <a:pt x="388392" y="1015659"/>
                </a:lnTo>
                <a:lnTo>
                  <a:pt x="391227" y="1030698"/>
                </a:lnTo>
                <a:lnTo>
                  <a:pt x="394062" y="1024144"/>
                </a:lnTo>
                <a:lnTo>
                  <a:pt x="396897" y="996304"/>
                </a:lnTo>
                <a:lnTo>
                  <a:pt x="399732" y="948402"/>
                </a:lnTo>
                <a:lnTo>
                  <a:pt x="402567" y="882528"/>
                </a:lnTo>
                <a:lnTo>
                  <a:pt x="405402" y="801542"/>
                </a:lnTo>
                <a:lnTo>
                  <a:pt x="408237" y="708953"/>
                </a:lnTo>
                <a:lnTo>
                  <a:pt x="411072" y="608767"/>
                </a:lnTo>
                <a:lnTo>
                  <a:pt x="413907" y="505310"/>
                </a:lnTo>
                <a:lnTo>
                  <a:pt x="416742" y="403045"/>
                </a:lnTo>
                <a:lnTo>
                  <a:pt x="419577" y="306375"/>
                </a:lnTo>
                <a:lnTo>
                  <a:pt x="422412" y="219457"/>
                </a:lnTo>
                <a:lnTo>
                  <a:pt x="425247" y="146017"/>
                </a:lnTo>
                <a:lnTo>
                  <a:pt x="428082" y="89194"/>
                </a:lnTo>
                <a:lnTo>
                  <a:pt x="430917" y="51403"/>
                </a:lnTo>
                <a:lnTo>
                  <a:pt x="433752" y="34232"/>
                </a:lnTo>
                <a:lnTo>
                  <a:pt x="436587" y="38376"/>
                </a:lnTo>
                <a:lnTo>
                  <a:pt x="439422" y="63606"/>
                </a:lnTo>
                <a:lnTo>
                  <a:pt x="442257" y="108783"/>
                </a:lnTo>
                <a:lnTo>
                  <a:pt x="445092" y="171908"/>
                </a:lnTo>
                <a:lnTo>
                  <a:pt x="447927" y="250211"/>
                </a:lnTo>
                <a:lnTo>
                  <a:pt x="450762" y="340272"/>
                </a:lnTo>
                <a:lnTo>
                  <a:pt x="453597" y="438171"/>
                </a:lnTo>
                <a:lnTo>
                  <a:pt x="456432" y="539658"/>
                </a:lnTo>
                <a:lnTo>
                  <a:pt x="459267" y="640341"/>
                </a:lnTo>
                <a:lnTo>
                  <a:pt x="462102" y="735874"/>
                </a:lnTo>
                <a:lnTo>
                  <a:pt x="464937" y="822146"/>
                </a:lnTo>
                <a:lnTo>
                  <a:pt x="467772" y="895459"/>
                </a:lnTo>
                <a:lnTo>
                  <a:pt x="470607" y="952686"/>
                </a:lnTo>
                <a:lnTo>
                  <a:pt x="473442" y="991409"/>
                </a:lnTo>
                <a:lnTo>
                  <a:pt x="476276" y="1010017"/>
                </a:lnTo>
                <a:lnTo>
                  <a:pt x="479111" y="1007775"/>
                </a:lnTo>
                <a:lnTo>
                  <a:pt x="481946" y="984856"/>
                </a:lnTo>
                <a:lnTo>
                  <a:pt x="484781" y="942326"/>
                </a:lnTo>
                <a:lnTo>
                  <a:pt x="487616" y="882099"/>
                </a:lnTo>
                <a:lnTo>
                  <a:pt x="490451" y="806848"/>
                </a:lnTo>
                <a:lnTo>
                  <a:pt x="493286" y="719887"/>
                </a:lnTo>
                <a:lnTo>
                  <a:pt x="496121" y="625028"/>
                </a:lnTo>
                <a:lnTo>
                  <a:pt x="498956" y="526407"/>
                </a:lnTo>
                <a:lnTo>
                  <a:pt x="501791" y="428308"/>
                </a:lnTo>
                <a:lnTo>
                  <a:pt x="504626" y="334977"/>
                </a:lnTo>
                <a:lnTo>
                  <a:pt x="507461" y="250433"/>
                </a:lnTo>
                <a:lnTo>
                  <a:pt x="510296" y="178297"/>
                </a:lnTo>
                <a:lnTo>
                  <a:pt x="513131" y="121636"/>
                </a:lnTo>
                <a:lnTo>
                  <a:pt x="515966" y="82831"/>
                </a:lnTo>
                <a:lnTo>
                  <a:pt x="518801" y="63479"/>
                </a:lnTo>
                <a:lnTo>
                  <a:pt x="521636" y="64323"/>
                </a:lnTo>
                <a:lnTo>
                  <a:pt x="524471" y="85225"/>
                </a:lnTo>
                <a:lnTo>
                  <a:pt x="527306" y="125179"/>
                </a:lnTo>
                <a:lnTo>
                  <a:pt x="530141" y="182352"/>
                </a:lnTo>
                <a:lnTo>
                  <a:pt x="532976" y="254177"/>
                </a:lnTo>
                <a:lnTo>
                  <a:pt x="535811" y="337460"/>
                </a:lnTo>
                <a:lnTo>
                  <a:pt x="538646" y="428526"/>
                </a:lnTo>
                <a:lnTo>
                  <a:pt x="541481" y="523384"/>
                </a:lnTo>
                <a:lnTo>
                  <a:pt x="544316" y="617896"/>
                </a:lnTo>
                <a:lnTo>
                  <a:pt x="547151" y="707964"/>
                </a:lnTo>
                <a:lnTo>
                  <a:pt x="549986" y="789708"/>
                </a:lnTo>
                <a:lnTo>
                  <a:pt x="552821" y="859628"/>
                </a:lnTo>
                <a:lnTo>
                  <a:pt x="555656" y="914764"/>
                </a:lnTo>
                <a:lnTo>
                  <a:pt x="558491" y="952812"/>
                </a:lnTo>
                <a:lnTo>
                  <a:pt x="561326" y="972230"/>
                </a:lnTo>
                <a:lnTo>
                  <a:pt x="564161" y="972295"/>
                </a:lnTo>
                <a:lnTo>
                  <a:pt x="566996" y="953128"/>
                </a:lnTo>
                <a:lnTo>
                  <a:pt x="569831" y="915692"/>
                </a:lnTo>
                <a:lnTo>
                  <a:pt x="572666" y="861736"/>
                </a:lnTo>
                <a:lnTo>
                  <a:pt x="575501" y="793716"/>
                </a:lnTo>
                <a:lnTo>
                  <a:pt x="578336" y="714688"/>
                </a:lnTo>
                <a:lnTo>
                  <a:pt x="581171" y="628163"/>
                </a:lnTo>
                <a:lnTo>
                  <a:pt x="584006" y="537956"/>
                </a:lnTo>
                <a:lnTo>
                  <a:pt x="586841" y="448016"/>
                </a:lnTo>
                <a:lnTo>
                  <a:pt x="589676" y="362251"/>
                </a:lnTo>
                <a:lnTo>
                  <a:pt x="592511" y="284359"/>
                </a:lnTo>
                <a:lnTo>
                  <a:pt x="595346" y="217667"/>
                </a:lnTo>
                <a:lnTo>
                  <a:pt x="598181" y="164988"/>
                </a:lnTo>
                <a:lnTo>
                  <a:pt x="601016" y="128503"/>
                </a:lnTo>
                <a:lnTo>
                  <a:pt x="603851" y="109670"/>
                </a:lnTo>
                <a:lnTo>
                  <a:pt x="606686" y="109163"/>
                </a:lnTo>
                <a:lnTo>
                  <a:pt x="609521" y="126854"/>
                </a:lnTo>
                <a:lnTo>
                  <a:pt x="612355" y="161817"/>
                </a:lnTo>
                <a:lnTo>
                  <a:pt x="615190" y="212385"/>
                </a:lnTo>
                <a:lnTo>
                  <a:pt x="618025" y="276219"/>
                </a:lnTo>
                <a:lnTo>
                  <a:pt x="620860" y="350424"/>
                </a:lnTo>
                <a:lnTo>
                  <a:pt x="623695" y="431673"/>
                </a:lnTo>
                <a:lnTo>
                  <a:pt x="626530" y="516364"/>
                </a:lnTo>
                <a:lnTo>
                  <a:pt x="629365" y="600776"/>
                </a:lnTo>
                <a:lnTo>
                  <a:pt x="632200" y="681231"/>
                </a:lnTo>
                <a:lnTo>
                  <a:pt x="635035" y="754262"/>
                </a:lnTo>
                <a:lnTo>
                  <a:pt x="637870" y="816756"/>
                </a:lnTo>
                <a:lnTo>
                  <a:pt x="640705" y="866091"/>
                </a:lnTo>
                <a:lnTo>
                  <a:pt x="643540" y="900245"/>
                </a:lnTo>
                <a:lnTo>
                  <a:pt x="646375" y="917882"/>
                </a:lnTo>
                <a:lnTo>
                  <a:pt x="649210" y="918399"/>
                </a:lnTo>
                <a:lnTo>
                  <a:pt x="652045" y="901952"/>
                </a:lnTo>
                <a:lnTo>
                  <a:pt x="654880" y="869434"/>
                </a:lnTo>
                <a:lnTo>
                  <a:pt x="657715" y="822436"/>
                </a:lnTo>
                <a:lnTo>
                  <a:pt x="660550" y="763165"/>
                </a:lnTo>
                <a:lnTo>
                  <a:pt x="663385" y="694343"/>
                </a:lnTo>
                <a:lnTo>
                  <a:pt x="666220" y="619079"/>
                </a:lnTo>
                <a:lnTo>
                  <a:pt x="669055" y="540734"/>
                </a:lnTo>
                <a:lnTo>
                  <a:pt x="671890" y="462766"/>
                </a:lnTo>
                <a:lnTo>
                  <a:pt x="674725" y="388575"/>
                </a:lnTo>
                <a:lnTo>
                  <a:pt x="677560" y="321361"/>
                </a:lnTo>
                <a:lnTo>
                  <a:pt x="680395" y="263977"/>
                </a:lnTo>
                <a:lnTo>
                  <a:pt x="683230" y="218816"/>
                </a:lnTo>
                <a:lnTo>
                  <a:pt x="686065" y="187702"/>
                </a:lnTo>
                <a:lnTo>
                  <a:pt x="688900" y="171822"/>
                </a:lnTo>
                <a:lnTo>
                  <a:pt x="691735" y="171682"/>
                </a:lnTo>
                <a:lnTo>
                  <a:pt x="694570" y="187086"/>
                </a:lnTo>
                <a:lnTo>
                  <a:pt x="697405" y="217161"/>
                </a:lnTo>
                <a:lnTo>
                  <a:pt x="700240" y="260400"/>
                </a:lnTo>
                <a:lnTo>
                  <a:pt x="703075" y="314735"/>
                </a:lnTo>
                <a:lnTo>
                  <a:pt x="705910" y="377638"/>
                </a:lnTo>
                <a:lnTo>
                  <a:pt x="708745" y="446237"/>
                </a:lnTo>
                <a:lnTo>
                  <a:pt x="711580" y="517450"/>
                </a:lnTo>
                <a:lnTo>
                  <a:pt x="714415" y="588118"/>
                </a:lnTo>
                <a:lnTo>
                  <a:pt x="717250" y="655152"/>
                </a:lnTo>
                <a:lnTo>
                  <a:pt x="720085" y="715665"/>
                </a:lnTo>
                <a:lnTo>
                  <a:pt x="722920" y="767099"/>
                </a:lnTo>
                <a:lnTo>
                  <a:pt x="725755" y="807331"/>
                </a:lnTo>
                <a:lnTo>
                  <a:pt x="728590" y="834763"/>
                </a:lnTo>
                <a:lnTo>
                  <a:pt x="731425" y="848386"/>
                </a:lnTo>
                <a:lnTo>
                  <a:pt x="734260" y="847814"/>
                </a:lnTo>
                <a:lnTo>
                  <a:pt x="737095" y="833292"/>
                </a:lnTo>
                <a:lnTo>
                  <a:pt x="739930" y="805679"/>
                </a:lnTo>
                <a:lnTo>
                  <a:pt x="742765" y="766398"/>
                </a:lnTo>
                <a:lnTo>
                  <a:pt x="745600" y="717364"/>
                </a:lnTo>
                <a:lnTo>
                  <a:pt x="748434" y="660894"/>
                </a:lnTo>
                <a:lnTo>
                  <a:pt x="751269" y="599594"/>
                </a:lnTo>
                <a:lnTo>
                  <a:pt x="754104" y="536244"/>
                </a:lnTo>
                <a:lnTo>
                  <a:pt x="756939" y="473666"/>
                </a:lnTo>
                <a:lnTo>
                  <a:pt x="759774" y="414602"/>
                </a:lnTo>
                <a:lnTo>
                  <a:pt x="762609" y="361590"/>
                </a:lnTo>
                <a:lnTo>
                  <a:pt x="765444" y="316858"/>
                </a:lnTo>
                <a:lnTo>
                  <a:pt x="768279" y="282227"/>
                </a:lnTo>
                <a:lnTo>
                  <a:pt x="771114" y="259037"/>
                </a:lnTo>
                <a:lnTo>
                  <a:pt x="773949" y="248098"/>
                </a:lnTo>
                <a:lnTo>
                  <a:pt x="776784" y="249661"/>
                </a:lnTo>
                <a:lnTo>
                  <a:pt x="779619" y="263417"/>
                </a:lnTo>
                <a:lnTo>
                  <a:pt x="782454" y="288520"/>
                </a:lnTo>
                <a:lnTo>
                  <a:pt x="785289" y="323639"/>
                </a:lnTo>
                <a:lnTo>
                  <a:pt x="788124" y="367019"/>
                </a:lnTo>
                <a:lnTo>
                  <a:pt x="790959" y="416576"/>
                </a:lnTo>
                <a:lnTo>
                  <a:pt x="793794" y="469989"/>
                </a:lnTo>
                <a:lnTo>
                  <a:pt x="796629" y="524813"/>
                </a:lnTo>
                <a:lnTo>
                  <a:pt x="799464" y="578591"/>
                </a:lnTo>
                <a:lnTo>
                  <a:pt x="802299" y="628963"/>
                </a:lnTo>
                <a:lnTo>
                  <a:pt x="805134" y="673769"/>
                </a:lnTo>
                <a:lnTo>
                  <a:pt x="807969" y="711147"/>
                </a:lnTo>
                <a:lnTo>
                  <a:pt x="810804" y="739604"/>
                </a:lnTo>
                <a:lnTo>
                  <a:pt x="813639" y="758081"/>
                </a:lnTo>
                <a:lnTo>
                  <a:pt x="816474" y="765988"/>
                </a:lnTo>
                <a:lnTo>
                  <a:pt x="819309" y="763223"/>
                </a:lnTo>
                <a:lnTo>
                  <a:pt x="822144" y="750165"/>
                </a:lnTo>
                <a:lnTo>
                  <a:pt x="824979" y="727645"/>
                </a:lnTo>
                <a:lnTo>
                  <a:pt x="827814" y="696901"/>
                </a:lnTo>
                <a:lnTo>
                  <a:pt x="830649" y="659511"/>
                </a:lnTo>
                <a:lnTo>
                  <a:pt x="833484" y="617312"/>
                </a:lnTo>
                <a:lnTo>
                  <a:pt x="836319" y="572313"/>
                </a:lnTo>
                <a:lnTo>
                  <a:pt x="839154" y="526602"/>
                </a:lnTo>
                <a:lnTo>
                  <a:pt x="841989" y="482242"/>
                </a:lnTo>
                <a:lnTo>
                  <a:pt x="844824" y="441184"/>
                </a:lnTo>
                <a:lnTo>
                  <a:pt x="847659" y="405177"/>
                </a:lnTo>
                <a:lnTo>
                  <a:pt x="850494" y="375697"/>
                </a:lnTo>
                <a:lnTo>
                  <a:pt x="853329" y="353881"/>
                </a:lnTo>
                <a:lnTo>
                  <a:pt x="856164" y="340488"/>
                </a:lnTo>
                <a:lnTo>
                  <a:pt x="858999" y="335873"/>
                </a:lnTo>
                <a:lnTo>
                  <a:pt x="861834" y="339981"/>
                </a:lnTo>
                <a:lnTo>
                  <a:pt x="864669" y="352360"/>
                </a:lnTo>
                <a:lnTo>
                  <a:pt x="867504" y="372192"/>
                </a:lnTo>
                <a:lnTo>
                  <a:pt x="870339" y="398345"/>
                </a:lnTo>
                <a:lnTo>
                  <a:pt x="873174" y="429429"/>
                </a:lnTo>
                <a:lnTo>
                  <a:pt x="876009" y="463871"/>
                </a:lnTo>
                <a:lnTo>
                  <a:pt x="878844" y="499992"/>
                </a:lnTo>
                <a:lnTo>
                  <a:pt x="881679" y="536087"/>
                </a:lnTo>
                <a:lnTo>
                  <a:pt x="884513" y="570511"/>
                </a:lnTo>
                <a:lnTo>
                  <a:pt x="887348" y="601747"/>
                </a:lnTo>
                <a:lnTo>
                  <a:pt x="890183" y="628477"/>
                </a:lnTo>
                <a:lnTo>
                  <a:pt x="893018" y="649638"/>
                </a:lnTo>
                <a:lnTo>
                  <a:pt x="895853" y="664463"/>
                </a:lnTo>
                <a:lnTo>
                  <a:pt x="898688" y="672507"/>
                </a:lnTo>
                <a:lnTo>
                  <a:pt x="901523" y="673661"/>
                </a:lnTo>
                <a:lnTo>
                  <a:pt x="904358" y="668143"/>
                </a:lnTo>
                <a:lnTo>
                  <a:pt x="907193" y="656479"/>
                </a:lnTo>
                <a:lnTo>
                  <a:pt x="910028" y="639464"/>
                </a:lnTo>
                <a:lnTo>
                  <a:pt x="912863" y="618121"/>
                </a:lnTo>
                <a:lnTo>
                  <a:pt x="915698" y="593637"/>
                </a:lnTo>
                <a:lnTo>
                  <a:pt x="918533" y="567304"/>
                </a:lnTo>
                <a:lnTo>
                  <a:pt x="921368" y="540451"/>
                </a:lnTo>
                <a:lnTo>
                  <a:pt x="924203" y="514381"/>
                </a:lnTo>
                <a:lnTo>
                  <a:pt x="927038" y="490303"/>
                </a:lnTo>
                <a:lnTo>
                  <a:pt x="929873" y="469277"/>
                </a:lnTo>
                <a:lnTo>
                  <a:pt x="932708" y="452173"/>
                </a:lnTo>
                <a:lnTo>
                  <a:pt x="935543" y="439627"/>
                </a:lnTo>
                <a:lnTo>
                  <a:pt x="938378" y="432023"/>
                </a:lnTo>
                <a:lnTo>
                  <a:pt x="941213" y="429479"/>
                </a:lnTo>
                <a:lnTo>
                  <a:pt x="944048" y="431857"/>
                </a:lnTo>
                <a:lnTo>
                  <a:pt x="946883" y="438775"/>
                </a:lnTo>
                <a:lnTo>
                  <a:pt x="949718" y="449638"/>
                </a:lnTo>
                <a:lnTo>
                  <a:pt x="952553" y="463676"/>
                </a:lnTo>
                <a:lnTo>
                  <a:pt x="955388" y="479992"/>
                </a:lnTo>
                <a:lnTo>
                  <a:pt x="958223" y="497611"/>
                </a:lnTo>
                <a:lnTo>
                  <a:pt x="961058" y="515538"/>
                </a:lnTo>
                <a:lnTo>
                  <a:pt x="963893" y="532809"/>
                </a:lnTo>
                <a:lnTo>
                  <a:pt x="966728" y="548543"/>
                </a:lnTo>
                <a:lnTo>
                  <a:pt x="969563" y="561982"/>
                </a:lnTo>
                <a:lnTo>
                  <a:pt x="972398" y="572535"/>
                </a:lnTo>
                <a:lnTo>
                  <a:pt x="975233" y="579796"/>
                </a:lnTo>
                <a:lnTo>
                  <a:pt x="978068" y="583565"/>
                </a:lnTo>
                <a:lnTo>
                  <a:pt x="980903" y="583849"/>
                </a:lnTo>
                <a:lnTo>
                  <a:pt x="983738" y="580854"/>
                </a:lnTo>
                <a:lnTo>
                  <a:pt x="986573" y="574971"/>
                </a:lnTo>
                <a:lnTo>
                  <a:pt x="989408" y="566740"/>
                </a:lnTo>
                <a:lnTo>
                  <a:pt x="992243" y="556819"/>
                </a:lnTo>
                <a:lnTo>
                  <a:pt x="995078" y="545941"/>
                </a:lnTo>
                <a:lnTo>
                  <a:pt x="997913" y="534869"/>
                </a:lnTo>
                <a:lnTo>
                  <a:pt x="1000748" y="524350"/>
                </a:lnTo>
                <a:lnTo>
                  <a:pt x="1003583" y="515067"/>
                </a:lnTo>
                <a:lnTo>
                  <a:pt x="1006418" y="507606"/>
                </a:lnTo>
                <a:lnTo>
                  <a:pt x="1009253" y="502416"/>
                </a:lnTo>
                <a:lnTo>
                  <a:pt x="1012088" y="499788"/>
                </a:lnTo>
                <a:lnTo>
                  <a:pt x="1014923" y="499838"/>
                </a:lnTo>
                <a:lnTo>
                  <a:pt x="1017758" y="502500"/>
                </a:lnTo>
                <a:lnTo>
                  <a:pt x="1020592" y="507534"/>
                </a:lnTo>
                <a:lnTo>
                  <a:pt x="1023427" y="514543"/>
                </a:lnTo>
                <a:lnTo>
                  <a:pt x="1026262" y="522995"/>
                </a:lnTo>
                <a:lnTo>
                  <a:pt x="1029097" y="532258"/>
                </a:lnTo>
                <a:lnTo>
                  <a:pt x="1031932" y="541639"/>
                </a:lnTo>
                <a:lnTo>
                  <a:pt x="1034767" y="550426"/>
                </a:lnTo>
                <a:lnTo>
                  <a:pt x="1037602" y="557937"/>
                </a:lnTo>
                <a:lnTo>
                  <a:pt x="1040437" y="563555"/>
                </a:lnTo>
                <a:lnTo>
                  <a:pt x="1043272" y="566776"/>
                </a:lnTo>
                <a:lnTo>
                  <a:pt x="1046107" y="567238"/>
                </a:lnTo>
                <a:lnTo>
                  <a:pt x="1048942" y="564747"/>
                </a:lnTo>
                <a:lnTo>
                  <a:pt x="1051777" y="559294"/>
                </a:lnTo>
                <a:lnTo>
                  <a:pt x="1054612" y="551061"/>
                </a:lnTo>
                <a:lnTo>
                  <a:pt x="1057447" y="540414"/>
                </a:lnTo>
                <a:lnTo>
                  <a:pt x="1060282" y="527889"/>
                </a:lnTo>
                <a:lnTo>
                  <a:pt x="1063117" y="514163"/>
                </a:lnTo>
                <a:lnTo>
                  <a:pt x="1065952" y="500019"/>
                </a:lnTo>
                <a:lnTo>
                  <a:pt x="1068787" y="486305"/>
                </a:lnTo>
                <a:lnTo>
                  <a:pt x="1071622" y="473887"/>
                </a:lnTo>
                <a:lnTo>
                  <a:pt x="1074457" y="463595"/>
                </a:lnTo>
                <a:lnTo>
                  <a:pt x="1077292" y="456181"/>
                </a:lnTo>
                <a:lnTo>
                  <a:pt x="1080127" y="452264"/>
                </a:lnTo>
                <a:lnTo>
                  <a:pt x="1082962" y="452299"/>
                </a:lnTo>
                <a:lnTo>
                  <a:pt x="1085797" y="456537"/>
                </a:lnTo>
                <a:lnTo>
                  <a:pt x="1088632" y="465006"/>
                </a:lnTo>
                <a:lnTo>
                  <a:pt x="1091467" y="477502"/>
                </a:lnTo>
                <a:lnTo>
                  <a:pt x="1094302" y="493586"/>
                </a:lnTo>
                <a:lnTo>
                  <a:pt x="1097137" y="512603"/>
                </a:lnTo>
                <a:lnTo>
                  <a:pt x="1099972" y="533707"/>
                </a:lnTo>
                <a:lnTo>
                  <a:pt x="1102807" y="555897"/>
                </a:lnTo>
                <a:lnTo>
                  <a:pt x="1105642" y="578067"/>
                </a:lnTo>
                <a:lnTo>
                  <a:pt x="1108477" y="599060"/>
                </a:lnTo>
                <a:lnTo>
                  <a:pt x="1111312" y="617725"/>
                </a:lnTo>
                <a:lnTo>
                  <a:pt x="1114147" y="632981"/>
                </a:lnTo>
                <a:lnTo>
                  <a:pt x="1116982" y="643873"/>
                </a:lnTo>
                <a:lnTo>
                  <a:pt x="1119817" y="649631"/>
                </a:lnTo>
                <a:lnTo>
                  <a:pt x="1122652" y="649711"/>
                </a:lnTo>
                <a:lnTo>
                  <a:pt x="1125487" y="643837"/>
                </a:lnTo>
                <a:lnTo>
                  <a:pt x="1128322" y="632021"/>
                </a:lnTo>
                <a:lnTo>
                  <a:pt x="1131157" y="614579"/>
                </a:lnTo>
                <a:lnTo>
                  <a:pt x="1133992" y="592119"/>
                </a:lnTo>
                <a:lnTo>
                  <a:pt x="1136827" y="565526"/>
                </a:lnTo>
                <a:lnTo>
                  <a:pt x="1139662" y="535927"/>
                </a:lnTo>
                <a:lnTo>
                  <a:pt x="1142497" y="504641"/>
                </a:lnTo>
                <a:lnTo>
                  <a:pt x="1145332" y="473121"/>
                </a:lnTo>
                <a:lnTo>
                  <a:pt x="1148167" y="442889"/>
                </a:lnTo>
                <a:lnTo>
                  <a:pt x="1151002" y="415458"/>
                </a:lnTo>
                <a:lnTo>
                  <a:pt x="1153837" y="392260"/>
                </a:lnTo>
                <a:lnTo>
                  <a:pt x="1156671" y="374575"/>
                </a:lnTo>
                <a:lnTo>
                  <a:pt x="1159506" y="363456"/>
                </a:lnTo>
                <a:lnTo>
                  <a:pt x="1162341" y="359679"/>
                </a:lnTo>
                <a:lnTo>
                  <a:pt x="1165176" y="363689"/>
                </a:lnTo>
                <a:lnTo>
                  <a:pt x="1168011" y="375572"/>
                </a:lnTo>
                <a:lnTo>
                  <a:pt x="1170846" y="395038"/>
                </a:lnTo>
                <a:lnTo>
                  <a:pt x="1173681" y="421426"/>
                </a:lnTo>
                <a:lnTo>
                  <a:pt x="1176516" y="453718"/>
                </a:lnTo>
                <a:lnTo>
                  <a:pt x="1179351" y="490586"/>
                </a:lnTo>
                <a:lnTo>
                  <a:pt x="1182186" y="530441"/>
                </a:lnTo>
                <a:lnTo>
                  <a:pt x="1185021" y="571504"/>
                </a:lnTo>
                <a:lnTo>
                  <a:pt x="1187856" y="611885"/>
                </a:lnTo>
                <a:lnTo>
                  <a:pt x="1190691" y="649670"/>
                </a:lnTo>
                <a:lnTo>
                  <a:pt x="1193526" y="683012"/>
                </a:lnTo>
                <a:lnTo>
                  <a:pt x="1196361" y="710220"/>
                </a:lnTo>
                <a:lnTo>
                  <a:pt x="1199196" y="729845"/>
                </a:lnTo>
                <a:lnTo>
                  <a:pt x="1202031" y="740754"/>
                </a:lnTo>
                <a:lnTo>
                  <a:pt x="1204866" y="742194"/>
                </a:lnTo>
                <a:lnTo>
                  <a:pt x="1207701" y="733834"/>
                </a:lnTo>
                <a:lnTo>
                  <a:pt x="1210536" y="715794"/>
                </a:lnTo>
                <a:lnTo>
                  <a:pt x="1213371" y="688650"/>
                </a:lnTo>
                <a:lnTo>
                  <a:pt x="1216206" y="653418"/>
                </a:lnTo>
                <a:lnTo>
                  <a:pt x="1219041" y="611519"/>
                </a:lnTo>
                <a:lnTo>
                  <a:pt x="1221876" y="564717"/>
                </a:lnTo>
                <a:lnTo>
                  <a:pt x="1224711" y="515051"/>
                </a:lnTo>
                <a:lnTo>
                  <a:pt x="1227546" y="464742"/>
                </a:lnTo>
                <a:lnTo>
                  <a:pt x="1230381" y="416094"/>
                </a:lnTo>
                <a:lnTo>
                  <a:pt x="1233216" y="371387"/>
                </a:lnTo>
                <a:lnTo>
                  <a:pt x="1236051" y="332773"/>
                </a:lnTo>
                <a:lnTo>
                  <a:pt x="1238886" y="302171"/>
                </a:lnTo>
                <a:lnTo>
                  <a:pt x="1241721" y="281172"/>
                </a:lnTo>
                <a:lnTo>
                  <a:pt x="1244556" y="270957"/>
                </a:lnTo>
                <a:lnTo>
                  <a:pt x="1247391" y="272238"/>
                </a:lnTo>
                <a:lnTo>
                  <a:pt x="1250226" y="285209"/>
                </a:lnTo>
                <a:lnTo>
                  <a:pt x="1253061" y="309528"/>
                </a:lnTo>
                <a:lnTo>
                  <a:pt x="1255896" y="344327"/>
                </a:lnTo>
                <a:lnTo>
                  <a:pt x="1258731" y="388231"/>
                </a:lnTo>
                <a:lnTo>
                  <a:pt x="1261566" y="439424"/>
                </a:lnTo>
                <a:lnTo>
                  <a:pt x="1264401" y="495713"/>
                </a:lnTo>
                <a:lnTo>
                  <a:pt x="1267236" y="554629"/>
                </a:lnTo>
                <a:lnTo>
                  <a:pt x="1270071" y="613533"/>
                </a:lnTo>
                <a:lnTo>
                  <a:pt x="1272906" y="669738"/>
                </a:lnTo>
                <a:lnTo>
                  <a:pt x="1275741" y="720625"/>
                </a:lnTo>
                <a:lnTo>
                  <a:pt x="1278576" y="763773"/>
                </a:lnTo>
                <a:lnTo>
                  <a:pt x="1281411" y="797069"/>
                </a:lnTo>
                <a:lnTo>
                  <a:pt x="1284246" y="818812"/>
                </a:lnTo>
                <a:lnTo>
                  <a:pt x="1287081" y="827802"/>
                </a:lnTo>
                <a:lnTo>
                  <a:pt x="1289916" y="823398"/>
                </a:lnTo>
                <a:lnTo>
                  <a:pt x="1292750" y="805562"/>
                </a:lnTo>
                <a:lnTo>
                  <a:pt x="1295585" y="774868"/>
                </a:lnTo>
                <a:lnTo>
                  <a:pt x="1298420" y="732491"/>
                </a:lnTo>
                <a:lnTo>
                  <a:pt x="1301255" y="680156"/>
                </a:lnTo>
                <a:lnTo>
                  <a:pt x="1304090" y="620074"/>
                </a:lnTo>
                <a:lnTo>
                  <a:pt x="1306925" y="554844"/>
                </a:lnTo>
                <a:lnTo>
                  <a:pt x="1309760" y="487345"/>
                </a:lnTo>
                <a:lnTo>
                  <a:pt x="1312595" y="420605"/>
                </a:lnTo>
                <a:lnTo>
                  <a:pt x="1315430" y="357664"/>
                </a:lnTo>
                <a:lnTo>
                  <a:pt x="1318265" y="301438"/>
                </a:lnTo>
                <a:lnTo>
                  <a:pt x="1321100" y="254582"/>
                </a:lnTo>
                <a:lnTo>
                  <a:pt x="1323935" y="219366"/>
                </a:lnTo>
                <a:lnTo>
                  <a:pt x="1326770" y="197562"/>
                </a:lnTo>
                <a:lnTo>
                  <a:pt x="1329605" y="190359"/>
                </a:lnTo>
                <a:lnTo>
                  <a:pt x="1332440" y="198300"/>
                </a:lnTo>
                <a:lnTo>
                  <a:pt x="1335275" y="221245"/>
                </a:lnTo>
                <a:lnTo>
                  <a:pt x="1338110" y="258372"/>
                </a:lnTo>
                <a:lnTo>
                  <a:pt x="1340945" y="308201"/>
                </a:lnTo>
                <a:lnTo>
                  <a:pt x="1343780" y="368653"/>
                </a:lnTo>
                <a:lnTo>
                  <a:pt x="1346615" y="437139"/>
                </a:lnTo>
                <a:lnTo>
                  <a:pt x="1349450" y="510670"/>
                </a:lnTo>
                <a:lnTo>
                  <a:pt x="1352285" y="585985"/>
                </a:lnTo>
                <a:lnTo>
                  <a:pt x="1355120" y="659703"/>
                </a:lnTo>
                <a:lnTo>
                  <a:pt x="1357955" y="728467"/>
                </a:lnTo>
                <a:lnTo>
                  <a:pt x="1360790" y="789102"/>
                </a:lnTo>
                <a:lnTo>
                  <a:pt x="1363625" y="838764"/>
                </a:lnTo>
                <a:lnTo>
                  <a:pt x="1366460" y="875068"/>
                </a:lnTo>
                <a:lnTo>
                  <a:pt x="1369295" y="896207"/>
                </a:lnTo>
                <a:lnTo>
                  <a:pt x="1372130" y="901038"/>
                </a:lnTo>
                <a:lnTo>
                  <a:pt x="1374965" y="889145"/>
                </a:lnTo>
                <a:lnTo>
                  <a:pt x="1377800" y="860864"/>
                </a:lnTo>
                <a:lnTo>
                  <a:pt x="1380635" y="817280"/>
                </a:lnTo>
                <a:lnTo>
                  <a:pt x="1383470" y="760182"/>
                </a:lnTo>
                <a:lnTo>
                  <a:pt x="1386305" y="691994"/>
                </a:lnTo>
                <a:lnTo>
                  <a:pt x="1389140" y="615669"/>
                </a:lnTo>
                <a:lnTo>
                  <a:pt x="1391975" y="534562"/>
                </a:lnTo>
                <a:lnTo>
                  <a:pt x="1394810" y="452284"/>
                </a:lnTo>
                <a:lnTo>
                  <a:pt x="1397645" y="372536"/>
                </a:lnTo>
                <a:lnTo>
                  <a:pt x="1400480" y="298946"/>
                </a:lnTo>
                <a:lnTo>
                  <a:pt x="1403315" y="234902"/>
                </a:lnTo>
                <a:lnTo>
                  <a:pt x="1406150" y="183396"/>
                </a:lnTo>
                <a:lnTo>
                  <a:pt x="1408985" y="146883"/>
                </a:lnTo>
                <a:lnTo>
                  <a:pt x="1411820" y="127164"/>
                </a:lnTo>
                <a:lnTo>
                  <a:pt x="1414655" y="125301"/>
                </a:lnTo>
                <a:lnTo>
                  <a:pt x="1417490" y="141555"/>
                </a:lnTo>
                <a:lnTo>
                  <a:pt x="1420325" y="175372"/>
                </a:lnTo>
                <a:lnTo>
                  <a:pt x="1423160" y="225396"/>
                </a:lnTo>
                <a:lnTo>
                  <a:pt x="1425995" y="289528"/>
                </a:lnTo>
                <a:lnTo>
                  <a:pt x="1428829" y="365006"/>
                </a:lnTo>
                <a:lnTo>
                  <a:pt x="1431664" y="448533"/>
                </a:lnTo>
                <a:lnTo>
                  <a:pt x="1434499" y="536413"/>
                </a:lnTo>
                <a:lnTo>
                  <a:pt x="1437334" y="624722"/>
                </a:lnTo>
                <a:lnTo>
                  <a:pt x="1440169" y="709481"/>
                </a:lnTo>
                <a:lnTo>
                  <a:pt x="1443004" y="786834"/>
                </a:lnTo>
                <a:lnTo>
                  <a:pt x="1445839" y="853227"/>
                </a:lnTo>
                <a:lnTo>
                  <a:pt x="1448674" y="905570"/>
                </a:lnTo>
                <a:lnTo>
                  <a:pt x="1451509" y="941383"/>
                </a:lnTo>
                <a:lnTo>
                  <a:pt x="1454344" y="958912"/>
                </a:lnTo>
                <a:lnTo>
                  <a:pt x="1457179" y="957213"/>
                </a:lnTo>
                <a:lnTo>
                  <a:pt x="1460014" y="936206"/>
                </a:lnTo>
                <a:lnTo>
                  <a:pt x="1462849" y="896682"/>
                </a:lnTo>
                <a:lnTo>
                  <a:pt x="1465684" y="840277"/>
                </a:lnTo>
                <a:lnTo>
                  <a:pt x="1468519" y="769401"/>
                </a:lnTo>
                <a:lnTo>
                  <a:pt x="1471354" y="687140"/>
                </a:lnTo>
                <a:lnTo>
                  <a:pt x="1474189" y="597116"/>
                </a:lnTo>
                <a:lnTo>
                  <a:pt x="1477024" y="503331"/>
                </a:lnTo>
                <a:lnTo>
                  <a:pt x="1479859" y="409987"/>
                </a:lnTo>
                <a:lnTo>
                  <a:pt x="1482694" y="321297"/>
                </a:lnTo>
                <a:lnTo>
                  <a:pt x="1485529" y="241296"/>
                </a:lnTo>
                <a:lnTo>
                  <a:pt x="1488364" y="173654"/>
                </a:lnTo>
                <a:lnTo>
                  <a:pt x="1491199" y="121508"/>
                </a:lnTo>
                <a:lnTo>
                  <a:pt x="1494034" y="87319"/>
                </a:lnTo>
                <a:lnTo>
                  <a:pt x="1496869" y="72752"/>
                </a:lnTo>
                <a:lnTo>
                  <a:pt x="1499704" y="78595"/>
                </a:lnTo>
                <a:lnTo>
                  <a:pt x="1502539" y="104722"/>
                </a:lnTo>
                <a:lnTo>
                  <a:pt x="1505374" y="150086"/>
                </a:lnTo>
                <a:lnTo>
                  <a:pt x="1508209" y="212765"/>
                </a:lnTo>
                <a:lnTo>
                  <a:pt x="1511044" y="290042"/>
                </a:lnTo>
                <a:lnTo>
                  <a:pt x="1513879" y="378522"/>
                </a:lnTo>
                <a:lnTo>
                  <a:pt x="1516714" y="474283"/>
                </a:lnTo>
                <a:lnTo>
                  <a:pt x="1519549" y="573048"/>
                </a:lnTo>
                <a:lnTo>
                  <a:pt x="1522384" y="670379"/>
                </a:lnTo>
                <a:lnTo>
                  <a:pt x="1525219" y="761875"/>
                </a:lnTo>
                <a:lnTo>
                  <a:pt x="1528054" y="843376"/>
                </a:lnTo>
                <a:lnTo>
                  <a:pt x="1530889" y="911144"/>
                </a:lnTo>
                <a:lnTo>
                  <a:pt x="1533724" y="962044"/>
                </a:lnTo>
                <a:lnTo>
                  <a:pt x="1536559" y="993686"/>
                </a:lnTo>
                <a:lnTo>
                  <a:pt x="1539394" y="1004535"/>
                </a:lnTo>
                <a:lnTo>
                  <a:pt x="1542229" y="993989"/>
                </a:lnTo>
                <a:lnTo>
                  <a:pt x="1545064" y="962411"/>
                </a:lnTo>
                <a:lnTo>
                  <a:pt x="1547899" y="911116"/>
                </a:lnTo>
                <a:lnTo>
                  <a:pt x="1550734" y="842318"/>
                </a:lnTo>
                <a:lnTo>
                  <a:pt x="1553569" y="759034"/>
                </a:lnTo>
                <a:lnTo>
                  <a:pt x="1556404" y="664952"/>
                </a:lnTo>
                <a:lnTo>
                  <a:pt x="1559239" y="564266"/>
                </a:lnTo>
                <a:lnTo>
                  <a:pt x="1562074" y="461491"/>
                </a:lnTo>
                <a:lnTo>
                  <a:pt x="1564908" y="361258"/>
                </a:lnTo>
                <a:lnTo>
                  <a:pt x="1567743" y="268106"/>
                </a:lnTo>
                <a:lnTo>
                  <a:pt x="1570578" y="186274"/>
                </a:lnTo>
                <a:lnTo>
                  <a:pt x="1573413" y="119509"/>
                </a:lnTo>
                <a:lnTo>
                  <a:pt x="1576248" y="70895"/>
                </a:lnTo>
                <a:lnTo>
                  <a:pt x="1579083" y="42707"/>
                </a:lnTo>
                <a:lnTo>
                  <a:pt x="1581918" y="36306"/>
                </a:lnTo>
                <a:lnTo>
                  <a:pt x="1584753" y="52074"/>
                </a:lnTo>
                <a:lnTo>
                  <a:pt x="1587588" y="89392"/>
                </a:lnTo>
                <a:lnTo>
                  <a:pt x="1590423" y="146660"/>
                </a:lnTo>
                <a:lnTo>
                  <a:pt x="1593258" y="221372"/>
                </a:lnTo>
                <a:lnTo>
                  <a:pt x="1596093" y="310219"/>
                </a:lnTo>
                <a:lnTo>
                  <a:pt x="1598928" y="409241"/>
                </a:lnTo>
                <a:lnTo>
                  <a:pt x="1601763" y="514000"/>
                </a:lnTo>
                <a:lnTo>
                  <a:pt x="1604598" y="619782"/>
                </a:lnTo>
                <a:lnTo>
                  <a:pt x="1607433" y="721809"/>
                </a:lnTo>
                <a:lnTo>
                  <a:pt x="1610268" y="815453"/>
                </a:lnTo>
                <a:lnTo>
                  <a:pt x="1613103" y="896450"/>
                </a:lnTo>
                <a:lnTo>
                  <a:pt x="1615938" y="961094"/>
                </a:lnTo>
                <a:lnTo>
                  <a:pt x="1618773" y="1006404"/>
                </a:lnTo>
                <a:lnTo>
                  <a:pt x="1621608" y="1030266"/>
                </a:lnTo>
                <a:lnTo>
                  <a:pt x="1624443" y="1031530"/>
                </a:lnTo>
                <a:lnTo>
                  <a:pt x="1627278" y="1010066"/>
                </a:lnTo>
                <a:lnTo>
                  <a:pt x="1630113" y="966773"/>
                </a:lnTo>
                <a:lnTo>
                  <a:pt x="1632948" y="903542"/>
                </a:lnTo>
                <a:lnTo>
                  <a:pt x="1635783" y="823174"/>
                </a:lnTo>
                <a:lnTo>
                  <a:pt x="1638618" y="729255"/>
                </a:lnTo>
                <a:lnTo>
                  <a:pt x="1641453" y="625997"/>
                </a:lnTo>
                <a:lnTo>
                  <a:pt x="1644288" y="518048"/>
                </a:lnTo>
                <a:lnTo>
                  <a:pt x="1647123" y="410281"/>
                </a:lnTo>
                <a:lnTo>
                  <a:pt x="1649958" y="307577"/>
                </a:lnTo>
                <a:lnTo>
                  <a:pt x="1652793" y="214600"/>
                </a:lnTo>
                <a:lnTo>
                  <a:pt x="1655628" y="135587"/>
                </a:lnTo>
                <a:lnTo>
                  <a:pt x="1658463" y="74153"/>
                </a:lnTo>
                <a:lnTo>
                  <a:pt x="1661298" y="33125"/>
                </a:lnTo>
                <a:lnTo>
                  <a:pt x="1664133" y="14413"/>
                </a:lnTo>
                <a:lnTo>
                  <a:pt x="1666968" y="18918"/>
                </a:lnTo>
                <a:lnTo>
                  <a:pt x="1669803" y="46492"/>
                </a:lnTo>
                <a:lnTo>
                  <a:pt x="1672638" y="95937"/>
                </a:lnTo>
                <a:lnTo>
                  <a:pt x="1675473" y="165062"/>
                </a:lnTo>
                <a:lnTo>
                  <a:pt x="1678308" y="250777"/>
                </a:lnTo>
                <a:lnTo>
                  <a:pt x="1681143" y="349232"/>
                </a:lnTo>
                <a:lnTo>
                  <a:pt x="1683978" y="455990"/>
                </a:lnTo>
                <a:lnTo>
                  <a:pt x="1686813" y="566225"/>
                </a:lnTo>
                <a:lnTo>
                  <a:pt x="1689648" y="674946"/>
                </a:lnTo>
                <a:lnTo>
                  <a:pt x="1692483" y="777218"/>
                </a:lnTo>
                <a:lnTo>
                  <a:pt x="1695318" y="868389"/>
                </a:lnTo>
                <a:lnTo>
                  <a:pt x="1698153" y="944302"/>
                </a:lnTo>
                <a:lnTo>
                  <a:pt x="1700987" y="1001484"/>
                </a:lnTo>
                <a:lnTo>
                  <a:pt x="1703822" y="1037307"/>
                </a:lnTo>
                <a:lnTo>
                  <a:pt x="1706657" y="1050109"/>
                </a:lnTo>
                <a:lnTo>
                  <a:pt x="1709492" y="1039270"/>
                </a:lnTo>
                <a:lnTo>
                  <a:pt x="1712327" y="1005243"/>
                </a:lnTo>
                <a:lnTo>
                  <a:pt x="1715162" y="949536"/>
                </a:lnTo>
                <a:lnTo>
                  <a:pt x="1717997" y="874645"/>
                </a:lnTo>
                <a:lnTo>
                  <a:pt x="1720832" y="783944"/>
                </a:lnTo>
                <a:lnTo>
                  <a:pt x="1723667" y="681529"/>
                </a:lnTo>
                <a:lnTo>
                  <a:pt x="1726502" y="572037"/>
                </a:lnTo>
                <a:lnTo>
                  <a:pt x="1729337" y="460431"/>
                </a:lnTo>
                <a:lnTo>
                  <a:pt x="1732172" y="351782"/>
                </a:lnTo>
                <a:lnTo>
                  <a:pt x="1735007" y="251031"/>
                </a:lnTo>
                <a:lnTo>
                  <a:pt x="1737842" y="162768"/>
                </a:lnTo>
                <a:lnTo>
                  <a:pt x="1740677" y="91020"/>
                </a:lnTo>
                <a:lnTo>
                  <a:pt x="1743512" y="39069"/>
                </a:lnTo>
                <a:lnTo>
                  <a:pt x="1746347" y="9299"/>
                </a:lnTo>
                <a:lnTo>
                  <a:pt x="1749182" y="3090"/>
                </a:lnTo>
                <a:lnTo>
                  <a:pt x="1752017" y="20749"/>
                </a:lnTo>
                <a:lnTo>
                  <a:pt x="1754852" y="61497"/>
                </a:lnTo>
                <a:lnTo>
                  <a:pt x="1757687" y="123502"/>
                </a:lnTo>
                <a:lnTo>
                  <a:pt x="1760522" y="203965"/>
                </a:lnTo>
                <a:lnTo>
                  <a:pt x="1763357" y="299239"/>
                </a:lnTo>
                <a:lnTo>
                  <a:pt x="1766192" y="405001"/>
                </a:lnTo>
                <a:lnTo>
                  <a:pt x="1769027" y="516446"/>
                </a:lnTo>
                <a:lnTo>
                  <a:pt x="1771862" y="628503"/>
                </a:lnTo>
                <a:lnTo>
                  <a:pt x="1774697" y="736072"/>
                </a:lnTo>
                <a:lnTo>
                  <a:pt x="1777532" y="834248"/>
                </a:lnTo>
                <a:lnTo>
                  <a:pt x="1780367" y="918554"/>
                </a:lnTo>
                <a:lnTo>
                  <a:pt x="1783202" y="985140"/>
                </a:lnTo>
                <a:lnTo>
                  <a:pt x="1786037" y="1030958"/>
                </a:lnTo>
                <a:lnTo>
                  <a:pt x="1788872" y="1053910"/>
                </a:lnTo>
                <a:lnTo>
                  <a:pt x="1791707" y="1052933"/>
                </a:lnTo>
                <a:lnTo>
                  <a:pt x="1794542" y="1028061"/>
                </a:lnTo>
                <a:lnTo>
                  <a:pt x="1797377" y="980412"/>
                </a:lnTo>
                <a:lnTo>
                  <a:pt x="1800212" y="912149"/>
                </a:lnTo>
                <a:lnTo>
                  <a:pt x="1803047" y="826373"/>
                </a:lnTo>
                <a:lnTo>
                  <a:pt x="1805882" y="726989"/>
                </a:lnTo>
                <a:lnTo>
                  <a:pt x="1808717" y="618524"/>
                </a:lnTo>
                <a:lnTo>
                  <a:pt x="1811552" y="505923"/>
                </a:lnTo>
                <a:lnTo>
                  <a:pt x="1814387" y="394321"/>
                </a:lnTo>
                <a:lnTo>
                  <a:pt x="1817222" y="288813"/>
                </a:lnTo>
                <a:lnTo>
                  <a:pt x="1820057" y="194216"/>
                </a:lnTo>
                <a:lnTo>
                  <a:pt x="1822892" y="114851"/>
                </a:lnTo>
                <a:lnTo>
                  <a:pt x="1825727" y="54346"/>
                </a:lnTo>
                <a:lnTo>
                  <a:pt x="1828562" y="15469"/>
                </a:lnTo>
                <a:lnTo>
                  <a:pt x="1831397" y="0"/>
                </a:lnTo>
                <a:lnTo>
                  <a:pt x="1834232" y="8652"/>
                </a:lnTo>
                <a:lnTo>
                  <a:pt x="1837066" y="41034"/>
                </a:lnTo>
                <a:lnTo>
                  <a:pt x="1839901" y="95671"/>
                </a:lnTo>
                <a:lnTo>
                  <a:pt x="1842736" y="170070"/>
                </a:lnTo>
                <a:lnTo>
                  <a:pt x="1845571" y="260835"/>
                </a:lnTo>
                <a:lnTo>
                  <a:pt x="1848406" y="363818"/>
                </a:lnTo>
                <a:lnTo>
                  <a:pt x="1851241" y="474314"/>
                </a:lnTo>
                <a:lnTo>
                  <a:pt x="1854076" y="587271"/>
                </a:lnTo>
                <a:lnTo>
                  <a:pt x="1856911" y="697525"/>
                </a:lnTo>
                <a:lnTo>
                  <a:pt x="1859746" y="800034"/>
                </a:lnTo>
                <a:lnTo>
                  <a:pt x="1862581" y="890109"/>
                </a:lnTo>
                <a:lnTo>
                  <a:pt x="1865416" y="963629"/>
                </a:lnTo>
                <a:lnTo>
                  <a:pt x="1868251" y="1017231"/>
                </a:lnTo>
                <a:lnTo>
                  <a:pt x="1871086" y="1048462"/>
                </a:lnTo>
                <a:lnTo>
                  <a:pt x="1873921" y="1055894"/>
                </a:lnTo>
                <a:lnTo>
                  <a:pt x="1876756" y="1039188"/>
                </a:lnTo>
                <a:lnTo>
                  <a:pt x="1879591" y="999109"/>
                </a:lnTo>
                <a:lnTo>
                  <a:pt x="1882426" y="937493"/>
                </a:lnTo>
                <a:lnTo>
                  <a:pt x="1885261" y="857165"/>
                </a:lnTo>
                <a:lnTo>
                  <a:pt x="1888096" y="761803"/>
                </a:lnTo>
                <a:lnTo>
                  <a:pt x="1890931" y="655776"/>
                </a:lnTo>
                <a:lnTo>
                  <a:pt x="1893766" y="543943"/>
                </a:lnTo>
                <a:lnTo>
                  <a:pt x="1896601" y="431427"/>
                </a:lnTo>
                <a:lnTo>
                  <a:pt x="1899436" y="323383"/>
                </a:lnTo>
                <a:lnTo>
                  <a:pt x="1902271" y="224761"/>
                </a:lnTo>
                <a:lnTo>
                  <a:pt x="1905106" y="140079"/>
                </a:lnTo>
                <a:lnTo>
                  <a:pt x="1907941" y="73216"/>
                </a:lnTo>
                <a:lnTo>
                  <a:pt x="1910776" y="27234"/>
                </a:lnTo>
                <a:lnTo>
                  <a:pt x="1913611" y="4237"/>
                </a:lnTo>
                <a:lnTo>
                  <a:pt x="1916446" y="5275"/>
                </a:lnTo>
                <a:lnTo>
                  <a:pt x="1919281" y="30295"/>
                </a:lnTo>
                <a:lnTo>
                  <a:pt x="1922116" y="78146"/>
                </a:lnTo>
                <a:lnTo>
                  <a:pt x="1924951" y="146628"/>
                </a:lnTo>
                <a:lnTo>
                  <a:pt x="1927786" y="232594"/>
                </a:lnTo>
                <a:lnTo>
                  <a:pt x="1930621" y="332098"/>
                </a:lnTo>
                <a:lnTo>
                  <a:pt x="1933456" y="440570"/>
                </a:lnTo>
                <a:lnTo>
                  <a:pt x="1936291" y="553031"/>
                </a:lnTo>
                <a:lnTo>
                  <a:pt x="1939126" y="664320"/>
                </a:lnTo>
                <a:lnTo>
                  <a:pt x="1941961" y="769328"/>
                </a:lnTo>
                <a:lnTo>
                  <a:pt x="1944796" y="863237"/>
                </a:lnTo>
                <a:lnTo>
                  <a:pt x="1947631" y="941739"/>
                </a:lnTo>
                <a:lnTo>
                  <a:pt x="1950466" y="1001235"/>
                </a:lnTo>
                <a:lnTo>
                  <a:pt x="1953301" y="1038996"/>
                </a:lnTo>
                <a:lnTo>
                  <a:pt x="1956136" y="1053295"/>
                </a:lnTo>
                <a:lnTo>
                  <a:pt x="1958971" y="1043482"/>
                </a:lnTo>
                <a:lnTo>
                  <a:pt x="1961806" y="1010013"/>
                </a:lnTo>
                <a:lnTo>
                  <a:pt x="1964641" y="954433"/>
                </a:lnTo>
                <a:lnTo>
                  <a:pt x="1967476" y="879300"/>
                </a:lnTo>
                <a:lnTo>
                  <a:pt x="1970311" y="788073"/>
                </a:lnTo>
                <a:lnTo>
                  <a:pt x="1973145" y="684947"/>
                </a:lnTo>
                <a:lnTo>
                  <a:pt x="1975980" y="574663"/>
                </a:lnTo>
                <a:lnTo>
                  <a:pt x="1978815" y="462294"/>
                </a:lnTo>
                <a:lnTo>
                  <a:pt x="1981650" y="353002"/>
                </a:lnTo>
                <a:lnTo>
                  <a:pt x="1984485" y="251811"/>
                </a:lnTo>
                <a:lnTo>
                  <a:pt x="1987320" y="163370"/>
                </a:lnTo>
                <a:lnTo>
                  <a:pt x="1990155" y="91741"/>
                </a:lnTo>
                <a:lnTo>
                  <a:pt x="1992990" y="40213"/>
                </a:lnTo>
                <a:lnTo>
                  <a:pt x="1995825" y="11149"/>
                </a:lnTo>
                <a:lnTo>
                  <a:pt x="1998660" y="5879"/>
                </a:lnTo>
                <a:lnTo>
                  <a:pt x="2001495" y="24639"/>
                </a:lnTo>
                <a:lnTo>
                  <a:pt x="2004330" y="66560"/>
                </a:lnTo>
                <a:lnTo>
                  <a:pt x="2007165" y="129707"/>
                </a:lnTo>
                <a:lnTo>
                  <a:pt x="2010000" y="211171"/>
                </a:lnTo>
                <a:lnTo>
                  <a:pt x="2012835" y="307199"/>
                </a:lnTo>
                <a:lnTo>
                  <a:pt x="2015670" y="413370"/>
                </a:lnTo>
                <a:lnTo>
                  <a:pt x="2018505" y="524797"/>
                </a:lnTo>
                <a:lnTo>
                  <a:pt x="2021340" y="636352"/>
                </a:lnTo>
                <a:lnTo>
                  <a:pt x="2024175" y="742903"/>
                </a:lnTo>
                <a:lnTo>
                  <a:pt x="2027010" y="839549"/>
                </a:lnTo>
                <a:lnTo>
                  <a:pt x="2029845" y="921844"/>
                </a:lnTo>
                <a:lnTo>
                  <a:pt x="2032680" y="986006"/>
                </a:lnTo>
                <a:lnTo>
                  <a:pt x="2035515" y="1029087"/>
                </a:lnTo>
                <a:lnTo>
                  <a:pt x="2038350" y="1049108"/>
                </a:lnTo>
              </a:path>
            </a:pathLst>
          </a:custGeom>
          <a:noFill/>
          <a:ln w="19050">
            <a:solidFill>
              <a:srgbClr val="246A96"/>
            </a:solidFill>
            <a:prstDash val="solid"/>
          </a:ln>
        </p:spPr>
      </p:sp>
      <p:sp>
        <p:nvSpPr>
          <p:cNvPr id="42" name="path-42">
            <a:extLst>
              <a:ext uri="{FF2B5EF4-FFF2-40B4-BE49-F238E27FC236}">
                <a16:creationId xmlns:a16="http://schemas.microsoft.com/office/drawing/2014/main" id="{53E542E7-AFD4-49B3-971D-0EADD6F36A6D}"/>
              </a:ext>
            </a:extLst>
          </p:cNvPr>
          <p:cNvSpPr>
            <a:spLocks noGrp="1"/>
          </p:cNvSpPr>
          <p:nvPr/>
        </p:nvSpPr>
        <p:spPr>
          <a:xfrm>
            <a:off x="5495925" y="1662148"/>
            <a:ext cx="2038350" cy="500503"/>
          </a:xfrm>
          <a:custGeom>
            <a:avLst/>
            <a:gdLst/>
            <a:ahLst/>
            <a:cxnLst/>
            <a:rect l="0" t="0" r="0" b="0"/>
            <a:pathLst>
              <a:path w="2038350" h="500503">
                <a:moveTo>
                  <a:pt x="0" y="78142"/>
                </a:moveTo>
                <a:lnTo>
                  <a:pt x="12820" y="75689"/>
                </a:lnTo>
                <a:lnTo>
                  <a:pt x="25640" y="73108"/>
                </a:lnTo>
                <a:lnTo>
                  <a:pt x="38459" y="70417"/>
                </a:lnTo>
                <a:lnTo>
                  <a:pt x="51279" y="67633"/>
                </a:lnTo>
                <a:lnTo>
                  <a:pt x="64099" y="64774"/>
                </a:lnTo>
                <a:lnTo>
                  <a:pt x="76919" y="61860"/>
                </a:lnTo>
                <a:lnTo>
                  <a:pt x="89739" y="58909"/>
                </a:lnTo>
                <a:lnTo>
                  <a:pt x="102558" y="55941"/>
                </a:lnTo>
                <a:lnTo>
                  <a:pt x="115378" y="52978"/>
                </a:lnTo>
                <a:lnTo>
                  <a:pt x="128198" y="50037"/>
                </a:lnTo>
                <a:lnTo>
                  <a:pt x="141018" y="47141"/>
                </a:lnTo>
                <a:lnTo>
                  <a:pt x="153838" y="44309"/>
                </a:lnTo>
                <a:lnTo>
                  <a:pt x="166658" y="41561"/>
                </a:lnTo>
                <a:lnTo>
                  <a:pt x="179477" y="38916"/>
                </a:lnTo>
                <a:lnTo>
                  <a:pt x="192297" y="36394"/>
                </a:lnTo>
                <a:lnTo>
                  <a:pt x="205117" y="34015"/>
                </a:lnTo>
                <a:lnTo>
                  <a:pt x="217937" y="31796"/>
                </a:lnTo>
                <a:lnTo>
                  <a:pt x="230757" y="29756"/>
                </a:lnTo>
                <a:lnTo>
                  <a:pt x="243576" y="27912"/>
                </a:lnTo>
                <a:lnTo>
                  <a:pt x="256396" y="26281"/>
                </a:lnTo>
                <a:lnTo>
                  <a:pt x="269216" y="24880"/>
                </a:lnTo>
                <a:lnTo>
                  <a:pt x="282036" y="23725"/>
                </a:lnTo>
                <a:lnTo>
                  <a:pt x="294856" y="22830"/>
                </a:lnTo>
                <a:lnTo>
                  <a:pt x="307675" y="22209"/>
                </a:lnTo>
                <a:lnTo>
                  <a:pt x="320495" y="21877"/>
                </a:lnTo>
                <a:lnTo>
                  <a:pt x="333315" y="21846"/>
                </a:lnTo>
                <a:lnTo>
                  <a:pt x="346135" y="22129"/>
                </a:lnTo>
                <a:lnTo>
                  <a:pt x="358955" y="22736"/>
                </a:lnTo>
                <a:lnTo>
                  <a:pt x="371775" y="23679"/>
                </a:lnTo>
                <a:lnTo>
                  <a:pt x="384594" y="24968"/>
                </a:lnTo>
                <a:lnTo>
                  <a:pt x="397414" y="26610"/>
                </a:lnTo>
                <a:lnTo>
                  <a:pt x="410234" y="28616"/>
                </a:lnTo>
                <a:lnTo>
                  <a:pt x="423054" y="30992"/>
                </a:lnTo>
                <a:lnTo>
                  <a:pt x="435874" y="33744"/>
                </a:lnTo>
                <a:lnTo>
                  <a:pt x="448693" y="36880"/>
                </a:lnTo>
                <a:lnTo>
                  <a:pt x="461513" y="40404"/>
                </a:lnTo>
                <a:lnTo>
                  <a:pt x="474333" y="44320"/>
                </a:lnTo>
                <a:lnTo>
                  <a:pt x="487153" y="48632"/>
                </a:lnTo>
                <a:lnTo>
                  <a:pt x="499973" y="53343"/>
                </a:lnTo>
                <a:lnTo>
                  <a:pt x="512792" y="58454"/>
                </a:lnTo>
                <a:lnTo>
                  <a:pt x="525612" y="63968"/>
                </a:lnTo>
                <a:lnTo>
                  <a:pt x="538432" y="69885"/>
                </a:lnTo>
                <a:lnTo>
                  <a:pt x="551252" y="76203"/>
                </a:lnTo>
                <a:lnTo>
                  <a:pt x="564072" y="82923"/>
                </a:lnTo>
                <a:lnTo>
                  <a:pt x="576892" y="90042"/>
                </a:lnTo>
                <a:lnTo>
                  <a:pt x="589711" y="97559"/>
                </a:lnTo>
                <a:lnTo>
                  <a:pt x="602531" y="105469"/>
                </a:lnTo>
                <a:lnTo>
                  <a:pt x="615351" y="113769"/>
                </a:lnTo>
                <a:lnTo>
                  <a:pt x="628171" y="122454"/>
                </a:lnTo>
                <a:lnTo>
                  <a:pt x="640991" y="131519"/>
                </a:lnTo>
                <a:lnTo>
                  <a:pt x="653810" y="140958"/>
                </a:lnTo>
                <a:lnTo>
                  <a:pt x="666630" y="150764"/>
                </a:lnTo>
                <a:lnTo>
                  <a:pt x="679450" y="160929"/>
                </a:lnTo>
                <a:lnTo>
                  <a:pt x="692270" y="171447"/>
                </a:lnTo>
                <a:lnTo>
                  <a:pt x="705090" y="182308"/>
                </a:lnTo>
                <a:lnTo>
                  <a:pt x="717909" y="193502"/>
                </a:lnTo>
                <a:lnTo>
                  <a:pt x="730729" y="205021"/>
                </a:lnTo>
                <a:lnTo>
                  <a:pt x="743549" y="216853"/>
                </a:lnTo>
                <a:lnTo>
                  <a:pt x="756369" y="228988"/>
                </a:lnTo>
                <a:lnTo>
                  <a:pt x="769189" y="241413"/>
                </a:lnTo>
                <a:lnTo>
                  <a:pt x="782008" y="254116"/>
                </a:lnTo>
                <a:lnTo>
                  <a:pt x="794828" y="267084"/>
                </a:lnTo>
                <a:lnTo>
                  <a:pt x="807648" y="280304"/>
                </a:lnTo>
                <a:lnTo>
                  <a:pt x="820468" y="293760"/>
                </a:lnTo>
                <a:lnTo>
                  <a:pt x="833288" y="307438"/>
                </a:lnTo>
                <a:lnTo>
                  <a:pt x="846108" y="321321"/>
                </a:lnTo>
                <a:lnTo>
                  <a:pt x="858927" y="335392"/>
                </a:lnTo>
                <a:lnTo>
                  <a:pt x="871747" y="349631"/>
                </a:lnTo>
                <a:lnTo>
                  <a:pt x="884567" y="364018"/>
                </a:lnTo>
                <a:lnTo>
                  <a:pt x="897387" y="378529"/>
                </a:lnTo>
                <a:lnTo>
                  <a:pt x="910207" y="393135"/>
                </a:lnTo>
                <a:lnTo>
                  <a:pt x="923026" y="407801"/>
                </a:lnTo>
                <a:lnTo>
                  <a:pt x="935846" y="422482"/>
                </a:lnTo>
                <a:lnTo>
                  <a:pt x="948666" y="437111"/>
                </a:lnTo>
                <a:lnTo>
                  <a:pt x="961486" y="451583"/>
                </a:lnTo>
                <a:lnTo>
                  <a:pt x="974306" y="465715"/>
                </a:lnTo>
                <a:lnTo>
                  <a:pt x="987125" y="479132"/>
                </a:lnTo>
                <a:lnTo>
                  <a:pt x="999945" y="490986"/>
                </a:lnTo>
                <a:lnTo>
                  <a:pt x="1012765" y="499246"/>
                </a:lnTo>
                <a:lnTo>
                  <a:pt x="1025585" y="500503"/>
                </a:lnTo>
                <a:lnTo>
                  <a:pt x="1038405" y="493989"/>
                </a:lnTo>
                <a:lnTo>
                  <a:pt x="1051225" y="482937"/>
                </a:lnTo>
                <a:lnTo>
                  <a:pt x="1064044" y="469891"/>
                </a:lnTo>
                <a:lnTo>
                  <a:pt x="1076864" y="455957"/>
                </a:lnTo>
                <a:lnTo>
                  <a:pt x="1089684" y="441607"/>
                </a:lnTo>
                <a:lnTo>
                  <a:pt x="1102504" y="427065"/>
                </a:lnTo>
                <a:lnTo>
                  <a:pt x="1115324" y="412453"/>
                </a:lnTo>
                <a:lnTo>
                  <a:pt x="1128143" y="397846"/>
                </a:lnTo>
                <a:lnTo>
                  <a:pt x="1140963" y="383293"/>
                </a:lnTo>
                <a:lnTo>
                  <a:pt x="1153783" y="368831"/>
                </a:lnTo>
                <a:lnTo>
                  <a:pt x="1166603" y="354490"/>
                </a:lnTo>
                <a:lnTo>
                  <a:pt x="1179423" y="340293"/>
                </a:lnTo>
                <a:lnTo>
                  <a:pt x="1192242" y="326262"/>
                </a:lnTo>
                <a:lnTo>
                  <a:pt x="1205062" y="312414"/>
                </a:lnTo>
                <a:lnTo>
                  <a:pt x="1217882" y="298766"/>
                </a:lnTo>
                <a:lnTo>
                  <a:pt x="1230702" y="285334"/>
                </a:lnTo>
                <a:lnTo>
                  <a:pt x="1243522" y="272132"/>
                </a:lnTo>
                <a:lnTo>
                  <a:pt x="1256342" y="259172"/>
                </a:lnTo>
                <a:lnTo>
                  <a:pt x="1269161" y="246468"/>
                </a:lnTo>
                <a:lnTo>
                  <a:pt x="1281981" y="234031"/>
                </a:lnTo>
                <a:lnTo>
                  <a:pt x="1294801" y="221871"/>
                </a:lnTo>
                <a:lnTo>
                  <a:pt x="1307621" y="209999"/>
                </a:lnTo>
                <a:lnTo>
                  <a:pt x="1320441" y="198424"/>
                </a:lnTo>
                <a:lnTo>
                  <a:pt x="1333260" y="187155"/>
                </a:lnTo>
                <a:lnTo>
                  <a:pt x="1346080" y="176201"/>
                </a:lnTo>
                <a:lnTo>
                  <a:pt x="1358900" y="165567"/>
                </a:lnTo>
                <a:lnTo>
                  <a:pt x="1371720" y="155261"/>
                </a:lnTo>
                <a:lnTo>
                  <a:pt x="1384540" y="145290"/>
                </a:lnTo>
                <a:lnTo>
                  <a:pt x="1397359" y="135657"/>
                </a:lnTo>
                <a:lnTo>
                  <a:pt x="1410179" y="126368"/>
                </a:lnTo>
                <a:lnTo>
                  <a:pt x="1422999" y="117426"/>
                </a:lnTo>
                <a:lnTo>
                  <a:pt x="1435819" y="108834"/>
                </a:lnTo>
                <a:lnTo>
                  <a:pt x="1448639" y="100596"/>
                </a:lnTo>
                <a:lnTo>
                  <a:pt x="1461458" y="92712"/>
                </a:lnTo>
                <a:lnTo>
                  <a:pt x="1474278" y="85183"/>
                </a:lnTo>
                <a:lnTo>
                  <a:pt x="1487098" y="78010"/>
                </a:lnTo>
                <a:lnTo>
                  <a:pt x="1499918" y="71191"/>
                </a:lnTo>
                <a:lnTo>
                  <a:pt x="1512738" y="64726"/>
                </a:lnTo>
                <a:lnTo>
                  <a:pt x="1525558" y="58613"/>
                </a:lnTo>
                <a:lnTo>
                  <a:pt x="1538377" y="52848"/>
                </a:lnTo>
                <a:lnTo>
                  <a:pt x="1551197" y="47428"/>
                </a:lnTo>
                <a:lnTo>
                  <a:pt x="1564017" y="42349"/>
                </a:lnTo>
                <a:lnTo>
                  <a:pt x="1576837" y="37606"/>
                </a:lnTo>
                <a:lnTo>
                  <a:pt x="1589657" y="33193"/>
                </a:lnTo>
                <a:lnTo>
                  <a:pt x="1602476" y="29103"/>
                </a:lnTo>
                <a:lnTo>
                  <a:pt x="1615296" y="25330"/>
                </a:lnTo>
                <a:lnTo>
                  <a:pt x="1628116" y="21867"/>
                </a:lnTo>
                <a:lnTo>
                  <a:pt x="1640936" y="18703"/>
                </a:lnTo>
                <a:lnTo>
                  <a:pt x="1653756" y="15832"/>
                </a:lnTo>
                <a:lnTo>
                  <a:pt x="1666575" y="13242"/>
                </a:lnTo>
                <a:lnTo>
                  <a:pt x="1679395" y="10924"/>
                </a:lnTo>
                <a:lnTo>
                  <a:pt x="1692215" y="8867"/>
                </a:lnTo>
                <a:lnTo>
                  <a:pt x="1705035" y="7060"/>
                </a:lnTo>
                <a:lnTo>
                  <a:pt x="1717855" y="5492"/>
                </a:lnTo>
                <a:lnTo>
                  <a:pt x="1730675" y="4149"/>
                </a:lnTo>
                <a:lnTo>
                  <a:pt x="1743494" y="3020"/>
                </a:lnTo>
                <a:lnTo>
                  <a:pt x="1756314" y="2092"/>
                </a:lnTo>
                <a:lnTo>
                  <a:pt x="1769134" y="1352"/>
                </a:lnTo>
                <a:lnTo>
                  <a:pt x="1781954" y="787"/>
                </a:lnTo>
                <a:lnTo>
                  <a:pt x="1794774" y="383"/>
                </a:lnTo>
                <a:lnTo>
                  <a:pt x="1807593" y="126"/>
                </a:lnTo>
                <a:lnTo>
                  <a:pt x="1820413" y="3"/>
                </a:lnTo>
                <a:lnTo>
                  <a:pt x="1833233" y="0"/>
                </a:lnTo>
                <a:lnTo>
                  <a:pt x="1846053" y="104"/>
                </a:lnTo>
                <a:lnTo>
                  <a:pt x="1858873" y="302"/>
                </a:lnTo>
                <a:lnTo>
                  <a:pt x="1871692" y="580"/>
                </a:lnTo>
                <a:lnTo>
                  <a:pt x="1884512" y="925"/>
                </a:lnTo>
                <a:lnTo>
                  <a:pt x="1897332" y="1326"/>
                </a:lnTo>
                <a:lnTo>
                  <a:pt x="1910152" y="1771"/>
                </a:lnTo>
                <a:lnTo>
                  <a:pt x="1922972" y="2247"/>
                </a:lnTo>
                <a:lnTo>
                  <a:pt x="1935792" y="2745"/>
                </a:lnTo>
                <a:lnTo>
                  <a:pt x="1948611" y="3255"/>
                </a:lnTo>
                <a:lnTo>
                  <a:pt x="1961431" y="3766"/>
                </a:lnTo>
                <a:lnTo>
                  <a:pt x="1974251" y="4271"/>
                </a:lnTo>
                <a:lnTo>
                  <a:pt x="1987071" y="4762"/>
                </a:lnTo>
                <a:lnTo>
                  <a:pt x="1999891" y="5233"/>
                </a:lnTo>
                <a:lnTo>
                  <a:pt x="2012710" y="5678"/>
                </a:lnTo>
                <a:lnTo>
                  <a:pt x="2025530" y="6092"/>
                </a:lnTo>
                <a:lnTo>
                  <a:pt x="2038350" y="6472"/>
                </a:lnTo>
              </a:path>
            </a:pathLst>
          </a:custGeom>
          <a:noFill/>
          <a:ln w="10478">
            <a:solidFill>
              <a:srgbClr val="ADC5D5"/>
            </a:solidFill>
            <a:prstDash val="solid"/>
          </a:ln>
        </p:spPr>
      </p:sp>
      <p:sp>
        <p:nvSpPr>
          <p:cNvPr id="43" name="path-43">
            <a:extLst>
              <a:ext uri="{FF2B5EF4-FFF2-40B4-BE49-F238E27FC236}">
                <a16:creationId xmlns:a16="http://schemas.microsoft.com/office/drawing/2014/main" id="{58B796E4-21D7-45E0-B454-CF7483C186C4}"/>
              </a:ext>
            </a:extLst>
          </p:cNvPr>
          <p:cNvSpPr>
            <a:spLocks noGrp="1"/>
          </p:cNvSpPr>
          <p:nvPr/>
        </p:nvSpPr>
        <p:spPr>
          <a:xfrm>
            <a:off x="5495925" y="2218849"/>
            <a:ext cx="2038350" cy="500503"/>
          </a:xfrm>
          <a:custGeom>
            <a:avLst/>
            <a:gdLst/>
            <a:ahLst/>
            <a:cxnLst/>
            <a:rect l="0" t="0" r="0" b="0"/>
            <a:pathLst>
              <a:path w="2038350" h="500503">
                <a:moveTo>
                  <a:pt x="0" y="422362"/>
                </a:moveTo>
                <a:lnTo>
                  <a:pt x="12820" y="424815"/>
                </a:lnTo>
                <a:lnTo>
                  <a:pt x="25640" y="427395"/>
                </a:lnTo>
                <a:lnTo>
                  <a:pt x="38459" y="430086"/>
                </a:lnTo>
                <a:lnTo>
                  <a:pt x="51279" y="432870"/>
                </a:lnTo>
                <a:lnTo>
                  <a:pt x="64099" y="435729"/>
                </a:lnTo>
                <a:lnTo>
                  <a:pt x="76919" y="438644"/>
                </a:lnTo>
                <a:lnTo>
                  <a:pt x="89739" y="441595"/>
                </a:lnTo>
                <a:lnTo>
                  <a:pt x="102558" y="444562"/>
                </a:lnTo>
                <a:lnTo>
                  <a:pt x="115378" y="447526"/>
                </a:lnTo>
                <a:lnTo>
                  <a:pt x="128198" y="450466"/>
                </a:lnTo>
                <a:lnTo>
                  <a:pt x="141018" y="453362"/>
                </a:lnTo>
                <a:lnTo>
                  <a:pt x="153838" y="456195"/>
                </a:lnTo>
                <a:lnTo>
                  <a:pt x="166658" y="458943"/>
                </a:lnTo>
                <a:lnTo>
                  <a:pt x="179477" y="461588"/>
                </a:lnTo>
                <a:lnTo>
                  <a:pt x="192297" y="464109"/>
                </a:lnTo>
                <a:lnTo>
                  <a:pt x="205117" y="466489"/>
                </a:lnTo>
                <a:lnTo>
                  <a:pt x="217937" y="468708"/>
                </a:lnTo>
                <a:lnTo>
                  <a:pt x="230757" y="470748"/>
                </a:lnTo>
                <a:lnTo>
                  <a:pt x="243576" y="472592"/>
                </a:lnTo>
                <a:lnTo>
                  <a:pt x="256396" y="474222"/>
                </a:lnTo>
                <a:lnTo>
                  <a:pt x="269216" y="475623"/>
                </a:lnTo>
                <a:lnTo>
                  <a:pt x="282036" y="476779"/>
                </a:lnTo>
                <a:lnTo>
                  <a:pt x="294856" y="477674"/>
                </a:lnTo>
                <a:lnTo>
                  <a:pt x="307675" y="478294"/>
                </a:lnTo>
                <a:lnTo>
                  <a:pt x="320495" y="478627"/>
                </a:lnTo>
                <a:lnTo>
                  <a:pt x="333315" y="478657"/>
                </a:lnTo>
                <a:lnTo>
                  <a:pt x="346135" y="478375"/>
                </a:lnTo>
                <a:lnTo>
                  <a:pt x="358955" y="477767"/>
                </a:lnTo>
                <a:lnTo>
                  <a:pt x="371775" y="476824"/>
                </a:lnTo>
                <a:lnTo>
                  <a:pt x="384594" y="475536"/>
                </a:lnTo>
                <a:lnTo>
                  <a:pt x="397414" y="473893"/>
                </a:lnTo>
                <a:lnTo>
                  <a:pt x="410234" y="471888"/>
                </a:lnTo>
                <a:lnTo>
                  <a:pt x="423054" y="469512"/>
                </a:lnTo>
                <a:lnTo>
                  <a:pt x="435874" y="466759"/>
                </a:lnTo>
                <a:lnTo>
                  <a:pt x="448693" y="463623"/>
                </a:lnTo>
                <a:lnTo>
                  <a:pt x="461513" y="460100"/>
                </a:lnTo>
                <a:lnTo>
                  <a:pt x="474333" y="456184"/>
                </a:lnTo>
                <a:lnTo>
                  <a:pt x="487153" y="451872"/>
                </a:lnTo>
                <a:lnTo>
                  <a:pt x="499973" y="447161"/>
                </a:lnTo>
                <a:lnTo>
                  <a:pt x="512792" y="442049"/>
                </a:lnTo>
                <a:lnTo>
                  <a:pt x="525612" y="436535"/>
                </a:lnTo>
                <a:lnTo>
                  <a:pt x="538432" y="430619"/>
                </a:lnTo>
                <a:lnTo>
                  <a:pt x="551252" y="424300"/>
                </a:lnTo>
                <a:lnTo>
                  <a:pt x="564072" y="417580"/>
                </a:lnTo>
                <a:lnTo>
                  <a:pt x="576892" y="410461"/>
                </a:lnTo>
                <a:lnTo>
                  <a:pt x="589711" y="402945"/>
                </a:lnTo>
                <a:lnTo>
                  <a:pt x="602531" y="395035"/>
                </a:lnTo>
                <a:lnTo>
                  <a:pt x="615351" y="386735"/>
                </a:lnTo>
                <a:lnTo>
                  <a:pt x="628171" y="378050"/>
                </a:lnTo>
                <a:lnTo>
                  <a:pt x="640991" y="368985"/>
                </a:lnTo>
                <a:lnTo>
                  <a:pt x="653810" y="359546"/>
                </a:lnTo>
                <a:lnTo>
                  <a:pt x="666630" y="349740"/>
                </a:lnTo>
                <a:lnTo>
                  <a:pt x="679450" y="339574"/>
                </a:lnTo>
                <a:lnTo>
                  <a:pt x="692270" y="329057"/>
                </a:lnTo>
                <a:lnTo>
                  <a:pt x="705090" y="318196"/>
                </a:lnTo>
                <a:lnTo>
                  <a:pt x="717909" y="307001"/>
                </a:lnTo>
                <a:lnTo>
                  <a:pt x="730729" y="295482"/>
                </a:lnTo>
                <a:lnTo>
                  <a:pt x="743549" y="283650"/>
                </a:lnTo>
                <a:lnTo>
                  <a:pt x="756369" y="271516"/>
                </a:lnTo>
                <a:lnTo>
                  <a:pt x="769189" y="259091"/>
                </a:lnTo>
                <a:lnTo>
                  <a:pt x="782008" y="246388"/>
                </a:lnTo>
                <a:lnTo>
                  <a:pt x="794828" y="233419"/>
                </a:lnTo>
                <a:lnTo>
                  <a:pt x="807648" y="220200"/>
                </a:lnTo>
                <a:lnTo>
                  <a:pt x="820468" y="206743"/>
                </a:lnTo>
                <a:lnTo>
                  <a:pt x="833288" y="193065"/>
                </a:lnTo>
                <a:lnTo>
                  <a:pt x="846108" y="179182"/>
                </a:lnTo>
                <a:lnTo>
                  <a:pt x="858927" y="165112"/>
                </a:lnTo>
                <a:lnTo>
                  <a:pt x="871747" y="150872"/>
                </a:lnTo>
                <a:lnTo>
                  <a:pt x="884567" y="136485"/>
                </a:lnTo>
                <a:lnTo>
                  <a:pt x="897387" y="121975"/>
                </a:lnTo>
                <a:lnTo>
                  <a:pt x="910207" y="107369"/>
                </a:lnTo>
                <a:lnTo>
                  <a:pt x="923026" y="92702"/>
                </a:lnTo>
                <a:lnTo>
                  <a:pt x="935846" y="78022"/>
                </a:lnTo>
                <a:lnTo>
                  <a:pt x="948666" y="63393"/>
                </a:lnTo>
                <a:lnTo>
                  <a:pt x="961486" y="48920"/>
                </a:lnTo>
                <a:lnTo>
                  <a:pt x="974306" y="34789"/>
                </a:lnTo>
                <a:lnTo>
                  <a:pt x="987125" y="21371"/>
                </a:lnTo>
                <a:lnTo>
                  <a:pt x="999945" y="9517"/>
                </a:lnTo>
                <a:lnTo>
                  <a:pt x="1012765" y="1257"/>
                </a:lnTo>
                <a:lnTo>
                  <a:pt x="1025585" y="0"/>
                </a:lnTo>
                <a:lnTo>
                  <a:pt x="1038405" y="6515"/>
                </a:lnTo>
                <a:lnTo>
                  <a:pt x="1051225" y="17566"/>
                </a:lnTo>
                <a:lnTo>
                  <a:pt x="1064044" y="30613"/>
                </a:lnTo>
                <a:lnTo>
                  <a:pt x="1076864" y="44546"/>
                </a:lnTo>
                <a:lnTo>
                  <a:pt x="1089684" y="58896"/>
                </a:lnTo>
                <a:lnTo>
                  <a:pt x="1102504" y="73438"/>
                </a:lnTo>
                <a:lnTo>
                  <a:pt x="1115324" y="88050"/>
                </a:lnTo>
                <a:lnTo>
                  <a:pt x="1128143" y="102658"/>
                </a:lnTo>
                <a:lnTo>
                  <a:pt x="1140963" y="117211"/>
                </a:lnTo>
                <a:lnTo>
                  <a:pt x="1153783" y="131672"/>
                </a:lnTo>
                <a:lnTo>
                  <a:pt x="1166603" y="146013"/>
                </a:lnTo>
                <a:lnTo>
                  <a:pt x="1179423" y="160210"/>
                </a:lnTo>
                <a:lnTo>
                  <a:pt x="1192242" y="174242"/>
                </a:lnTo>
                <a:lnTo>
                  <a:pt x="1205062" y="188089"/>
                </a:lnTo>
                <a:lnTo>
                  <a:pt x="1217882" y="201737"/>
                </a:lnTo>
                <a:lnTo>
                  <a:pt x="1230702" y="215169"/>
                </a:lnTo>
                <a:lnTo>
                  <a:pt x="1243522" y="228372"/>
                </a:lnTo>
                <a:lnTo>
                  <a:pt x="1256342" y="241331"/>
                </a:lnTo>
                <a:lnTo>
                  <a:pt x="1269161" y="254036"/>
                </a:lnTo>
                <a:lnTo>
                  <a:pt x="1281981" y="266473"/>
                </a:lnTo>
                <a:lnTo>
                  <a:pt x="1294801" y="278633"/>
                </a:lnTo>
                <a:lnTo>
                  <a:pt x="1307621" y="290505"/>
                </a:lnTo>
                <a:lnTo>
                  <a:pt x="1320441" y="302079"/>
                </a:lnTo>
                <a:lnTo>
                  <a:pt x="1333260" y="313348"/>
                </a:lnTo>
                <a:lnTo>
                  <a:pt x="1346080" y="324303"/>
                </a:lnTo>
                <a:lnTo>
                  <a:pt x="1358900" y="334936"/>
                </a:lnTo>
                <a:lnTo>
                  <a:pt x="1371720" y="345242"/>
                </a:lnTo>
                <a:lnTo>
                  <a:pt x="1384540" y="355214"/>
                </a:lnTo>
                <a:lnTo>
                  <a:pt x="1397359" y="364847"/>
                </a:lnTo>
                <a:lnTo>
                  <a:pt x="1410179" y="374136"/>
                </a:lnTo>
                <a:lnTo>
                  <a:pt x="1422999" y="383078"/>
                </a:lnTo>
                <a:lnTo>
                  <a:pt x="1435819" y="391669"/>
                </a:lnTo>
                <a:lnTo>
                  <a:pt x="1448639" y="399908"/>
                </a:lnTo>
                <a:lnTo>
                  <a:pt x="1461458" y="407792"/>
                </a:lnTo>
                <a:lnTo>
                  <a:pt x="1474278" y="415320"/>
                </a:lnTo>
                <a:lnTo>
                  <a:pt x="1487098" y="422494"/>
                </a:lnTo>
                <a:lnTo>
                  <a:pt x="1499918" y="429312"/>
                </a:lnTo>
                <a:lnTo>
                  <a:pt x="1512738" y="435777"/>
                </a:lnTo>
                <a:lnTo>
                  <a:pt x="1525558" y="441891"/>
                </a:lnTo>
                <a:lnTo>
                  <a:pt x="1538377" y="447656"/>
                </a:lnTo>
                <a:lnTo>
                  <a:pt x="1551197" y="453076"/>
                </a:lnTo>
                <a:lnTo>
                  <a:pt x="1564017" y="458155"/>
                </a:lnTo>
                <a:lnTo>
                  <a:pt x="1576837" y="462898"/>
                </a:lnTo>
                <a:lnTo>
                  <a:pt x="1589657" y="467311"/>
                </a:lnTo>
                <a:lnTo>
                  <a:pt x="1602476" y="471400"/>
                </a:lnTo>
                <a:lnTo>
                  <a:pt x="1615296" y="475173"/>
                </a:lnTo>
                <a:lnTo>
                  <a:pt x="1628116" y="478637"/>
                </a:lnTo>
                <a:lnTo>
                  <a:pt x="1640936" y="481800"/>
                </a:lnTo>
                <a:lnTo>
                  <a:pt x="1653756" y="484672"/>
                </a:lnTo>
                <a:lnTo>
                  <a:pt x="1666575" y="487262"/>
                </a:lnTo>
                <a:lnTo>
                  <a:pt x="1679395" y="489580"/>
                </a:lnTo>
                <a:lnTo>
                  <a:pt x="1692215" y="491636"/>
                </a:lnTo>
                <a:lnTo>
                  <a:pt x="1705035" y="493443"/>
                </a:lnTo>
                <a:lnTo>
                  <a:pt x="1717855" y="495012"/>
                </a:lnTo>
                <a:lnTo>
                  <a:pt x="1730675" y="496354"/>
                </a:lnTo>
                <a:lnTo>
                  <a:pt x="1743494" y="497483"/>
                </a:lnTo>
                <a:lnTo>
                  <a:pt x="1756314" y="498411"/>
                </a:lnTo>
                <a:lnTo>
                  <a:pt x="1769134" y="499151"/>
                </a:lnTo>
                <a:lnTo>
                  <a:pt x="1781954" y="499716"/>
                </a:lnTo>
                <a:lnTo>
                  <a:pt x="1794774" y="500121"/>
                </a:lnTo>
                <a:lnTo>
                  <a:pt x="1807593" y="500378"/>
                </a:lnTo>
                <a:lnTo>
                  <a:pt x="1820413" y="500501"/>
                </a:lnTo>
                <a:lnTo>
                  <a:pt x="1833233" y="500503"/>
                </a:lnTo>
                <a:lnTo>
                  <a:pt x="1846053" y="500399"/>
                </a:lnTo>
                <a:lnTo>
                  <a:pt x="1858873" y="500202"/>
                </a:lnTo>
                <a:lnTo>
                  <a:pt x="1871692" y="499924"/>
                </a:lnTo>
                <a:lnTo>
                  <a:pt x="1884512" y="499578"/>
                </a:lnTo>
                <a:lnTo>
                  <a:pt x="1897332" y="499177"/>
                </a:lnTo>
                <a:lnTo>
                  <a:pt x="1910152" y="498733"/>
                </a:lnTo>
                <a:lnTo>
                  <a:pt x="1922972" y="498256"/>
                </a:lnTo>
                <a:lnTo>
                  <a:pt x="1935792" y="497758"/>
                </a:lnTo>
                <a:lnTo>
                  <a:pt x="1948611" y="497249"/>
                </a:lnTo>
                <a:lnTo>
                  <a:pt x="1961431" y="496737"/>
                </a:lnTo>
                <a:lnTo>
                  <a:pt x="1974251" y="496232"/>
                </a:lnTo>
                <a:lnTo>
                  <a:pt x="1987071" y="495741"/>
                </a:lnTo>
                <a:lnTo>
                  <a:pt x="1999891" y="495271"/>
                </a:lnTo>
                <a:lnTo>
                  <a:pt x="2012710" y="494826"/>
                </a:lnTo>
                <a:lnTo>
                  <a:pt x="2025530" y="494412"/>
                </a:lnTo>
                <a:lnTo>
                  <a:pt x="2038350" y="494032"/>
                </a:lnTo>
              </a:path>
            </a:pathLst>
          </a:custGeom>
          <a:noFill/>
          <a:ln w="10478">
            <a:solidFill>
              <a:srgbClr val="ADC5D5"/>
            </a:solidFill>
            <a:prstDash val="solid"/>
          </a:ln>
        </p:spPr>
      </p:sp>
      <p:sp>
        <p:nvSpPr>
          <p:cNvPr id="44" name="visual-44">
            <a:extLst>
              <a:ext uri="{FF2B5EF4-FFF2-40B4-BE49-F238E27FC236}">
                <a16:creationId xmlns:a16="http://schemas.microsoft.com/office/drawing/2014/main" id="{7F8DD18D-A0B8-458E-9D95-A3DBBC64AE01}"/>
              </a:ext>
            </a:extLst>
          </p:cNvPr>
          <p:cNvSpPr>
            <a:spLocks noGrp="1"/>
          </p:cNvSpPr>
          <p:nvPr/>
        </p:nvSpPr>
        <p:spPr>
          <a:xfrm>
            <a:off x="5381625" y="3448050"/>
            <a:ext cx="23241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0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I/Q carried by RF</a:t>
            </a:r>
          </a:p>
        </p:txBody>
      </p:sp>
      <p:sp>
        <p:nvSpPr>
          <p:cNvPr id="45" name="path-45">
            <a:extLst>
              <a:ext uri="{FF2B5EF4-FFF2-40B4-BE49-F238E27FC236}">
                <a16:creationId xmlns:a16="http://schemas.microsoft.com/office/drawing/2014/main" id="{2392F808-2F55-4F86-AD6B-EC5C1BD390B8}"/>
              </a:ext>
            </a:extLst>
          </p:cNvPr>
          <p:cNvSpPr>
            <a:spLocks noGrp="1"/>
          </p:cNvSpPr>
          <p:nvPr/>
        </p:nvSpPr>
        <p:spPr>
          <a:xfrm>
            <a:off x="7648575" y="2190750"/>
            <a:ext cx="537210" cy="953"/>
          </a:xfrm>
          <a:custGeom>
            <a:avLst/>
            <a:gdLst/>
            <a:ahLst/>
            <a:cxnLst/>
            <a:rect l="0" t="0" r="0" b="0"/>
            <a:pathLst>
              <a:path w="537210" h="953">
                <a:moveTo>
                  <a:pt x="0" y="0"/>
                </a:moveTo>
                <a:lnTo>
                  <a:pt x="537210" y="0"/>
                </a:lnTo>
              </a:path>
            </a:pathLst>
          </a:custGeom>
          <a:noFill/>
          <a:ln w="26670">
            <a:solidFill>
              <a:srgbClr val="246A96"/>
            </a:solidFill>
            <a:prstDash val="solid"/>
          </a:ln>
        </p:spPr>
      </p:sp>
      <p:sp>
        <p:nvSpPr>
          <p:cNvPr id="46" name="path-46">
            <a:extLst>
              <a:ext uri="{FF2B5EF4-FFF2-40B4-BE49-F238E27FC236}">
                <a16:creationId xmlns:a16="http://schemas.microsoft.com/office/drawing/2014/main" id="{9A5B8509-2756-4EAB-8A5E-E0BD86B10995}"/>
              </a:ext>
            </a:extLst>
          </p:cNvPr>
          <p:cNvSpPr>
            <a:spLocks noGrp="1"/>
          </p:cNvSpPr>
          <p:nvPr/>
        </p:nvSpPr>
        <p:spPr>
          <a:xfrm>
            <a:off x="8162925" y="2145030"/>
            <a:ext cx="114300" cy="91440"/>
          </a:xfrm>
          <a:custGeom>
            <a:avLst/>
            <a:gdLst/>
            <a:ahLst/>
            <a:cxnLst/>
            <a:rect l="0" t="0" r="0" b="0"/>
            <a:pathLst>
              <a:path w="114300" h="91440">
                <a:moveTo>
                  <a:pt x="114300" y="45720"/>
                </a:moveTo>
                <a:lnTo>
                  <a:pt x="0" y="91440"/>
                </a:lnTo>
                <a:lnTo>
                  <a:pt x="0" y="0"/>
                </a:lnTo>
                <a:close/>
              </a:path>
            </a:pathLst>
          </a:cu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47" name="path-47">
            <a:extLst>
              <a:ext uri="{FF2B5EF4-FFF2-40B4-BE49-F238E27FC236}">
                <a16:creationId xmlns:a16="http://schemas.microsoft.com/office/drawing/2014/main" id="{A33B47E3-B08E-4F3B-BCDD-A67C08EEAB92}"/>
              </a:ext>
            </a:extLst>
          </p:cNvPr>
          <p:cNvSpPr>
            <a:spLocks noGrp="1"/>
          </p:cNvSpPr>
          <p:nvPr/>
        </p:nvSpPr>
        <p:spPr>
          <a:xfrm>
            <a:off x="8372475" y="1866900"/>
            <a:ext cx="2586090" cy="386533"/>
          </a:xfrm>
          <a:custGeom>
            <a:avLst/>
            <a:gdLst/>
            <a:ahLst/>
            <a:cxnLst/>
            <a:rect l="0" t="0" r="0" b="0"/>
            <a:pathLst>
              <a:path w="2586090" h="386533">
                <a:moveTo>
                  <a:pt x="0" y="0"/>
                </a:moveTo>
                <a:lnTo>
                  <a:pt x="2586090" y="386533"/>
                </a:lnTo>
              </a:path>
            </a:pathLst>
          </a:custGeom>
          <a:noFill/>
          <a:ln w="24765">
            <a:solidFill>
              <a:srgbClr val="246A96"/>
            </a:solidFill>
            <a:prstDash val="solid"/>
          </a:ln>
        </p:spPr>
      </p:sp>
      <p:sp>
        <p:nvSpPr>
          <p:cNvPr id="48" name="path-48">
            <a:extLst>
              <a:ext uri="{FF2B5EF4-FFF2-40B4-BE49-F238E27FC236}">
                <a16:creationId xmlns:a16="http://schemas.microsoft.com/office/drawing/2014/main" id="{1C4F3924-6DA0-4D16-8C9B-9F390C2E3F19}"/>
              </a:ext>
            </a:extLst>
          </p:cNvPr>
          <p:cNvSpPr>
            <a:spLocks noGrp="1"/>
          </p:cNvSpPr>
          <p:nvPr/>
        </p:nvSpPr>
        <p:spPr>
          <a:xfrm>
            <a:off x="10929197" y="2204836"/>
            <a:ext cx="119803" cy="90435"/>
          </a:xfrm>
          <a:custGeom>
            <a:avLst/>
            <a:gdLst/>
            <a:ahLst/>
            <a:cxnLst/>
            <a:rect l="0" t="0" r="0" b="0"/>
            <a:pathLst>
              <a:path w="119803" h="90435">
                <a:moveTo>
                  <a:pt x="119803" y="62114"/>
                </a:moveTo>
                <a:lnTo>
                  <a:pt x="0" y="90435"/>
                </a:lnTo>
                <a:lnTo>
                  <a:pt x="13517" y="0"/>
                </a:lnTo>
                <a:close/>
              </a:path>
            </a:pathLst>
          </a:cu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49" name="path-49">
            <a:extLst>
              <a:ext uri="{FF2B5EF4-FFF2-40B4-BE49-F238E27FC236}">
                <a16:creationId xmlns:a16="http://schemas.microsoft.com/office/drawing/2014/main" id="{B1AA8405-C3FF-42B5-B2DB-F596FAE032B1}"/>
              </a:ext>
            </a:extLst>
          </p:cNvPr>
          <p:cNvSpPr>
            <a:spLocks noGrp="1"/>
          </p:cNvSpPr>
          <p:nvPr/>
        </p:nvSpPr>
        <p:spPr>
          <a:xfrm>
            <a:off x="9145864" y="1789088"/>
            <a:ext cx="59137" cy="395655"/>
          </a:xfrm>
          <a:custGeom>
            <a:avLst/>
            <a:gdLst/>
            <a:ahLst/>
            <a:cxnLst/>
            <a:rect l="0" t="0" r="0" b="0"/>
            <a:pathLst>
              <a:path w="59137" h="395655">
                <a:moveTo>
                  <a:pt x="59137" y="0"/>
                </a:moveTo>
                <a:lnTo>
                  <a:pt x="0" y="395655"/>
                </a:lnTo>
              </a:path>
            </a:pathLst>
          </a:custGeom>
          <a:noFill/>
          <a:ln w="12383">
            <a:solidFill>
              <a:srgbClr val="246A96"/>
            </a:solidFill>
            <a:prstDash val="solid"/>
          </a:ln>
        </p:spPr>
      </p:sp>
      <p:sp>
        <p:nvSpPr>
          <p:cNvPr id="50" name="path-50">
            <a:extLst>
              <a:ext uri="{FF2B5EF4-FFF2-40B4-BE49-F238E27FC236}">
                <a16:creationId xmlns:a16="http://schemas.microsoft.com/office/drawing/2014/main" id="{C0213933-33D3-4295-BCE4-AD26C0D50F25}"/>
              </a:ext>
            </a:extLst>
          </p:cNvPr>
          <p:cNvSpPr>
            <a:spLocks noGrp="1"/>
          </p:cNvSpPr>
          <p:nvPr/>
        </p:nvSpPr>
        <p:spPr>
          <a:xfrm>
            <a:off x="9627638" y="1861097"/>
            <a:ext cx="59137" cy="395655"/>
          </a:xfrm>
          <a:custGeom>
            <a:avLst/>
            <a:gdLst/>
            <a:ahLst/>
            <a:cxnLst/>
            <a:rect l="0" t="0" r="0" b="0"/>
            <a:pathLst>
              <a:path w="59137" h="395655">
                <a:moveTo>
                  <a:pt x="59137" y="0"/>
                </a:moveTo>
                <a:lnTo>
                  <a:pt x="0" y="395655"/>
                </a:lnTo>
              </a:path>
            </a:pathLst>
          </a:custGeom>
          <a:noFill/>
          <a:ln w="12383">
            <a:solidFill>
              <a:srgbClr val="246A96"/>
            </a:solidFill>
            <a:prstDash val="solid"/>
          </a:ln>
        </p:spPr>
      </p:sp>
      <p:sp>
        <p:nvSpPr>
          <p:cNvPr id="51" name="path-51">
            <a:extLst>
              <a:ext uri="{FF2B5EF4-FFF2-40B4-BE49-F238E27FC236}">
                <a16:creationId xmlns:a16="http://schemas.microsoft.com/office/drawing/2014/main" id="{48DC7AD6-7F0F-402E-B062-852388E1F84A}"/>
              </a:ext>
            </a:extLst>
          </p:cNvPr>
          <p:cNvSpPr>
            <a:spLocks noGrp="1"/>
          </p:cNvSpPr>
          <p:nvPr/>
        </p:nvSpPr>
        <p:spPr>
          <a:xfrm>
            <a:off x="10109413" y="1933106"/>
            <a:ext cx="59137" cy="395655"/>
          </a:xfrm>
          <a:custGeom>
            <a:avLst/>
            <a:gdLst/>
            <a:ahLst/>
            <a:cxnLst/>
            <a:rect l="0" t="0" r="0" b="0"/>
            <a:pathLst>
              <a:path w="59137" h="395655">
                <a:moveTo>
                  <a:pt x="59137" y="0"/>
                </a:moveTo>
                <a:lnTo>
                  <a:pt x="0" y="395655"/>
                </a:lnTo>
              </a:path>
            </a:pathLst>
          </a:custGeom>
          <a:noFill/>
          <a:ln w="12383">
            <a:solidFill>
              <a:srgbClr val="246A96"/>
            </a:solidFill>
            <a:prstDash val="solid"/>
          </a:ln>
        </p:spPr>
      </p:sp>
      <p:sp>
        <p:nvSpPr>
          <p:cNvPr id="52" name="path-52">
            <a:extLst>
              <a:ext uri="{FF2B5EF4-FFF2-40B4-BE49-F238E27FC236}">
                <a16:creationId xmlns:a16="http://schemas.microsoft.com/office/drawing/2014/main" id="{E560147F-D5D9-49E4-8A7B-A97CFB997800}"/>
              </a:ext>
            </a:extLst>
          </p:cNvPr>
          <p:cNvSpPr>
            <a:spLocks noGrp="1"/>
          </p:cNvSpPr>
          <p:nvPr/>
        </p:nvSpPr>
        <p:spPr>
          <a:xfrm>
            <a:off x="10591187" y="2005115"/>
            <a:ext cx="59137" cy="395655"/>
          </a:xfrm>
          <a:custGeom>
            <a:avLst/>
            <a:gdLst/>
            <a:ahLst/>
            <a:cxnLst/>
            <a:rect l="0" t="0" r="0" b="0"/>
            <a:pathLst>
              <a:path w="59137" h="395655">
                <a:moveTo>
                  <a:pt x="59137" y="0"/>
                </a:moveTo>
                <a:lnTo>
                  <a:pt x="0" y="395655"/>
                </a:lnTo>
              </a:path>
            </a:pathLst>
          </a:custGeom>
          <a:noFill/>
          <a:ln w="12383">
            <a:solidFill>
              <a:srgbClr val="246A96"/>
            </a:solidFill>
            <a:prstDash val="solid"/>
          </a:ln>
        </p:spPr>
      </p:sp>
      <p:sp>
        <p:nvSpPr>
          <p:cNvPr id="53" name="path-53">
            <a:extLst>
              <a:ext uri="{FF2B5EF4-FFF2-40B4-BE49-F238E27FC236}">
                <a16:creationId xmlns:a16="http://schemas.microsoft.com/office/drawing/2014/main" id="{BEFDA9EC-903E-40B5-85EF-323C1217EC01}"/>
              </a:ext>
            </a:extLst>
          </p:cNvPr>
          <p:cNvSpPr>
            <a:spLocks noGrp="1"/>
          </p:cNvSpPr>
          <p:nvPr/>
        </p:nvSpPr>
        <p:spPr>
          <a:xfrm>
            <a:off x="8477250" y="2468703"/>
            <a:ext cx="2482702" cy="579297"/>
          </a:xfrm>
          <a:custGeom>
            <a:avLst/>
            <a:gdLst/>
            <a:ahLst/>
            <a:cxnLst/>
            <a:rect l="0" t="0" r="0" b="0"/>
            <a:pathLst>
              <a:path w="2482702" h="579297">
                <a:moveTo>
                  <a:pt x="0" y="579297"/>
                </a:moveTo>
                <a:lnTo>
                  <a:pt x="2482702" y="0"/>
                </a:lnTo>
              </a:path>
            </a:pathLst>
          </a:custGeom>
          <a:noFill/>
          <a:ln w="24765">
            <a:solidFill>
              <a:srgbClr val="2C7A86"/>
            </a:solidFill>
            <a:prstDash val="solid"/>
          </a:ln>
        </p:spPr>
      </p:sp>
      <p:sp>
        <p:nvSpPr>
          <p:cNvPr id="54" name="path-54">
            <a:extLst>
              <a:ext uri="{FF2B5EF4-FFF2-40B4-BE49-F238E27FC236}">
                <a16:creationId xmlns:a16="http://schemas.microsoft.com/office/drawing/2014/main" id="{6398C054-AFBB-4583-975A-6197ECEAB759}"/>
              </a:ext>
            </a:extLst>
          </p:cNvPr>
          <p:cNvSpPr>
            <a:spLocks noGrp="1"/>
          </p:cNvSpPr>
          <p:nvPr/>
        </p:nvSpPr>
        <p:spPr>
          <a:xfrm>
            <a:off x="10927301" y="2429373"/>
            <a:ext cx="121699" cy="89048"/>
          </a:xfrm>
          <a:custGeom>
            <a:avLst/>
            <a:gdLst/>
            <a:ahLst/>
            <a:cxnLst/>
            <a:rect l="0" t="0" r="0" b="0"/>
            <a:pathLst>
              <a:path w="121699" h="89048">
                <a:moveTo>
                  <a:pt x="121699" y="18552"/>
                </a:moveTo>
                <a:lnTo>
                  <a:pt x="20778" y="89048"/>
                </a:lnTo>
                <a:lnTo>
                  <a:pt x="0" y="0"/>
                </a:lnTo>
                <a:close/>
              </a:path>
            </a:pathLst>
          </a:custGeom>
          <a:solidFill>
            <a:srgbClr val="2C7A86"/>
          </a:solidFill>
          <a:ln w="0">
            <a:noFill/>
            <a:prstDash val="solid"/>
          </a:ln>
        </p:spPr>
      </p:sp>
      <p:sp>
        <p:nvSpPr>
          <p:cNvPr id="55" name="path-55">
            <a:extLst>
              <a:ext uri="{FF2B5EF4-FFF2-40B4-BE49-F238E27FC236}">
                <a16:creationId xmlns:a16="http://schemas.microsoft.com/office/drawing/2014/main" id="{F0A9501E-D195-4156-B3A8-8D80B90FD68B}"/>
              </a:ext>
            </a:extLst>
          </p:cNvPr>
          <p:cNvSpPr>
            <a:spLocks noGrp="1"/>
          </p:cNvSpPr>
          <p:nvPr/>
        </p:nvSpPr>
        <p:spPr>
          <a:xfrm>
            <a:off x="9203323" y="2673185"/>
            <a:ext cx="90903" cy="389585"/>
          </a:xfrm>
          <a:custGeom>
            <a:avLst/>
            <a:gdLst/>
            <a:ahLst/>
            <a:cxnLst/>
            <a:rect l="0" t="0" r="0" b="0"/>
            <a:pathLst>
              <a:path w="90903" h="389585">
                <a:moveTo>
                  <a:pt x="0" y="0"/>
                </a:moveTo>
                <a:lnTo>
                  <a:pt x="90903" y="389585"/>
                </a:lnTo>
              </a:path>
            </a:pathLst>
          </a:custGeom>
          <a:noFill/>
          <a:ln w="12383">
            <a:solidFill>
              <a:srgbClr val="2C7A86"/>
            </a:solidFill>
            <a:prstDash val="solid"/>
          </a:ln>
        </p:spPr>
      </p:sp>
      <p:sp>
        <p:nvSpPr>
          <p:cNvPr id="56" name="path-56">
            <a:extLst>
              <a:ext uri="{FF2B5EF4-FFF2-40B4-BE49-F238E27FC236}">
                <a16:creationId xmlns:a16="http://schemas.microsoft.com/office/drawing/2014/main" id="{21931168-52FE-40CD-8429-9E9891001ACA}"/>
              </a:ext>
            </a:extLst>
          </p:cNvPr>
          <p:cNvSpPr>
            <a:spLocks noGrp="1"/>
          </p:cNvSpPr>
          <p:nvPr/>
        </p:nvSpPr>
        <p:spPr>
          <a:xfrm>
            <a:off x="9666238" y="2565171"/>
            <a:ext cx="90903" cy="389585"/>
          </a:xfrm>
          <a:custGeom>
            <a:avLst/>
            <a:gdLst/>
            <a:ahLst/>
            <a:cxnLst/>
            <a:rect l="0" t="0" r="0" b="0"/>
            <a:pathLst>
              <a:path w="90903" h="389585">
                <a:moveTo>
                  <a:pt x="0" y="0"/>
                </a:moveTo>
                <a:lnTo>
                  <a:pt x="90903" y="389585"/>
                </a:lnTo>
              </a:path>
            </a:pathLst>
          </a:custGeom>
          <a:noFill/>
          <a:ln w="12383">
            <a:solidFill>
              <a:srgbClr val="2C7A86"/>
            </a:solidFill>
            <a:prstDash val="solid"/>
          </a:ln>
        </p:spPr>
      </p:sp>
      <p:sp>
        <p:nvSpPr>
          <p:cNvPr id="57" name="path-57">
            <a:extLst>
              <a:ext uri="{FF2B5EF4-FFF2-40B4-BE49-F238E27FC236}">
                <a16:creationId xmlns:a16="http://schemas.microsoft.com/office/drawing/2014/main" id="{3F7222A9-A9D2-484A-871D-89DD4A9DC79B}"/>
              </a:ext>
            </a:extLst>
          </p:cNvPr>
          <p:cNvSpPr>
            <a:spLocks noGrp="1"/>
          </p:cNvSpPr>
          <p:nvPr/>
        </p:nvSpPr>
        <p:spPr>
          <a:xfrm>
            <a:off x="10129153" y="2457158"/>
            <a:ext cx="90903" cy="389585"/>
          </a:xfrm>
          <a:custGeom>
            <a:avLst/>
            <a:gdLst/>
            <a:ahLst/>
            <a:cxnLst/>
            <a:rect l="0" t="0" r="0" b="0"/>
            <a:pathLst>
              <a:path w="90903" h="389585">
                <a:moveTo>
                  <a:pt x="0" y="0"/>
                </a:moveTo>
                <a:lnTo>
                  <a:pt x="90903" y="389585"/>
                </a:lnTo>
              </a:path>
            </a:pathLst>
          </a:custGeom>
          <a:noFill/>
          <a:ln w="12383">
            <a:solidFill>
              <a:srgbClr val="2C7A86"/>
            </a:solidFill>
            <a:prstDash val="solid"/>
          </a:ln>
        </p:spPr>
      </p:sp>
      <p:sp>
        <p:nvSpPr>
          <p:cNvPr id="58" name="path-58">
            <a:extLst>
              <a:ext uri="{FF2B5EF4-FFF2-40B4-BE49-F238E27FC236}">
                <a16:creationId xmlns:a16="http://schemas.microsoft.com/office/drawing/2014/main" id="{94A0A3B4-99FD-47C1-A711-101F086DF605}"/>
              </a:ext>
            </a:extLst>
          </p:cNvPr>
          <p:cNvSpPr>
            <a:spLocks noGrp="1"/>
          </p:cNvSpPr>
          <p:nvPr/>
        </p:nvSpPr>
        <p:spPr>
          <a:xfrm>
            <a:off x="10592068" y="2349144"/>
            <a:ext cx="90903" cy="389585"/>
          </a:xfrm>
          <a:custGeom>
            <a:avLst/>
            <a:gdLst/>
            <a:ahLst/>
            <a:cxnLst/>
            <a:rect l="0" t="0" r="0" b="0"/>
            <a:pathLst>
              <a:path w="90903" h="389585">
                <a:moveTo>
                  <a:pt x="0" y="0"/>
                </a:moveTo>
                <a:lnTo>
                  <a:pt x="90903" y="389585"/>
                </a:lnTo>
              </a:path>
            </a:pathLst>
          </a:custGeom>
          <a:noFill/>
          <a:ln w="12383">
            <a:solidFill>
              <a:srgbClr val="2C7A86"/>
            </a:solidFill>
            <a:prstDash val="solid"/>
          </a:ln>
        </p:spPr>
      </p:sp>
      <p:sp>
        <p:nvSpPr>
          <p:cNvPr id="59" name="visual-59">
            <a:extLst>
              <a:ext uri="{FF2B5EF4-FFF2-40B4-BE49-F238E27FC236}">
                <a16:creationId xmlns:a16="http://schemas.microsoft.com/office/drawing/2014/main" id="{208FD410-88C5-465A-8362-3525A3A5209D}"/>
              </a:ext>
            </a:extLst>
          </p:cNvPr>
          <p:cNvSpPr>
            <a:spLocks noGrp="1"/>
          </p:cNvSpPr>
          <p:nvPr/>
        </p:nvSpPr>
        <p:spPr>
          <a:xfrm>
            <a:off x="8210550" y="3209925"/>
            <a:ext cx="16573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>
                <a:solidFill>
                  <a:srgbClr val="2C7A8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>
                <a:solidFill>
                  <a:srgbClr val="2C7A86"/>
                </a:solidFill>
                <a:latin typeface="Times New Roman"/>
                <a:ea typeface="Times New Roman"/>
                <a:cs typeface="Times New Roman"/>
              </a:rPr>
              <a:t>Other users</a:t>
            </a:r>
          </a:p>
        </p:txBody>
      </p:sp>
      <p:sp>
        <p:nvSpPr>
          <p:cNvPr id="60" name="visual-60">
            <a:extLst>
              <a:ext uri="{FF2B5EF4-FFF2-40B4-BE49-F238E27FC236}">
                <a16:creationId xmlns:a16="http://schemas.microsoft.com/office/drawing/2014/main" id="{5D7184FE-1BB2-4F25-B39B-35B05F717AF6}"/>
              </a:ext>
            </a:extLst>
          </p:cNvPr>
          <p:cNvSpPr>
            <a:spLocks noGrp="1"/>
          </p:cNvSpPr>
          <p:nvPr/>
        </p:nvSpPr>
        <p:spPr>
          <a:xfrm>
            <a:off x="8153400" y="914400"/>
            <a:ext cx="3667125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75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Different arrival directions</a:t>
            </a:r>
          </a:p>
        </p:txBody>
      </p:sp>
      <p:sp>
        <p:nvSpPr>
          <p:cNvPr id="61" name="visual-61">
            <a:extLst>
              <a:ext uri="{FF2B5EF4-FFF2-40B4-BE49-F238E27FC236}">
                <a16:creationId xmlns:a16="http://schemas.microsoft.com/office/drawing/2014/main" id="{F61009FB-A1BE-4E4B-8A80-490D3D1972BC}"/>
              </a:ext>
            </a:extLst>
          </p:cNvPr>
          <p:cNvSpPr>
            <a:spLocks noGrp="1"/>
          </p:cNvSpPr>
          <p:nvPr/>
        </p:nvSpPr>
        <p:spPr>
          <a:xfrm>
            <a:off x="8477250" y="3819525"/>
            <a:ext cx="400050" cy="400050"/>
          </a:xfrm>
          <a:prstGeom prst="ellipse">
            <a:avLst/>
          </a:prstGeom>
          <a:noFill/>
          <a:ln w="13335">
            <a:solidFill>
              <a:srgbClr val="CCD9E2"/>
            </a:solidFill>
            <a:prstDash val="solid"/>
          </a:ln>
        </p:spPr>
      </p:sp>
      <p:sp>
        <p:nvSpPr>
          <p:cNvPr id="62" name="path-62">
            <a:extLst>
              <a:ext uri="{FF2B5EF4-FFF2-40B4-BE49-F238E27FC236}">
                <a16:creationId xmlns:a16="http://schemas.microsoft.com/office/drawing/2014/main" id="{AD1A0E46-B7BA-4F43-B2E2-F9F98CFF64CE}"/>
              </a:ext>
            </a:extLst>
          </p:cNvPr>
          <p:cNvSpPr>
            <a:spLocks noGrp="1"/>
          </p:cNvSpPr>
          <p:nvPr/>
        </p:nvSpPr>
        <p:spPr>
          <a:xfrm>
            <a:off x="8677275" y="3982532"/>
            <a:ext cx="87556" cy="37018"/>
          </a:xfrm>
          <a:custGeom>
            <a:avLst/>
            <a:gdLst/>
            <a:ahLst/>
            <a:cxnLst/>
            <a:rect l="0" t="0" r="0" b="0"/>
            <a:pathLst>
              <a:path w="87556" h="37018">
                <a:moveTo>
                  <a:pt x="0" y="37018"/>
                </a:moveTo>
                <a:lnTo>
                  <a:pt x="87556" y="0"/>
                </a:lnTo>
              </a:path>
            </a:pathLst>
          </a:custGeom>
          <a:noFill/>
          <a:ln w="21908">
            <a:solidFill>
              <a:srgbClr val="246A96"/>
            </a:solidFill>
            <a:prstDash val="solid"/>
          </a:ln>
        </p:spPr>
      </p:sp>
      <p:sp>
        <p:nvSpPr>
          <p:cNvPr id="63" name="path-63">
            <a:extLst>
              <a:ext uri="{FF2B5EF4-FFF2-40B4-BE49-F238E27FC236}">
                <a16:creationId xmlns:a16="http://schemas.microsoft.com/office/drawing/2014/main" id="{FACF1B63-42C7-4056-9855-CDD2C2465A6A}"/>
              </a:ext>
            </a:extLst>
          </p:cNvPr>
          <p:cNvSpPr>
            <a:spLocks noGrp="1"/>
          </p:cNvSpPr>
          <p:nvPr/>
        </p:nvSpPr>
        <p:spPr>
          <a:xfrm>
            <a:off x="8738924" y="3958793"/>
            <a:ext cx="82054" cy="57748"/>
          </a:xfrm>
          <a:custGeom>
            <a:avLst/>
            <a:gdLst/>
            <a:ahLst/>
            <a:cxnLst/>
            <a:rect l="0" t="0" r="0" b="0"/>
            <a:pathLst>
              <a:path w="82054" h="57748">
                <a:moveTo>
                  <a:pt x="82054" y="0"/>
                </a:moveTo>
                <a:lnTo>
                  <a:pt x="23739" y="57748"/>
                </a:lnTo>
                <a:lnTo>
                  <a:pt x="0" y="1600"/>
                </a:lnTo>
                <a:close/>
              </a:path>
            </a:pathLst>
          </a:cu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64" name="visual-64">
            <a:extLst>
              <a:ext uri="{FF2B5EF4-FFF2-40B4-BE49-F238E27FC236}">
                <a16:creationId xmlns:a16="http://schemas.microsoft.com/office/drawing/2014/main" id="{04D66F4E-964F-4D7C-A92D-CFB71F1EB512}"/>
              </a:ext>
            </a:extLst>
          </p:cNvPr>
          <p:cNvSpPr>
            <a:spLocks noGrp="1"/>
          </p:cNvSpPr>
          <p:nvPr/>
        </p:nvSpPr>
        <p:spPr>
          <a:xfrm>
            <a:off x="9115425" y="3819525"/>
            <a:ext cx="400050" cy="400050"/>
          </a:xfrm>
          <a:prstGeom prst="ellipse">
            <a:avLst/>
          </a:prstGeom>
          <a:noFill/>
          <a:ln w="13335">
            <a:solidFill>
              <a:srgbClr val="CCD9E2"/>
            </a:solidFill>
            <a:prstDash val="solid"/>
          </a:ln>
        </p:spPr>
      </p:sp>
      <p:sp>
        <p:nvSpPr>
          <p:cNvPr id="65" name="path-65">
            <a:extLst>
              <a:ext uri="{FF2B5EF4-FFF2-40B4-BE49-F238E27FC236}">
                <a16:creationId xmlns:a16="http://schemas.microsoft.com/office/drawing/2014/main" id="{7CA60E80-C8D2-458D-B710-DCBE6035F57D}"/>
              </a:ext>
            </a:extLst>
          </p:cNvPr>
          <p:cNvSpPr>
            <a:spLocks noGrp="1"/>
          </p:cNvSpPr>
          <p:nvPr/>
        </p:nvSpPr>
        <p:spPr>
          <a:xfrm>
            <a:off x="9315450" y="3936624"/>
            <a:ext cx="46472" cy="82926"/>
          </a:xfrm>
          <a:custGeom>
            <a:avLst/>
            <a:gdLst/>
            <a:ahLst/>
            <a:cxnLst/>
            <a:rect l="0" t="0" r="0" b="0"/>
            <a:pathLst>
              <a:path w="46472" h="82926">
                <a:moveTo>
                  <a:pt x="0" y="82926"/>
                </a:moveTo>
                <a:lnTo>
                  <a:pt x="46472" y="0"/>
                </a:lnTo>
              </a:path>
            </a:pathLst>
          </a:custGeom>
          <a:noFill/>
          <a:ln w="21908">
            <a:solidFill>
              <a:srgbClr val="2C7A86"/>
            </a:solidFill>
            <a:prstDash val="solid"/>
          </a:ln>
        </p:spPr>
      </p:sp>
      <p:sp>
        <p:nvSpPr>
          <p:cNvPr id="66" name="path-66">
            <a:extLst>
              <a:ext uri="{FF2B5EF4-FFF2-40B4-BE49-F238E27FC236}">
                <a16:creationId xmlns:a16="http://schemas.microsoft.com/office/drawing/2014/main" id="{FC882C76-4F0D-4907-B67B-D0946FCFC713}"/>
              </a:ext>
            </a:extLst>
          </p:cNvPr>
          <p:cNvSpPr>
            <a:spLocks noGrp="1"/>
          </p:cNvSpPr>
          <p:nvPr/>
        </p:nvSpPr>
        <p:spPr>
          <a:xfrm>
            <a:off x="9327882" y="3883446"/>
            <a:ext cx="63841" cy="81374"/>
          </a:xfrm>
          <a:custGeom>
            <a:avLst/>
            <a:gdLst/>
            <a:ahLst/>
            <a:cxnLst/>
            <a:rect l="0" t="0" r="0" b="0"/>
            <a:pathLst>
              <a:path w="63841" h="81374">
                <a:moveTo>
                  <a:pt x="63841" y="0"/>
                </a:moveTo>
                <a:lnTo>
                  <a:pt x="53179" y="81374"/>
                </a:lnTo>
                <a:lnTo>
                  <a:pt x="0" y="51573"/>
                </a:lnTo>
                <a:close/>
              </a:path>
            </a:pathLst>
          </a:custGeom>
          <a:solidFill>
            <a:srgbClr val="2C7A86"/>
          </a:solidFill>
          <a:ln w="0">
            <a:noFill/>
            <a:prstDash val="solid"/>
          </a:ln>
        </p:spPr>
      </p:sp>
      <p:sp>
        <p:nvSpPr>
          <p:cNvPr id="67" name="visual-67">
            <a:extLst>
              <a:ext uri="{FF2B5EF4-FFF2-40B4-BE49-F238E27FC236}">
                <a16:creationId xmlns:a16="http://schemas.microsoft.com/office/drawing/2014/main" id="{EE7D47DB-64B1-4EB1-9AE9-C089B9BE5789}"/>
              </a:ext>
            </a:extLst>
          </p:cNvPr>
          <p:cNvSpPr>
            <a:spLocks noGrp="1"/>
          </p:cNvSpPr>
          <p:nvPr/>
        </p:nvSpPr>
        <p:spPr>
          <a:xfrm>
            <a:off x="9753600" y="3819525"/>
            <a:ext cx="400050" cy="400050"/>
          </a:xfrm>
          <a:prstGeom prst="ellipse">
            <a:avLst/>
          </a:prstGeom>
          <a:noFill/>
          <a:ln w="13335">
            <a:solidFill>
              <a:srgbClr val="CCD9E2"/>
            </a:solidFill>
            <a:prstDash val="solid"/>
          </a:ln>
        </p:spPr>
      </p:sp>
      <p:sp>
        <p:nvSpPr>
          <p:cNvPr id="68" name="path-68">
            <a:extLst>
              <a:ext uri="{FF2B5EF4-FFF2-40B4-BE49-F238E27FC236}">
                <a16:creationId xmlns:a16="http://schemas.microsoft.com/office/drawing/2014/main" id="{8958645B-B059-41A6-9412-45C22953AD9C}"/>
              </a:ext>
            </a:extLst>
          </p:cNvPr>
          <p:cNvSpPr>
            <a:spLocks noGrp="1"/>
          </p:cNvSpPr>
          <p:nvPr/>
        </p:nvSpPr>
        <p:spPr>
          <a:xfrm>
            <a:off x="9939494" y="3925547"/>
            <a:ext cx="14131" cy="94003"/>
          </a:xfrm>
          <a:custGeom>
            <a:avLst/>
            <a:gdLst/>
            <a:ahLst/>
            <a:cxnLst/>
            <a:rect l="0" t="0" r="0" b="0"/>
            <a:pathLst>
              <a:path w="14131" h="94003">
                <a:moveTo>
                  <a:pt x="14131" y="94003"/>
                </a:moveTo>
                <a:lnTo>
                  <a:pt x="0" y="0"/>
                </a:lnTo>
              </a:path>
            </a:pathLst>
          </a:custGeom>
          <a:noFill/>
          <a:ln w="21908">
            <a:solidFill>
              <a:srgbClr val="246A96"/>
            </a:solidFill>
            <a:prstDash val="solid"/>
          </a:ln>
        </p:spPr>
      </p:sp>
      <p:sp>
        <p:nvSpPr>
          <p:cNvPr id="69" name="path-69">
            <a:extLst>
              <a:ext uri="{FF2B5EF4-FFF2-40B4-BE49-F238E27FC236}">
                <a16:creationId xmlns:a16="http://schemas.microsoft.com/office/drawing/2014/main" id="{08533115-33D5-4E6E-A890-502CEB0BE5D4}"/>
              </a:ext>
            </a:extLst>
          </p:cNvPr>
          <p:cNvSpPr>
            <a:spLocks noGrp="1"/>
          </p:cNvSpPr>
          <p:nvPr/>
        </p:nvSpPr>
        <p:spPr>
          <a:xfrm>
            <a:off x="9911618" y="3865264"/>
            <a:ext cx="60283" cy="79884"/>
          </a:xfrm>
          <a:custGeom>
            <a:avLst/>
            <a:gdLst/>
            <a:ahLst/>
            <a:cxnLst/>
            <a:rect l="0" t="0" r="0" b="0"/>
            <a:pathLst>
              <a:path w="60283" h="79884">
                <a:moveTo>
                  <a:pt x="18814" y="0"/>
                </a:moveTo>
                <a:lnTo>
                  <a:pt x="60283" y="70823"/>
                </a:lnTo>
                <a:lnTo>
                  <a:pt x="0" y="79884"/>
                </a:lnTo>
                <a:close/>
              </a:path>
            </a:pathLst>
          </a:cu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70" name="visual-70">
            <a:extLst>
              <a:ext uri="{FF2B5EF4-FFF2-40B4-BE49-F238E27FC236}">
                <a16:creationId xmlns:a16="http://schemas.microsoft.com/office/drawing/2014/main" id="{6544CA20-3BD0-40AE-B04D-4F955DF60E05}"/>
              </a:ext>
            </a:extLst>
          </p:cNvPr>
          <p:cNvSpPr>
            <a:spLocks noGrp="1"/>
          </p:cNvSpPr>
          <p:nvPr/>
        </p:nvSpPr>
        <p:spPr>
          <a:xfrm>
            <a:off x="10391775" y="3819525"/>
            <a:ext cx="400050" cy="400050"/>
          </a:xfrm>
          <a:prstGeom prst="ellipse">
            <a:avLst/>
          </a:prstGeom>
          <a:noFill/>
          <a:ln w="13335">
            <a:solidFill>
              <a:srgbClr val="CCD9E2"/>
            </a:solidFill>
            <a:prstDash val="solid"/>
          </a:ln>
        </p:spPr>
      </p:sp>
      <p:sp>
        <p:nvSpPr>
          <p:cNvPr id="71" name="path-71">
            <a:extLst>
              <a:ext uri="{FF2B5EF4-FFF2-40B4-BE49-F238E27FC236}">
                <a16:creationId xmlns:a16="http://schemas.microsoft.com/office/drawing/2014/main" id="{450B1B87-2F00-4848-99BD-262FFEC0B560}"/>
              </a:ext>
            </a:extLst>
          </p:cNvPr>
          <p:cNvSpPr>
            <a:spLocks noGrp="1"/>
          </p:cNvSpPr>
          <p:nvPr/>
        </p:nvSpPr>
        <p:spPr>
          <a:xfrm>
            <a:off x="10523002" y="3953952"/>
            <a:ext cx="68798" cy="65598"/>
          </a:xfrm>
          <a:custGeom>
            <a:avLst/>
            <a:gdLst/>
            <a:ahLst/>
            <a:cxnLst/>
            <a:rect l="0" t="0" r="0" b="0"/>
            <a:pathLst>
              <a:path w="68798" h="65598">
                <a:moveTo>
                  <a:pt x="68798" y="65598"/>
                </a:moveTo>
                <a:lnTo>
                  <a:pt x="0" y="0"/>
                </a:lnTo>
              </a:path>
            </a:pathLst>
          </a:custGeom>
          <a:noFill/>
          <a:ln w="21908">
            <a:solidFill>
              <a:srgbClr val="2C7A86"/>
            </a:solidFill>
            <a:prstDash val="solid"/>
          </a:ln>
        </p:spPr>
      </p:sp>
      <p:sp>
        <p:nvSpPr>
          <p:cNvPr id="72" name="path-72">
            <a:extLst>
              <a:ext uri="{FF2B5EF4-FFF2-40B4-BE49-F238E27FC236}">
                <a16:creationId xmlns:a16="http://schemas.microsoft.com/office/drawing/2014/main" id="{1430B517-0A26-4F3F-9D00-CC4B20A4F1AD}"/>
              </a:ext>
            </a:extLst>
          </p:cNvPr>
          <p:cNvSpPr>
            <a:spLocks noGrp="1"/>
          </p:cNvSpPr>
          <p:nvPr/>
        </p:nvSpPr>
        <p:spPr>
          <a:xfrm>
            <a:off x="10478883" y="3911885"/>
            <a:ext cx="76182" cy="74643"/>
          </a:xfrm>
          <a:custGeom>
            <a:avLst/>
            <a:gdLst/>
            <a:ahLst/>
            <a:cxnLst/>
            <a:rect l="0" t="0" r="0" b="0"/>
            <a:pathLst>
              <a:path w="76182" h="74643">
                <a:moveTo>
                  <a:pt x="0" y="0"/>
                </a:moveTo>
                <a:lnTo>
                  <a:pt x="76182" y="30524"/>
                </a:lnTo>
                <a:lnTo>
                  <a:pt x="34115" y="74643"/>
                </a:lnTo>
                <a:close/>
              </a:path>
            </a:pathLst>
          </a:custGeom>
          <a:solidFill>
            <a:srgbClr val="2C7A86"/>
          </a:solidFill>
          <a:ln w="0">
            <a:noFill/>
            <a:prstDash val="solid"/>
          </a:ln>
        </p:spPr>
      </p:sp>
      <p:sp>
        <p:nvSpPr>
          <p:cNvPr id="73" name="visual-73">
            <a:extLst>
              <a:ext uri="{FF2B5EF4-FFF2-40B4-BE49-F238E27FC236}">
                <a16:creationId xmlns:a16="http://schemas.microsoft.com/office/drawing/2014/main" id="{57BE7D28-3270-4D9F-883E-975AB69B92B0}"/>
              </a:ext>
            </a:extLst>
          </p:cNvPr>
          <p:cNvSpPr>
            <a:spLocks noGrp="1"/>
          </p:cNvSpPr>
          <p:nvPr/>
        </p:nvSpPr>
        <p:spPr>
          <a:xfrm>
            <a:off x="8086725" y="4362450"/>
            <a:ext cx="37909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0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Phase across the aperture</a:t>
            </a:r>
          </a:p>
        </p:txBody>
      </p:sp>
      <p:sp>
        <p:nvSpPr>
          <p:cNvPr id="74" name="path-74">
            <a:extLst>
              <a:ext uri="{FF2B5EF4-FFF2-40B4-BE49-F238E27FC236}">
                <a16:creationId xmlns:a16="http://schemas.microsoft.com/office/drawing/2014/main" id="{52A1F9D4-D183-45FA-9904-91F24DA32A01}"/>
              </a:ext>
            </a:extLst>
          </p:cNvPr>
          <p:cNvSpPr>
            <a:spLocks noGrp="1"/>
          </p:cNvSpPr>
          <p:nvPr/>
        </p:nvSpPr>
        <p:spPr>
          <a:xfrm>
            <a:off x="11049000" y="2343150"/>
            <a:ext cx="718185" cy="953"/>
          </a:xfrm>
          <a:custGeom>
            <a:avLst/>
            <a:gdLst/>
            <a:ahLst/>
            <a:cxnLst/>
            <a:rect l="0" t="0" r="0" b="0"/>
            <a:pathLst>
              <a:path w="718185" h="953">
                <a:moveTo>
                  <a:pt x="0" y="0"/>
                </a:moveTo>
                <a:lnTo>
                  <a:pt x="718185" y="0"/>
                </a:lnTo>
              </a:path>
            </a:pathLst>
          </a:custGeom>
          <a:noFill/>
          <a:ln w="26670">
            <a:solidFill>
              <a:srgbClr val="246A96"/>
            </a:solidFill>
            <a:prstDash val="solid"/>
          </a:ln>
        </p:spPr>
      </p:sp>
      <p:sp>
        <p:nvSpPr>
          <p:cNvPr id="75" name="path-75">
            <a:extLst>
              <a:ext uri="{FF2B5EF4-FFF2-40B4-BE49-F238E27FC236}">
                <a16:creationId xmlns:a16="http://schemas.microsoft.com/office/drawing/2014/main" id="{6161D488-D9A2-4CEC-B354-93843E5C48C9}"/>
              </a:ext>
            </a:extLst>
          </p:cNvPr>
          <p:cNvSpPr>
            <a:spLocks noGrp="1"/>
          </p:cNvSpPr>
          <p:nvPr/>
        </p:nvSpPr>
        <p:spPr>
          <a:xfrm>
            <a:off x="11744325" y="2297430"/>
            <a:ext cx="114300" cy="91440"/>
          </a:xfrm>
          <a:custGeom>
            <a:avLst/>
            <a:gdLst/>
            <a:ahLst/>
            <a:cxnLst/>
            <a:rect l="0" t="0" r="0" b="0"/>
            <a:pathLst>
              <a:path w="114300" h="91440">
                <a:moveTo>
                  <a:pt x="114300" y="45720"/>
                </a:moveTo>
                <a:lnTo>
                  <a:pt x="0" y="91440"/>
                </a:lnTo>
                <a:lnTo>
                  <a:pt x="0" y="0"/>
                </a:lnTo>
                <a:close/>
              </a:path>
            </a:pathLst>
          </a:cu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76" name="visual-76">
            <a:extLst>
              <a:ext uri="{FF2B5EF4-FFF2-40B4-BE49-F238E27FC236}">
                <a16:creationId xmlns:a16="http://schemas.microsoft.com/office/drawing/2014/main" id="{5451EBEC-6341-47D6-8CC8-BD8F79EAD4AC}"/>
              </a:ext>
            </a:extLst>
          </p:cNvPr>
          <p:cNvSpPr>
            <a:spLocks noGrp="1"/>
          </p:cNvSpPr>
          <p:nvPr/>
        </p:nvSpPr>
        <p:spPr>
          <a:xfrm>
            <a:off x="11868150" y="2114550"/>
            <a:ext cx="457200" cy="457200"/>
          </a:xfrm>
          <a:prstGeom prst="ellipse">
            <a:avLst/>
          </a:prstGeom>
          <a:solidFill>
            <a:srgbClr val="FFFFFF"/>
          </a:solidFill>
          <a:ln w="17145">
            <a:solidFill>
              <a:srgbClr val="56788E"/>
            </a:solidFill>
            <a:prstDash val="solid"/>
          </a:ln>
        </p:spPr>
      </p:sp>
      <p:sp>
        <p:nvSpPr>
          <p:cNvPr id="77" name="visual-77">
            <a:extLst>
              <a:ext uri="{FF2B5EF4-FFF2-40B4-BE49-F238E27FC236}">
                <a16:creationId xmlns:a16="http://schemas.microsoft.com/office/drawing/2014/main" id="{4A37437F-CBBC-410F-B536-964133AF3C6A}"/>
              </a:ext>
            </a:extLst>
          </p:cNvPr>
          <p:cNvSpPr>
            <a:spLocks noGrp="1"/>
          </p:cNvSpPr>
          <p:nvPr/>
        </p:nvSpPr>
        <p:spPr>
          <a:xfrm>
            <a:off x="11944350" y="2133600"/>
            <a:ext cx="304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550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+</a:t>
            </a:r>
          </a:p>
        </p:txBody>
      </p:sp>
      <p:sp>
        <p:nvSpPr>
          <p:cNvPr id="78" name="path-78">
            <a:extLst>
              <a:ext uri="{FF2B5EF4-FFF2-40B4-BE49-F238E27FC236}">
                <a16:creationId xmlns:a16="http://schemas.microsoft.com/office/drawing/2014/main" id="{5BFE7C34-3A06-456C-AB04-A8A6718DAA74}"/>
              </a:ext>
            </a:extLst>
          </p:cNvPr>
          <p:cNvSpPr>
            <a:spLocks noGrp="1"/>
          </p:cNvSpPr>
          <p:nvPr/>
        </p:nvSpPr>
        <p:spPr>
          <a:xfrm>
            <a:off x="12325350" y="2343150"/>
            <a:ext cx="140970" cy="953"/>
          </a:xfrm>
          <a:custGeom>
            <a:avLst/>
            <a:gdLst/>
            <a:ahLst/>
            <a:cxnLst/>
            <a:rect l="0" t="0" r="0" b="0"/>
            <a:pathLst>
              <a:path w="140970" h="953">
                <a:moveTo>
                  <a:pt x="0" y="0"/>
                </a:moveTo>
                <a:lnTo>
                  <a:pt x="140970" y="0"/>
                </a:lnTo>
              </a:path>
            </a:pathLst>
          </a:custGeom>
          <a:noFill/>
          <a:ln w="23813">
            <a:solidFill>
              <a:srgbClr val="246A96"/>
            </a:solidFill>
            <a:prstDash val="solid"/>
          </a:ln>
        </p:spPr>
      </p:sp>
      <p:sp>
        <p:nvSpPr>
          <p:cNvPr id="79" name="path-79">
            <a:extLst>
              <a:ext uri="{FF2B5EF4-FFF2-40B4-BE49-F238E27FC236}">
                <a16:creationId xmlns:a16="http://schemas.microsoft.com/office/drawing/2014/main" id="{53F54ADC-3D8C-4741-A7B4-21CE64F2BC8C}"/>
              </a:ext>
            </a:extLst>
          </p:cNvPr>
          <p:cNvSpPr>
            <a:spLocks noGrp="1"/>
          </p:cNvSpPr>
          <p:nvPr/>
        </p:nvSpPr>
        <p:spPr>
          <a:xfrm>
            <a:off x="12449175" y="2308860"/>
            <a:ext cx="85725" cy="68580"/>
          </a:xfrm>
          <a:custGeom>
            <a:avLst/>
            <a:gdLst/>
            <a:ahLst/>
            <a:cxnLst/>
            <a:rect l="0" t="0" r="0" b="0"/>
            <a:pathLst>
              <a:path w="85725" h="68580">
                <a:moveTo>
                  <a:pt x="85725" y="34290"/>
                </a:moveTo>
                <a:lnTo>
                  <a:pt x="0" y="68580"/>
                </a:lnTo>
                <a:lnTo>
                  <a:pt x="0" y="0"/>
                </a:lnTo>
                <a:close/>
              </a:path>
            </a:pathLst>
          </a:cu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80" name="path-80">
            <a:extLst>
              <a:ext uri="{FF2B5EF4-FFF2-40B4-BE49-F238E27FC236}">
                <a16:creationId xmlns:a16="http://schemas.microsoft.com/office/drawing/2014/main" id="{6FC79FDF-453D-4F0F-98B3-741631308A08}"/>
              </a:ext>
            </a:extLst>
          </p:cNvPr>
          <p:cNvSpPr>
            <a:spLocks noGrp="1"/>
          </p:cNvSpPr>
          <p:nvPr/>
        </p:nvSpPr>
        <p:spPr>
          <a:xfrm>
            <a:off x="12582525" y="1314450"/>
            <a:ext cx="1228725" cy="2038350"/>
          </a:xfrm>
          <a:custGeom>
            <a:avLst/>
            <a:gdLst/>
            <a:ahLst/>
            <a:cxnLst/>
            <a:rect l="0" t="0" r="0" b="0"/>
            <a:pathLst>
              <a:path w="1228725" h="2038350">
                <a:moveTo>
                  <a:pt x="0" y="219075"/>
                </a:moveTo>
                <a:lnTo>
                  <a:pt x="1228725" y="0"/>
                </a:lnTo>
                <a:lnTo>
                  <a:pt x="1228725" y="1819275"/>
                </a:lnTo>
                <a:lnTo>
                  <a:pt x="0" y="2038350"/>
                </a:lnTo>
                <a:close/>
              </a:path>
            </a:pathLst>
          </a:custGeom>
          <a:solidFill>
            <a:srgbClr val="EDF4F8"/>
          </a:solidFill>
          <a:ln w="15240">
            <a:solidFill>
              <a:srgbClr val="56788E"/>
            </a:solidFill>
            <a:prstDash val="solid"/>
          </a:ln>
        </p:spPr>
      </p:sp>
      <p:sp>
        <p:nvSpPr>
          <p:cNvPr id="81" name="path-81">
            <a:extLst>
              <a:ext uri="{FF2B5EF4-FFF2-40B4-BE49-F238E27FC236}">
                <a16:creationId xmlns:a16="http://schemas.microsoft.com/office/drawing/2014/main" id="{746EB931-0D01-4D0A-8DAF-33197C991231}"/>
              </a:ext>
            </a:extLst>
          </p:cNvPr>
          <p:cNvSpPr>
            <a:spLocks noGrp="1"/>
          </p:cNvSpPr>
          <p:nvPr/>
        </p:nvSpPr>
        <p:spPr>
          <a:xfrm>
            <a:off x="12677775" y="1625346"/>
            <a:ext cx="171450" cy="203454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477A9A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82" name="path-82">
            <a:extLst>
              <a:ext uri="{FF2B5EF4-FFF2-40B4-BE49-F238E27FC236}">
                <a16:creationId xmlns:a16="http://schemas.microsoft.com/office/drawing/2014/main" id="{9502D6B1-B7BF-4945-A89A-E74A8CE4EC62}"/>
              </a:ext>
            </a:extLst>
          </p:cNvPr>
          <p:cNvSpPr>
            <a:spLocks noGrp="1"/>
          </p:cNvSpPr>
          <p:nvPr/>
        </p:nvSpPr>
        <p:spPr>
          <a:xfrm>
            <a:off x="12896850" y="1585341"/>
            <a:ext cx="171450" cy="203454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9CB9CB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83" name="path-83">
            <a:extLst>
              <a:ext uri="{FF2B5EF4-FFF2-40B4-BE49-F238E27FC236}">
                <a16:creationId xmlns:a16="http://schemas.microsoft.com/office/drawing/2014/main" id="{3EEA4275-C30A-4A65-BE47-6CD3B523E85B}"/>
              </a:ext>
            </a:extLst>
          </p:cNvPr>
          <p:cNvSpPr>
            <a:spLocks noGrp="1"/>
          </p:cNvSpPr>
          <p:nvPr/>
        </p:nvSpPr>
        <p:spPr>
          <a:xfrm>
            <a:off x="13115925" y="1545336"/>
            <a:ext cx="171450" cy="203454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CDDD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84" name="path-84">
            <a:extLst>
              <a:ext uri="{FF2B5EF4-FFF2-40B4-BE49-F238E27FC236}">
                <a16:creationId xmlns:a16="http://schemas.microsoft.com/office/drawing/2014/main" id="{DA9AE50B-6AFB-442C-A14F-76A154BE1D90}"/>
              </a:ext>
            </a:extLst>
          </p:cNvPr>
          <p:cNvSpPr>
            <a:spLocks noGrp="1"/>
          </p:cNvSpPr>
          <p:nvPr/>
        </p:nvSpPr>
        <p:spPr>
          <a:xfrm>
            <a:off x="13335000" y="1505331"/>
            <a:ext cx="171450" cy="203454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D1E0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85" name="path-85">
            <a:extLst>
              <a:ext uri="{FF2B5EF4-FFF2-40B4-BE49-F238E27FC236}">
                <a16:creationId xmlns:a16="http://schemas.microsoft.com/office/drawing/2014/main" id="{D9ECCD78-0AE6-4170-84A4-74241C63CF0D}"/>
              </a:ext>
            </a:extLst>
          </p:cNvPr>
          <p:cNvSpPr>
            <a:spLocks noGrp="1"/>
          </p:cNvSpPr>
          <p:nvPr/>
        </p:nvSpPr>
        <p:spPr>
          <a:xfrm>
            <a:off x="13554075" y="1465326"/>
            <a:ext cx="171450" cy="203454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C9DAE4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86" name="path-86">
            <a:extLst>
              <a:ext uri="{FF2B5EF4-FFF2-40B4-BE49-F238E27FC236}">
                <a16:creationId xmlns:a16="http://schemas.microsoft.com/office/drawing/2014/main" id="{3A02A714-E2FB-4144-A56A-E6DA8FA859AC}"/>
              </a:ext>
            </a:extLst>
          </p:cNvPr>
          <p:cNvSpPr>
            <a:spLocks noGrp="1"/>
          </p:cNvSpPr>
          <p:nvPr/>
        </p:nvSpPr>
        <p:spPr>
          <a:xfrm>
            <a:off x="12677775" y="1844421"/>
            <a:ext cx="171450" cy="203454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7BA0B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87" name="path-87">
            <a:extLst>
              <a:ext uri="{FF2B5EF4-FFF2-40B4-BE49-F238E27FC236}">
                <a16:creationId xmlns:a16="http://schemas.microsoft.com/office/drawing/2014/main" id="{5B450D8C-EB82-420A-BD91-69BC2017C349}"/>
              </a:ext>
            </a:extLst>
          </p:cNvPr>
          <p:cNvSpPr>
            <a:spLocks noGrp="1"/>
          </p:cNvSpPr>
          <p:nvPr/>
        </p:nvSpPr>
        <p:spPr>
          <a:xfrm>
            <a:off x="12896850" y="1804416"/>
            <a:ext cx="171450" cy="203454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C3D5E0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88" name="path-88">
            <a:extLst>
              <a:ext uri="{FF2B5EF4-FFF2-40B4-BE49-F238E27FC236}">
                <a16:creationId xmlns:a16="http://schemas.microsoft.com/office/drawing/2014/main" id="{CD073AD3-88C3-4E66-BCA6-AABB718B19B8}"/>
              </a:ext>
            </a:extLst>
          </p:cNvPr>
          <p:cNvSpPr>
            <a:spLocks noGrp="1"/>
          </p:cNvSpPr>
          <p:nvPr/>
        </p:nvSpPr>
        <p:spPr>
          <a:xfrm>
            <a:off x="13115925" y="1764411"/>
            <a:ext cx="171450" cy="203454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D1E0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89" name="path-89">
            <a:extLst>
              <a:ext uri="{FF2B5EF4-FFF2-40B4-BE49-F238E27FC236}">
                <a16:creationId xmlns:a16="http://schemas.microsoft.com/office/drawing/2014/main" id="{738DE1D0-A274-45E3-87E4-4B0A97B0D140}"/>
              </a:ext>
            </a:extLst>
          </p:cNvPr>
          <p:cNvSpPr>
            <a:spLocks noGrp="1"/>
          </p:cNvSpPr>
          <p:nvPr/>
        </p:nvSpPr>
        <p:spPr>
          <a:xfrm>
            <a:off x="13335000" y="1724406"/>
            <a:ext cx="171450" cy="203454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D0DEE7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90" name="path-90">
            <a:extLst>
              <a:ext uri="{FF2B5EF4-FFF2-40B4-BE49-F238E27FC236}">
                <a16:creationId xmlns:a16="http://schemas.microsoft.com/office/drawing/2014/main" id="{5D961FF2-23E4-470C-A18A-7BE2D12CF3F6}"/>
              </a:ext>
            </a:extLst>
          </p:cNvPr>
          <p:cNvSpPr>
            <a:spLocks noGrp="1"/>
          </p:cNvSpPr>
          <p:nvPr/>
        </p:nvSpPr>
        <p:spPr>
          <a:xfrm>
            <a:off x="13554075" y="1684401"/>
            <a:ext cx="171450" cy="203454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AAC3D2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91" name="path-91">
            <a:extLst>
              <a:ext uri="{FF2B5EF4-FFF2-40B4-BE49-F238E27FC236}">
                <a16:creationId xmlns:a16="http://schemas.microsoft.com/office/drawing/2014/main" id="{FC627C1D-8266-4AE7-8B38-13048BC97452}"/>
              </a:ext>
            </a:extLst>
          </p:cNvPr>
          <p:cNvSpPr>
            <a:spLocks noGrp="1"/>
          </p:cNvSpPr>
          <p:nvPr/>
        </p:nvSpPr>
        <p:spPr>
          <a:xfrm>
            <a:off x="12677775" y="2063496"/>
            <a:ext cx="171450" cy="203454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AFC7D5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92" name="path-92">
            <a:extLst>
              <a:ext uri="{FF2B5EF4-FFF2-40B4-BE49-F238E27FC236}">
                <a16:creationId xmlns:a16="http://schemas.microsoft.com/office/drawing/2014/main" id="{345885DA-64B1-46F7-9BE1-7AFAADD64BCE}"/>
              </a:ext>
            </a:extLst>
          </p:cNvPr>
          <p:cNvSpPr>
            <a:spLocks noGrp="1"/>
          </p:cNvSpPr>
          <p:nvPr/>
        </p:nvSpPr>
        <p:spPr>
          <a:xfrm>
            <a:off x="12896850" y="2023491"/>
            <a:ext cx="171450" cy="203454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D0DF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93" name="path-93">
            <a:extLst>
              <a:ext uri="{FF2B5EF4-FFF2-40B4-BE49-F238E27FC236}">
                <a16:creationId xmlns:a16="http://schemas.microsoft.com/office/drawing/2014/main" id="{5E9ACD0A-6DBB-4C48-A57E-9025A6F03897}"/>
              </a:ext>
            </a:extLst>
          </p:cNvPr>
          <p:cNvSpPr>
            <a:spLocks noGrp="1"/>
          </p:cNvSpPr>
          <p:nvPr/>
        </p:nvSpPr>
        <p:spPr>
          <a:xfrm>
            <a:off x="13115925" y="1983486"/>
            <a:ext cx="171450" cy="203454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D1E0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94" name="path-94">
            <a:extLst>
              <a:ext uri="{FF2B5EF4-FFF2-40B4-BE49-F238E27FC236}">
                <a16:creationId xmlns:a16="http://schemas.microsoft.com/office/drawing/2014/main" id="{419DB81A-42E8-42A5-B5AE-DED5CF9E0E47}"/>
              </a:ext>
            </a:extLst>
          </p:cNvPr>
          <p:cNvSpPr>
            <a:spLocks noGrp="1"/>
          </p:cNvSpPr>
          <p:nvPr/>
        </p:nvSpPr>
        <p:spPr>
          <a:xfrm>
            <a:off x="13335000" y="1943481"/>
            <a:ext cx="171450" cy="203454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C0D3DF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95" name="path-95">
            <a:extLst>
              <a:ext uri="{FF2B5EF4-FFF2-40B4-BE49-F238E27FC236}">
                <a16:creationId xmlns:a16="http://schemas.microsoft.com/office/drawing/2014/main" id="{948D61E1-435C-4475-8B89-59ED918C1D13}"/>
              </a:ext>
            </a:extLst>
          </p:cNvPr>
          <p:cNvSpPr>
            <a:spLocks noGrp="1"/>
          </p:cNvSpPr>
          <p:nvPr/>
        </p:nvSpPr>
        <p:spPr>
          <a:xfrm>
            <a:off x="13554075" y="1903476"/>
            <a:ext cx="171450" cy="203454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749BB4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96" name="path-96">
            <a:extLst>
              <a:ext uri="{FF2B5EF4-FFF2-40B4-BE49-F238E27FC236}">
                <a16:creationId xmlns:a16="http://schemas.microsoft.com/office/drawing/2014/main" id="{800048C7-774C-4FDC-B6F9-549CFF0581BE}"/>
              </a:ext>
            </a:extLst>
          </p:cNvPr>
          <p:cNvSpPr>
            <a:spLocks noGrp="1"/>
          </p:cNvSpPr>
          <p:nvPr/>
        </p:nvSpPr>
        <p:spPr>
          <a:xfrm>
            <a:off x="12677775" y="2282571"/>
            <a:ext cx="171450" cy="203454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CBDBE5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97" name="path-97">
            <a:extLst>
              <a:ext uri="{FF2B5EF4-FFF2-40B4-BE49-F238E27FC236}">
                <a16:creationId xmlns:a16="http://schemas.microsoft.com/office/drawing/2014/main" id="{02401FCB-2AC3-4C1A-BE9B-8E1038029CC4}"/>
              </a:ext>
            </a:extLst>
          </p:cNvPr>
          <p:cNvSpPr>
            <a:spLocks noGrp="1"/>
          </p:cNvSpPr>
          <p:nvPr/>
        </p:nvSpPr>
        <p:spPr>
          <a:xfrm>
            <a:off x="12896850" y="2242566"/>
            <a:ext cx="171450" cy="203454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D1E0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98" name="path-98">
            <a:extLst>
              <a:ext uri="{FF2B5EF4-FFF2-40B4-BE49-F238E27FC236}">
                <a16:creationId xmlns:a16="http://schemas.microsoft.com/office/drawing/2014/main" id="{94CFBED2-3098-48D4-AC6B-075FC6A26B90}"/>
              </a:ext>
            </a:extLst>
          </p:cNvPr>
          <p:cNvSpPr>
            <a:spLocks noGrp="1"/>
          </p:cNvSpPr>
          <p:nvPr/>
        </p:nvSpPr>
        <p:spPr>
          <a:xfrm>
            <a:off x="13115925" y="2202561"/>
            <a:ext cx="171450" cy="203454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CCDCE5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99" name="path-99">
            <a:extLst>
              <a:ext uri="{FF2B5EF4-FFF2-40B4-BE49-F238E27FC236}">
                <a16:creationId xmlns:a16="http://schemas.microsoft.com/office/drawing/2014/main" id="{ED54EEE5-0B3B-48A7-AE4E-24E3F5CC2225}"/>
              </a:ext>
            </a:extLst>
          </p:cNvPr>
          <p:cNvSpPr>
            <a:spLocks noGrp="1"/>
          </p:cNvSpPr>
          <p:nvPr/>
        </p:nvSpPr>
        <p:spPr>
          <a:xfrm>
            <a:off x="13335000" y="2162556"/>
            <a:ext cx="171450" cy="203454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96B4C7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00" name="path-100">
            <a:extLst>
              <a:ext uri="{FF2B5EF4-FFF2-40B4-BE49-F238E27FC236}">
                <a16:creationId xmlns:a16="http://schemas.microsoft.com/office/drawing/2014/main" id="{69E256FA-7C54-420F-BC12-9162C0E11471}"/>
              </a:ext>
            </a:extLst>
          </p:cNvPr>
          <p:cNvSpPr>
            <a:spLocks noGrp="1"/>
          </p:cNvSpPr>
          <p:nvPr/>
        </p:nvSpPr>
        <p:spPr>
          <a:xfrm>
            <a:off x="13554075" y="2122551"/>
            <a:ext cx="171450" cy="203454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42769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01" name="path-101">
            <a:extLst>
              <a:ext uri="{FF2B5EF4-FFF2-40B4-BE49-F238E27FC236}">
                <a16:creationId xmlns:a16="http://schemas.microsoft.com/office/drawing/2014/main" id="{F27F3B64-11E0-4D25-89D9-C88D2C6BA607}"/>
              </a:ext>
            </a:extLst>
          </p:cNvPr>
          <p:cNvSpPr>
            <a:spLocks noGrp="1"/>
          </p:cNvSpPr>
          <p:nvPr/>
        </p:nvSpPr>
        <p:spPr>
          <a:xfrm>
            <a:off x="12677775" y="2501646"/>
            <a:ext cx="171450" cy="203454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D1DF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02" name="path-102">
            <a:extLst>
              <a:ext uri="{FF2B5EF4-FFF2-40B4-BE49-F238E27FC236}">
                <a16:creationId xmlns:a16="http://schemas.microsoft.com/office/drawing/2014/main" id="{BBE4F9BA-7320-4D70-966F-3839D1EADC5A}"/>
              </a:ext>
            </a:extLst>
          </p:cNvPr>
          <p:cNvSpPr>
            <a:spLocks noGrp="1"/>
          </p:cNvSpPr>
          <p:nvPr/>
        </p:nvSpPr>
        <p:spPr>
          <a:xfrm>
            <a:off x="12896850" y="2461641"/>
            <a:ext cx="171450" cy="203454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D0DF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03" name="path-103">
            <a:extLst>
              <a:ext uri="{FF2B5EF4-FFF2-40B4-BE49-F238E27FC236}">
                <a16:creationId xmlns:a16="http://schemas.microsoft.com/office/drawing/2014/main" id="{8216287A-2CD4-408F-8F11-BBE12CFE8BD2}"/>
              </a:ext>
            </a:extLst>
          </p:cNvPr>
          <p:cNvSpPr>
            <a:spLocks noGrp="1"/>
          </p:cNvSpPr>
          <p:nvPr/>
        </p:nvSpPr>
        <p:spPr>
          <a:xfrm>
            <a:off x="13115925" y="2421636"/>
            <a:ext cx="171450" cy="203454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B2C9D7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04" name="path-104">
            <a:extLst>
              <a:ext uri="{FF2B5EF4-FFF2-40B4-BE49-F238E27FC236}">
                <a16:creationId xmlns:a16="http://schemas.microsoft.com/office/drawing/2014/main" id="{21140A01-858C-474E-A987-91957CF6BA24}"/>
              </a:ext>
            </a:extLst>
          </p:cNvPr>
          <p:cNvSpPr>
            <a:spLocks noGrp="1"/>
          </p:cNvSpPr>
          <p:nvPr/>
        </p:nvSpPr>
        <p:spPr>
          <a:xfrm>
            <a:off x="13335000" y="2381631"/>
            <a:ext cx="171450" cy="203454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5E8BA7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05" name="path-105">
            <a:extLst>
              <a:ext uri="{FF2B5EF4-FFF2-40B4-BE49-F238E27FC236}">
                <a16:creationId xmlns:a16="http://schemas.microsoft.com/office/drawing/2014/main" id="{0A3A9887-17D0-4177-9DC1-E1BBA9E9F386}"/>
              </a:ext>
            </a:extLst>
          </p:cNvPr>
          <p:cNvSpPr>
            <a:spLocks noGrp="1"/>
          </p:cNvSpPr>
          <p:nvPr/>
        </p:nvSpPr>
        <p:spPr>
          <a:xfrm>
            <a:off x="13554075" y="2341626"/>
            <a:ext cx="171450" cy="203454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356D91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06" name="path-106">
            <a:extLst>
              <a:ext uri="{FF2B5EF4-FFF2-40B4-BE49-F238E27FC236}">
                <a16:creationId xmlns:a16="http://schemas.microsoft.com/office/drawing/2014/main" id="{1D5CF127-8378-429C-8A07-EC20F84A3071}"/>
              </a:ext>
            </a:extLst>
          </p:cNvPr>
          <p:cNvSpPr>
            <a:spLocks noGrp="1"/>
          </p:cNvSpPr>
          <p:nvPr/>
        </p:nvSpPr>
        <p:spPr>
          <a:xfrm>
            <a:off x="12677775" y="2720721"/>
            <a:ext cx="171450" cy="203454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D1E0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07" name="path-107">
            <a:extLst>
              <a:ext uri="{FF2B5EF4-FFF2-40B4-BE49-F238E27FC236}">
                <a16:creationId xmlns:a16="http://schemas.microsoft.com/office/drawing/2014/main" id="{490AA433-FE78-4A62-89FC-D5D273763739}"/>
              </a:ext>
            </a:extLst>
          </p:cNvPr>
          <p:cNvSpPr>
            <a:spLocks noGrp="1"/>
          </p:cNvSpPr>
          <p:nvPr/>
        </p:nvSpPr>
        <p:spPr>
          <a:xfrm>
            <a:off x="12896850" y="2680716"/>
            <a:ext cx="171450" cy="203454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C5D6E1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08" name="path-108">
            <a:extLst>
              <a:ext uri="{FF2B5EF4-FFF2-40B4-BE49-F238E27FC236}">
                <a16:creationId xmlns:a16="http://schemas.microsoft.com/office/drawing/2014/main" id="{DA7559BC-505B-4838-B601-8343EA81F552}"/>
              </a:ext>
            </a:extLst>
          </p:cNvPr>
          <p:cNvSpPr>
            <a:spLocks noGrp="1"/>
          </p:cNvSpPr>
          <p:nvPr/>
        </p:nvSpPr>
        <p:spPr>
          <a:xfrm>
            <a:off x="13115925" y="2640711"/>
            <a:ext cx="171450" cy="203454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80A4BA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09" name="path-109">
            <a:extLst>
              <a:ext uri="{FF2B5EF4-FFF2-40B4-BE49-F238E27FC236}">
                <a16:creationId xmlns:a16="http://schemas.microsoft.com/office/drawing/2014/main" id="{6BCD152B-8CA0-4DCF-87BF-B74A3EC18F81}"/>
              </a:ext>
            </a:extLst>
          </p:cNvPr>
          <p:cNvSpPr>
            <a:spLocks noGrp="1"/>
          </p:cNvSpPr>
          <p:nvPr/>
        </p:nvSpPr>
        <p:spPr>
          <a:xfrm>
            <a:off x="13335000" y="2600706"/>
            <a:ext cx="171450" cy="203454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376E92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10" name="path-110">
            <a:extLst>
              <a:ext uri="{FF2B5EF4-FFF2-40B4-BE49-F238E27FC236}">
                <a16:creationId xmlns:a16="http://schemas.microsoft.com/office/drawing/2014/main" id="{D3856943-BBA5-4EE0-A52E-2E1868DF182A}"/>
              </a:ext>
            </a:extLst>
          </p:cNvPr>
          <p:cNvSpPr>
            <a:spLocks noGrp="1"/>
          </p:cNvSpPr>
          <p:nvPr/>
        </p:nvSpPr>
        <p:spPr>
          <a:xfrm>
            <a:off x="13554075" y="2560701"/>
            <a:ext cx="171450" cy="203454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5786A4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11" name="path-111">
            <a:extLst>
              <a:ext uri="{FF2B5EF4-FFF2-40B4-BE49-F238E27FC236}">
                <a16:creationId xmlns:a16="http://schemas.microsoft.com/office/drawing/2014/main" id="{33B7298C-E161-4A51-BEB1-E6EDE56C9B86}"/>
              </a:ext>
            </a:extLst>
          </p:cNvPr>
          <p:cNvSpPr>
            <a:spLocks noGrp="1"/>
          </p:cNvSpPr>
          <p:nvPr/>
        </p:nvSpPr>
        <p:spPr>
          <a:xfrm>
            <a:off x="12677775" y="2939796"/>
            <a:ext cx="171450" cy="203454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CEDDE7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12" name="path-112">
            <a:extLst>
              <a:ext uri="{FF2B5EF4-FFF2-40B4-BE49-F238E27FC236}">
                <a16:creationId xmlns:a16="http://schemas.microsoft.com/office/drawing/2014/main" id="{4629126C-9795-460E-AA2C-23E83BAE138F}"/>
              </a:ext>
            </a:extLst>
          </p:cNvPr>
          <p:cNvSpPr>
            <a:spLocks noGrp="1"/>
          </p:cNvSpPr>
          <p:nvPr/>
        </p:nvSpPr>
        <p:spPr>
          <a:xfrm>
            <a:off x="12896850" y="2899791"/>
            <a:ext cx="171450" cy="203454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A0BCCD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13" name="path-113">
            <a:extLst>
              <a:ext uri="{FF2B5EF4-FFF2-40B4-BE49-F238E27FC236}">
                <a16:creationId xmlns:a16="http://schemas.microsoft.com/office/drawing/2014/main" id="{CBB7D7E4-FCFB-45CE-853E-C80BCF975F69}"/>
              </a:ext>
            </a:extLst>
          </p:cNvPr>
          <p:cNvSpPr>
            <a:spLocks noGrp="1"/>
          </p:cNvSpPr>
          <p:nvPr/>
        </p:nvSpPr>
        <p:spPr>
          <a:xfrm>
            <a:off x="13115925" y="2859786"/>
            <a:ext cx="171450" cy="203454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4A7C9C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14" name="path-114">
            <a:extLst>
              <a:ext uri="{FF2B5EF4-FFF2-40B4-BE49-F238E27FC236}">
                <a16:creationId xmlns:a16="http://schemas.microsoft.com/office/drawing/2014/main" id="{7EA40380-6ECB-4764-B2C0-A86522F6D564}"/>
              </a:ext>
            </a:extLst>
          </p:cNvPr>
          <p:cNvSpPr>
            <a:spLocks noGrp="1"/>
          </p:cNvSpPr>
          <p:nvPr/>
        </p:nvSpPr>
        <p:spPr>
          <a:xfrm>
            <a:off x="13335000" y="2819781"/>
            <a:ext cx="171450" cy="203454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3E749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15" name="path-115">
            <a:extLst>
              <a:ext uri="{FF2B5EF4-FFF2-40B4-BE49-F238E27FC236}">
                <a16:creationId xmlns:a16="http://schemas.microsoft.com/office/drawing/2014/main" id="{3FAE74FD-7D9D-4E67-BEB4-F0F2F6332DCD}"/>
              </a:ext>
            </a:extLst>
          </p:cNvPr>
          <p:cNvSpPr>
            <a:spLocks noGrp="1"/>
          </p:cNvSpPr>
          <p:nvPr/>
        </p:nvSpPr>
        <p:spPr>
          <a:xfrm>
            <a:off x="13554075" y="2779776"/>
            <a:ext cx="171450" cy="203454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90B0C4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16" name="selected-element-i">
            <a:extLst>
              <a:ext uri="{FF2B5EF4-FFF2-40B4-BE49-F238E27FC236}">
                <a16:creationId xmlns:a16="http://schemas.microsoft.com/office/drawing/2014/main" id="{3678631A-930A-45E6-A55B-69DBB0B04F5B}"/>
              </a:ext>
            </a:extLst>
          </p:cNvPr>
          <p:cNvSpPr>
            <a:spLocks noGrp="1"/>
          </p:cNvSpPr>
          <p:nvPr/>
        </p:nvSpPr>
        <p:spPr>
          <a:xfrm>
            <a:off x="13096875" y="2633954"/>
            <a:ext cx="209550" cy="209550"/>
          </a:xfrm>
          <a:prstGeom prst="rect">
            <a:avLst/>
          </a:prstGeom>
          <a:noFill/>
          <a:ln w="29528">
            <a:solidFill>
              <a:srgbClr val="2C7A86"/>
            </a:solidFill>
            <a:prstDash val="solid"/>
          </a:ln>
        </p:spPr>
      </p:sp>
      <p:sp>
        <p:nvSpPr>
          <p:cNvPr id="117" name="visual-116">
            <a:extLst>
              <a:ext uri="{FF2B5EF4-FFF2-40B4-BE49-F238E27FC236}">
                <a16:creationId xmlns:a16="http://schemas.microsoft.com/office/drawing/2014/main" id="{62E82FB0-EFEF-4F60-970F-163900C5C889}"/>
              </a:ext>
            </a:extLst>
          </p:cNvPr>
          <p:cNvSpPr>
            <a:spLocks noGrp="1"/>
          </p:cNvSpPr>
          <p:nvPr/>
        </p:nvSpPr>
        <p:spPr>
          <a:xfrm>
            <a:off x="12268200" y="914400"/>
            <a:ext cx="21526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75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RIS interference</a:t>
            </a:r>
          </a:p>
        </p:txBody>
      </p:sp>
      <p:sp>
        <p:nvSpPr>
          <p:cNvPr id="118" name="path-117">
            <a:extLst>
              <a:ext uri="{FF2B5EF4-FFF2-40B4-BE49-F238E27FC236}">
                <a16:creationId xmlns:a16="http://schemas.microsoft.com/office/drawing/2014/main" id="{C1E042D3-6762-43C8-844D-1C99E81709F3}"/>
              </a:ext>
            </a:extLst>
          </p:cNvPr>
          <p:cNvSpPr>
            <a:spLocks noGrp="1"/>
          </p:cNvSpPr>
          <p:nvPr/>
        </p:nvSpPr>
        <p:spPr>
          <a:xfrm>
            <a:off x="13954125" y="2343150"/>
            <a:ext cx="384810" cy="953"/>
          </a:xfrm>
          <a:custGeom>
            <a:avLst/>
            <a:gdLst/>
            <a:ahLst/>
            <a:cxnLst/>
            <a:rect l="0" t="0" r="0" b="0"/>
            <a:pathLst>
              <a:path w="384810" h="953">
                <a:moveTo>
                  <a:pt x="0" y="0"/>
                </a:moveTo>
                <a:lnTo>
                  <a:pt x="384810" y="0"/>
                </a:lnTo>
              </a:path>
            </a:pathLst>
          </a:custGeom>
          <a:noFill/>
          <a:ln w="26670">
            <a:solidFill>
              <a:srgbClr val="246A96"/>
            </a:solidFill>
            <a:prstDash val="solid"/>
          </a:ln>
        </p:spPr>
      </p:sp>
      <p:sp>
        <p:nvSpPr>
          <p:cNvPr id="119" name="path-118">
            <a:extLst>
              <a:ext uri="{FF2B5EF4-FFF2-40B4-BE49-F238E27FC236}">
                <a16:creationId xmlns:a16="http://schemas.microsoft.com/office/drawing/2014/main" id="{FBAF04C4-A91F-4F87-ABCC-3F4B501328BE}"/>
              </a:ext>
            </a:extLst>
          </p:cNvPr>
          <p:cNvSpPr>
            <a:spLocks noGrp="1"/>
          </p:cNvSpPr>
          <p:nvPr/>
        </p:nvSpPr>
        <p:spPr>
          <a:xfrm>
            <a:off x="14316075" y="2297430"/>
            <a:ext cx="114300" cy="91440"/>
          </a:xfrm>
          <a:custGeom>
            <a:avLst/>
            <a:gdLst/>
            <a:ahLst/>
            <a:cxnLst/>
            <a:rect l="0" t="0" r="0" b="0"/>
            <a:pathLst>
              <a:path w="114300" h="91440">
                <a:moveTo>
                  <a:pt x="114300" y="45720"/>
                </a:moveTo>
                <a:lnTo>
                  <a:pt x="0" y="91440"/>
                </a:lnTo>
                <a:lnTo>
                  <a:pt x="0" y="0"/>
                </a:lnTo>
                <a:close/>
              </a:path>
            </a:pathLst>
          </a:cu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120" name="visual-119">
            <a:extLst>
              <a:ext uri="{FF2B5EF4-FFF2-40B4-BE49-F238E27FC236}">
                <a16:creationId xmlns:a16="http://schemas.microsoft.com/office/drawing/2014/main" id="{860A6FE2-1BFC-43DA-B4D1-AA9473EC4CF6}"/>
              </a:ext>
            </a:extLst>
          </p:cNvPr>
          <p:cNvSpPr>
            <a:spLocks noGrp="1"/>
          </p:cNvSpPr>
          <p:nvPr/>
        </p:nvSpPr>
        <p:spPr>
          <a:xfrm>
            <a:off x="14668500" y="1704975"/>
            <a:ext cx="1362075" cy="933450"/>
          </a:xfrm>
          <a:prstGeom prst="rect">
            <a:avLst/>
          </a:prstGeom>
          <a:solidFill>
            <a:srgbClr val="F8FBFC"/>
          </a:solidFill>
          <a:ln w="14288">
            <a:solidFill>
              <a:srgbClr val="CCD9E2"/>
            </a:solidFill>
            <a:prstDash val="solid"/>
          </a:ln>
        </p:spPr>
      </p:sp>
      <p:sp>
        <p:nvSpPr>
          <p:cNvPr id="121" name="visual-120">
            <a:extLst>
              <a:ext uri="{FF2B5EF4-FFF2-40B4-BE49-F238E27FC236}">
                <a16:creationId xmlns:a16="http://schemas.microsoft.com/office/drawing/2014/main" id="{3F3DEE2D-E282-4CC3-8822-DDC1FA4990AC}"/>
              </a:ext>
            </a:extLst>
          </p:cNvPr>
          <p:cNvSpPr>
            <a:spLocks noGrp="1"/>
          </p:cNvSpPr>
          <p:nvPr/>
        </p:nvSpPr>
        <p:spPr>
          <a:xfrm>
            <a:off x="14592300" y="1781175"/>
            <a:ext cx="1362075" cy="933450"/>
          </a:xfrm>
          <a:prstGeom prst="rect">
            <a:avLst/>
          </a:prstGeom>
          <a:solidFill>
            <a:srgbClr val="F8FBFC"/>
          </a:solidFill>
          <a:ln w="14288">
            <a:solidFill>
              <a:srgbClr val="CCD9E2"/>
            </a:solidFill>
            <a:prstDash val="solid"/>
          </a:ln>
        </p:spPr>
      </p:sp>
      <p:sp>
        <p:nvSpPr>
          <p:cNvPr id="122" name="visual-121">
            <a:extLst>
              <a:ext uri="{FF2B5EF4-FFF2-40B4-BE49-F238E27FC236}">
                <a16:creationId xmlns:a16="http://schemas.microsoft.com/office/drawing/2014/main" id="{123CC692-3FDB-4F38-A8BC-B796C2F940F4}"/>
              </a:ext>
            </a:extLst>
          </p:cNvPr>
          <p:cNvSpPr>
            <a:spLocks noGrp="1"/>
          </p:cNvSpPr>
          <p:nvPr/>
        </p:nvSpPr>
        <p:spPr>
          <a:xfrm>
            <a:off x="14516100" y="1857375"/>
            <a:ext cx="1362075" cy="933450"/>
          </a:xfrm>
          <a:prstGeom prst="rect">
            <a:avLst/>
          </a:prstGeom>
          <a:solidFill>
            <a:srgbClr val="F8FBFC"/>
          </a:solidFill>
          <a:ln w="14288">
            <a:solidFill>
              <a:srgbClr val="56788E"/>
            </a:solidFill>
            <a:prstDash val="solid"/>
          </a:ln>
        </p:spPr>
      </p:sp>
      <p:sp>
        <p:nvSpPr>
          <p:cNvPr id="123" name="path-122">
            <a:extLst>
              <a:ext uri="{FF2B5EF4-FFF2-40B4-BE49-F238E27FC236}">
                <a16:creationId xmlns:a16="http://schemas.microsoft.com/office/drawing/2014/main" id="{A300D678-B1CB-4E8B-8A8B-02A6479B297C}"/>
              </a:ext>
            </a:extLst>
          </p:cNvPr>
          <p:cNvSpPr>
            <a:spLocks noGrp="1"/>
          </p:cNvSpPr>
          <p:nvPr/>
        </p:nvSpPr>
        <p:spPr>
          <a:xfrm>
            <a:off x="14687550" y="2305050"/>
            <a:ext cx="257175" cy="953"/>
          </a:xfrm>
          <a:custGeom>
            <a:avLst/>
            <a:gdLst/>
            <a:ahLst/>
            <a:cxnLst/>
            <a:rect l="0" t="0" r="0" b="0"/>
            <a:pathLst>
              <a:path w="257175" h="953">
                <a:moveTo>
                  <a:pt x="0" y="0"/>
                </a:moveTo>
                <a:lnTo>
                  <a:pt x="257175" y="0"/>
                </a:lnTo>
              </a:path>
            </a:pathLst>
          </a:custGeom>
          <a:noFill/>
          <a:ln w="19050">
            <a:solidFill>
              <a:srgbClr val="246A96"/>
            </a:solidFill>
            <a:prstDash val="solid"/>
          </a:ln>
        </p:spPr>
      </p:sp>
      <p:sp>
        <p:nvSpPr>
          <p:cNvPr id="124" name="path-123">
            <a:extLst>
              <a:ext uri="{FF2B5EF4-FFF2-40B4-BE49-F238E27FC236}">
                <a16:creationId xmlns:a16="http://schemas.microsoft.com/office/drawing/2014/main" id="{58260B7F-2AB3-419C-B3EF-F1C068AB58C8}"/>
              </a:ext>
            </a:extLst>
          </p:cNvPr>
          <p:cNvSpPr>
            <a:spLocks noGrp="1"/>
          </p:cNvSpPr>
          <p:nvPr/>
        </p:nvSpPr>
        <p:spPr>
          <a:xfrm>
            <a:off x="14944725" y="2133600"/>
            <a:ext cx="266700" cy="342900"/>
          </a:xfrm>
          <a:custGeom>
            <a:avLst/>
            <a:gdLst/>
            <a:ahLst/>
            <a:cxnLst/>
            <a:rect l="0" t="0" r="0" b="0"/>
            <a:pathLst>
              <a:path w="266700" h="342900">
                <a:moveTo>
                  <a:pt x="0" y="0"/>
                </a:moveTo>
                <a:lnTo>
                  <a:pt x="0" y="342900"/>
                </a:lnTo>
                <a:lnTo>
                  <a:pt x="266700" y="171450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246A96"/>
            </a:solidFill>
            <a:prstDash val="solid"/>
          </a:ln>
        </p:spPr>
      </p:sp>
      <p:sp>
        <p:nvSpPr>
          <p:cNvPr id="125" name="path-124">
            <a:extLst>
              <a:ext uri="{FF2B5EF4-FFF2-40B4-BE49-F238E27FC236}">
                <a16:creationId xmlns:a16="http://schemas.microsoft.com/office/drawing/2014/main" id="{8A8059A5-9653-4EEE-BDE4-7E3465E2AFBD}"/>
              </a:ext>
            </a:extLst>
          </p:cNvPr>
          <p:cNvSpPr>
            <a:spLocks noGrp="1"/>
          </p:cNvSpPr>
          <p:nvPr/>
        </p:nvSpPr>
        <p:spPr>
          <a:xfrm>
            <a:off x="15211425" y="2095500"/>
            <a:ext cx="953" cy="419100"/>
          </a:xfrm>
          <a:custGeom>
            <a:avLst/>
            <a:gdLst/>
            <a:ahLst/>
            <a:cxnLst/>
            <a:rect l="0" t="0" r="0" b="0"/>
            <a:pathLst>
              <a:path w="953" h="419100">
                <a:moveTo>
                  <a:pt x="0" y="0"/>
                </a:moveTo>
                <a:lnTo>
                  <a:pt x="0" y="419100"/>
                </a:lnTo>
              </a:path>
            </a:pathLst>
          </a:custGeom>
          <a:noFill/>
          <a:ln w="19050">
            <a:solidFill>
              <a:srgbClr val="246A96"/>
            </a:solidFill>
            <a:prstDash val="solid"/>
          </a:ln>
        </p:spPr>
      </p:sp>
      <p:sp>
        <p:nvSpPr>
          <p:cNvPr id="126" name="path-125">
            <a:extLst>
              <a:ext uri="{FF2B5EF4-FFF2-40B4-BE49-F238E27FC236}">
                <a16:creationId xmlns:a16="http://schemas.microsoft.com/office/drawing/2014/main" id="{4EF4DEC2-2DEF-4232-9E2B-51DA8DD49B00}"/>
              </a:ext>
            </a:extLst>
          </p:cNvPr>
          <p:cNvSpPr>
            <a:spLocks noGrp="1"/>
          </p:cNvSpPr>
          <p:nvPr/>
        </p:nvSpPr>
        <p:spPr>
          <a:xfrm>
            <a:off x="15211425" y="2305050"/>
            <a:ext cx="285750" cy="953"/>
          </a:xfrm>
          <a:custGeom>
            <a:avLst/>
            <a:gdLst/>
            <a:ahLst/>
            <a:cxnLst/>
            <a:rect l="0" t="0" r="0" b="0"/>
            <a:pathLst>
              <a:path w="285750" h="953">
                <a:moveTo>
                  <a:pt x="0" y="0"/>
                </a:moveTo>
                <a:lnTo>
                  <a:pt x="285750" y="0"/>
                </a:lnTo>
              </a:path>
            </a:pathLst>
          </a:custGeom>
          <a:noFill/>
          <a:ln w="19050">
            <a:solidFill>
              <a:srgbClr val="246A96"/>
            </a:solidFill>
            <a:prstDash val="solid"/>
          </a:ln>
        </p:spPr>
      </p:sp>
      <p:sp>
        <p:nvSpPr>
          <p:cNvPr id="127" name="visual-126">
            <a:extLst>
              <a:ext uri="{FF2B5EF4-FFF2-40B4-BE49-F238E27FC236}">
                <a16:creationId xmlns:a16="http://schemas.microsoft.com/office/drawing/2014/main" id="{72E060E8-76F3-451C-B606-42AD27814E27}"/>
              </a:ext>
            </a:extLst>
          </p:cNvPr>
          <p:cNvSpPr>
            <a:spLocks noGrp="1"/>
          </p:cNvSpPr>
          <p:nvPr/>
        </p:nvSpPr>
        <p:spPr>
          <a:xfrm>
            <a:off x="14392275" y="2962275"/>
            <a:ext cx="17335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75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Square-law</a:t>
            </a:r>
          </a:p>
        </p:txBody>
      </p:sp>
      <p:sp>
        <p:nvSpPr>
          <p:cNvPr id="128" name="visual-127">
            <a:extLst>
              <a:ext uri="{FF2B5EF4-FFF2-40B4-BE49-F238E27FC236}">
                <a16:creationId xmlns:a16="http://schemas.microsoft.com/office/drawing/2014/main" id="{73838BD6-30C6-44FD-8905-48B26E17D7BD}"/>
              </a:ext>
            </a:extLst>
          </p:cNvPr>
          <p:cNvSpPr>
            <a:spLocks noGrp="1"/>
          </p:cNvSpPr>
          <p:nvPr/>
        </p:nvSpPr>
        <p:spPr>
          <a:xfrm>
            <a:off x="14277975" y="914400"/>
            <a:ext cx="22955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75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Power detectors</a:t>
            </a:r>
          </a:p>
        </p:txBody>
      </p:sp>
      <p:sp>
        <p:nvSpPr>
          <p:cNvPr id="129" name="path-128">
            <a:extLst>
              <a:ext uri="{FF2B5EF4-FFF2-40B4-BE49-F238E27FC236}">
                <a16:creationId xmlns:a16="http://schemas.microsoft.com/office/drawing/2014/main" id="{1A7CDA50-5AC9-4B67-8340-BE9795A9B8CA}"/>
              </a:ext>
            </a:extLst>
          </p:cNvPr>
          <p:cNvSpPr>
            <a:spLocks noGrp="1"/>
          </p:cNvSpPr>
          <p:nvPr/>
        </p:nvSpPr>
        <p:spPr>
          <a:xfrm>
            <a:off x="16087725" y="2343150"/>
            <a:ext cx="413385" cy="953"/>
          </a:xfrm>
          <a:custGeom>
            <a:avLst/>
            <a:gdLst/>
            <a:ahLst/>
            <a:cxnLst/>
            <a:rect l="0" t="0" r="0" b="0"/>
            <a:pathLst>
              <a:path w="413385" h="953">
                <a:moveTo>
                  <a:pt x="0" y="0"/>
                </a:moveTo>
                <a:lnTo>
                  <a:pt x="413385" y="0"/>
                </a:lnTo>
              </a:path>
            </a:pathLst>
          </a:custGeom>
          <a:noFill/>
          <a:ln w="24765">
            <a:solidFill>
              <a:srgbClr val="246A96"/>
            </a:solidFill>
            <a:prstDash val="solid"/>
          </a:ln>
        </p:spPr>
      </p:sp>
      <p:sp>
        <p:nvSpPr>
          <p:cNvPr id="130" name="path-129">
            <a:extLst>
              <a:ext uri="{FF2B5EF4-FFF2-40B4-BE49-F238E27FC236}">
                <a16:creationId xmlns:a16="http://schemas.microsoft.com/office/drawing/2014/main" id="{1D91A49A-6F62-4502-882D-F0470AC18778}"/>
              </a:ext>
            </a:extLst>
          </p:cNvPr>
          <p:cNvSpPr>
            <a:spLocks noGrp="1"/>
          </p:cNvSpPr>
          <p:nvPr/>
        </p:nvSpPr>
        <p:spPr>
          <a:xfrm>
            <a:off x="16478250" y="2297430"/>
            <a:ext cx="114300" cy="91440"/>
          </a:xfrm>
          <a:custGeom>
            <a:avLst/>
            <a:gdLst/>
            <a:ahLst/>
            <a:cxnLst/>
            <a:rect l="0" t="0" r="0" b="0"/>
            <a:pathLst>
              <a:path w="114300" h="91440">
                <a:moveTo>
                  <a:pt x="114300" y="45720"/>
                </a:moveTo>
                <a:lnTo>
                  <a:pt x="0" y="91440"/>
                </a:lnTo>
                <a:lnTo>
                  <a:pt x="0" y="0"/>
                </a:lnTo>
                <a:close/>
              </a:path>
            </a:pathLst>
          </a:cu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131" name="path-130">
            <a:extLst>
              <a:ext uri="{FF2B5EF4-FFF2-40B4-BE49-F238E27FC236}">
                <a16:creationId xmlns:a16="http://schemas.microsoft.com/office/drawing/2014/main" id="{17CA584B-3C04-4035-834E-8E07E27676FB}"/>
              </a:ext>
            </a:extLst>
          </p:cNvPr>
          <p:cNvSpPr>
            <a:spLocks noGrp="1"/>
          </p:cNvSpPr>
          <p:nvPr/>
        </p:nvSpPr>
        <p:spPr>
          <a:xfrm>
            <a:off x="11553825" y="3733804"/>
            <a:ext cx="2019300" cy="457192"/>
          </a:xfrm>
          <a:custGeom>
            <a:avLst/>
            <a:gdLst/>
            <a:ahLst/>
            <a:cxnLst/>
            <a:rect l="0" t="0" r="0" b="0"/>
            <a:pathLst>
              <a:path w="2019300" h="457192">
                <a:moveTo>
                  <a:pt x="0" y="228596"/>
                </a:moveTo>
                <a:lnTo>
                  <a:pt x="7797" y="179080"/>
                </a:lnTo>
                <a:lnTo>
                  <a:pt x="15593" y="131915"/>
                </a:lnTo>
                <a:lnTo>
                  <a:pt x="23390" y="89341"/>
                </a:lnTo>
                <a:lnTo>
                  <a:pt x="31186" y="53379"/>
                </a:lnTo>
                <a:lnTo>
                  <a:pt x="38983" y="25736"/>
                </a:lnTo>
                <a:lnTo>
                  <a:pt x="46779" y="7725"/>
                </a:lnTo>
                <a:lnTo>
                  <a:pt x="54576" y="202"/>
                </a:lnTo>
                <a:lnTo>
                  <a:pt x="62372" y="3522"/>
                </a:lnTo>
                <a:lnTo>
                  <a:pt x="70169" y="17530"/>
                </a:lnTo>
                <a:lnTo>
                  <a:pt x="77965" y="41559"/>
                </a:lnTo>
                <a:lnTo>
                  <a:pt x="85762" y="74468"/>
                </a:lnTo>
                <a:lnTo>
                  <a:pt x="93558" y="114696"/>
                </a:lnTo>
                <a:lnTo>
                  <a:pt x="101355" y="160332"/>
                </a:lnTo>
                <a:lnTo>
                  <a:pt x="109151" y="209209"/>
                </a:lnTo>
                <a:lnTo>
                  <a:pt x="116948" y="259007"/>
                </a:lnTo>
                <a:lnTo>
                  <a:pt x="124744" y="307360"/>
                </a:lnTo>
                <a:lnTo>
                  <a:pt x="132541" y="351974"/>
                </a:lnTo>
                <a:lnTo>
                  <a:pt x="140337" y="390730"/>
                </a:lnTo>
                <a:lnTo>
                  <a:pt x="148134" y="421787"/>
                </a:lnTo>
                <a:lnTo>
                  <a:pt x="155931" y="443672"/>
                </a:lnTo>
                <a:lnTo>
                  <a:pt x="163727" y="455344"/>
                </a:lnTo>
                <a:lnTo>
                  <a:pt x="171524" y="456250"/>
                </a:lnTo>
                <a:lnTo>
                  <a:pt x="179320" y="446347"/>
                </a:lnTo>
                <a:lnTo>
                  <a:pt x="187117" y="426105"/>
                </a:lnTo>
                <a:lnTo>
                  <a:pt x="194913" y="396485"/>
                </a:lnTo>
                <a:lnTo>
                  <a:pt x="202710" y="358894"/>
                </a:lnTo>
                <a:lnTo>
                  <a:pt x="210506" y="315116"/>
                </a:lnTo>
                <a:lnTo>
                  <a:pt x="218303" y="267229"/>
                </a:lnTo>
                <a:lnTo>
                  <a:pt x="226099" y="217509"/>
                </a:lnTo>
                <a:lnTo>
                  <a:pt x="233896" y="168315"/>
                </a:lnTo>
                <a:lnTo>
                  <a:pt x="241692" y="121983"/>
                </a:lnTo>
                <a:lnTo>
                  <a:pt x="249489" y="80713"/>
                </a:lnTo>
                <a:lnTo>
                  <a:pt x="257285" y="46464"/>
                </a:lnTo>
                <a:lnTo>
                  <a:pt x="265082" y="20864"/>
                </a:lnTo>
                <a:lnTo>
                  <a:pt x="272878" y="5127"/>
                </a:lnTo>
                <a:lnTo>
                  <a:pt x="280675" y="0"/>
                </a:lnTo>
                <a:lnTo>
                  <a:pt x="288471" y="5727"/>
                </a:lnTo>
                <a:lnTo>
                  <a:pt x="296268" y="22037"/>
                </a:lnTo>
                <a:lnTo>
                  <a:pt x="304064" y="48153"/>
                </a:lnTo>
                <a:lnTo>
                  <a:pt x="311861" y="82838"/>
                </a:lnTo>
                <a:lnTo>
                  <a:pt x="319658" y="124443"/>
                </a:lnTo>
                <a:lnTo>
                  <a:pt x="327454" y="170994"/>
                </a:lnTo>
                <a:lnTo>
                  <a:pt x="335251" y="220279"/>
                </a:lnTo>
                <a:lnTo>
                  <a:pt x="343047" y="269959"/>
                </a:lnTo>
                <a:lnTo>
                  <a:pt x="350844" y="317676"/>
                </a:lnTo>
                <a:lnTo>
                  <a:pt x="358640" y="361163"/>
                </a:lnTo>
                <a:lnTo>
                  <a:pt x="366437" y="398355"/>
                </a:lnTo>
                <a:lnTo>
                  <a:pt x="374233" y="427487"/>
                </a:lnTo>
                <a:lnTo>
                  <a:pt x="382030" y="447176"/>
                </a:lnTo>
                <a:lnTo>
                  <a:pt x="389826" y="456486"/>
                </a:lnTo>
                <a:lnTo>
                  <a:pt x="397623" y="454975"/>
                </a:lnTo>
                <a:lnTo>
                  <a:pt x="405419" y="442716"/>
                </a:lnTo>
                <a:lnTo>
                  <a:pt x="413216" y="420291"/>
                </a:lnTo>
                <a:lnTo>
                  <a:pt x="421012" y="388763"/>
                </a:lnTo>
                <a:lnTo>
                  <a:pt x="428809" y="349631"/>
                </a:lnTo>
                <a:lnTo>
                  <a:pt x="436605" y="304752"/>
                </a:lnTo>
                <a:lnTo>
                  <a:pt x="444402" y="256256"/>
                </a:lnTo>
                <a:lnTo>
                  <a:pt x="452198" y="206448"/>
                </a:lnTo>
                <a:lnTo>
                  <a:pt x="459995" y="157691"/>
                </a:lnTo>
                <a:lnTo>
                  <a:pt x="467792" y="112301"/>
                </a:lnTo>
                <a:lnTo>
                  <a:pt x="475588" y="72432"/>
                </a:lnTo>
                <a:lnTo>
                  <a:pt x="483385" y="39978"/>
                </a:lnTo>
                <a:lnTo>
                  <a:pt x="491181" y="16480"/>
                </a:lnTo>
                <a:lnTo>
                  <a:pt x="498978" y="3054"/>
                </a:lnTo>
                <a:lnTo>
                  <a:pt x="506774" y="336"/>
                </a:lnTo>
                <a:lnTo>
                  <a:pt x="514571" y="8457"/>
                </a:lnTo>
                <a:lnTo>
                  <a:pt x="522367" y="27029"/>
                </a:lnTo>
                <a:lnTo>
                  <a:pt x="530164" y="55173"/>
                </a:lnTo>
                <a:lnTo>
                  <a:pt x="537960" y="91550"/>
                </a:lnTo>
                <a:lnTo>
                  <a:pt x="545757" y="134435"/>
                </a:lnTo>
                <a:lnTo>
                  <a:pt x="553553" y="181791"/>
                </a:lnTo>
                <a:lnTo>
                  <a:pt x="561350" y="231369"/>
                </a:lnTo>
                <a:lnTo>
                  <a:pt x="569146" y="280815"/>
                </a:lnTo>
                <a:lnTo>
                  <a:pt x="576943" y="327782"/>
                </a:lnTo>
                <a:lnTo>
                  <a:pt x="584739" y="370039"/>
                </a:lnTo>
                <a:lnTo>
                  <a:pt x="592536" y="405581"/>
                </a:lnTo>
                <a:lnTo>
                  <a:pt x="600332" y="432719"/>
                </a:lnTo>
                <a:lnTo>
                  <a:pt x="608129" y="450165"/>
                </a:lnTo>
                <a:lnTo>
                  <a:pt x="615925" y="457091"/>
                </a:lnTo>
                <a:lnTo>
                  <a:pt x="623722" y="453167"/>
                </a:lnTo>
                <a:lnTo>
                  <a:pt x="631519" y="438581"/>
                </a:lnTo>
                <a:lnTo>
                  <a:pt x="639315" y="414025"/>
                </a:lnTo>
                <a:lnTo>
                  <a:pt x="647112" y="380664"/>
                </a:lnTo>
                <a:lnTo>
                  <a:pt x="654908" y="340083"/>
                </a:lnTo>
                <a:lnTo>
                  <a:pt x="662705" y="294208"/>
                </a:lnTo>
                <a:lnTo>
                  <a:pt x="670501" y="245218"/>
                </a:lnTo>
                <a:lnTo>
                  <a:pt x="678298" y="195439"/>
                </a:lnTo>
                <a:lnTo>
                  <a:pt x="686094" y="147234"/>
                </a:lnTo>
                <a:lnTo>
                  <a:pt x="693891" y="102892"/>
                </a:lnTo>
                <a:lnTo>
                  <a:pt x="701687" y="64519"/>
                </a:lnTo>
                <a:lnTo>
                  <a:pt x="709484" y="33936"/>
                </a:lnTo>
                <a:lnTo>
                  <a:pt x="717280" y="12596"/>
                </a:lnTo>
                <a:lnTo>
                  <a:pt x="725077" y="1512"/>
                </a:lnTo>
                <a:lnTo>
                  <a:pt x="732873" y="1210"/>
                </a:lnTo>
                <a:lnTo>
                  <a:pt x="740670" y="11704"/>
                </a:lnTo>
                <a:lnTo>
                  <a:pt x="748466" y="32497"/>
                </a:lnTo>
                <a:lnTo>
                  <a:pt x="756263" y="62600"/>
                </a:lnTo>
                <a:lnTo>
                  <a:pt x="764059" y="100586"/>
                </a:lnTo>
                <a:lnTo>
                  <a:pt x="771856" y="144649"/>
                </a:lnTo>
                <a:lnTo>
                  <a:pt x="779653" y="192698"/>
                </a:lnTo>
                <a:lnTo>
                  <a:pt x="787449" y="242452"/>
                </a:lnTo>
                <a:lnTo>
                  <a:pt x="795246" y="291547"/>
                </a:lnTo>
                <a:lnTo>
                  <a:pt x="803042" y="337654"/>
                </a:lnTo>
                <a:lnTo>
                  <a:pt x="810839" y="378583"/>
                </a:lnTo>
                <a:lnTo>
                  <a:pt x="818635" y="412390"/>
                </a:lnTo>
                <a:lnTo>
                  <a:pt x="826432" y="437470"/>
                </a:lnTo>
                <a:lnTo>
                  <a:pt x="834228" y="452633"/>
                </a:lnTo>
                <a:lnTo>
                  <a:pt x="842025" y="457158"/>
                </a:lnTo>
                <a:lnTo>
                  <a:pt x="849821" y="450831"/>
                </a:lnTo>
                <a:lnTo>
                  <a:pt x="857618" y="433952"/>
                </a:lnTo>
                <a:lnTo>
                  <a:pt x="865414" y="407322"/>
                </a:lnTo>
                <a:lnTo>
                  <a:pt x="873211" y="372207"/>
                </a:lnTo>
                <a:lnTo>
                  <a:pt x="881007" y="330273"/>
                </a:lnTo>
                <a:lnTo>
                  <a:pt x="888804" y="283510"/>
                </a:lnTo>
                <a:lnTo>
                  <a:pt x="896600" y="234141"/>
                </a:lnTo>
                <a:lnTo>
                  <a:pt x="904397" y="184508"/>
                </a:lnTo>
                <a:lnTo>
                  <a:pt x="912193" y="136969"/>
                </a:lnTo>
                <a:lnTo>
                  <a:pt x="919990" y="93780"/>
                </a:lnTo>
                <a:lnTo>
                  <a:pt x="927786" y="56992"/>
                </a:lnTo>
                <a:lnTo>
                  <a:pt x="935583" y="28352"/>
                </a:lnTo>
                <a:lnTo>
                  <a:pt x="943380" y="9220"/>
                </a:lnTo>
                <a:lnTo>
                  <a:pt x="951176" y="504"/>
                </a:lnTo>
                <a:lnTo>
                  <a:pt x="958973" y="2618"/>
                </a:lnTo>
                <a:lnTo>
                  <a:pt x="966769" y="15462"/>
                </a:lnTo>
                <a:lnTo>
                  <a:pt x="974566" y="38426"/>
                </a:lnTo>
                <a:lnTo>
                  <a:pt x="982362" y="70419"/>
                </a:lnTo>
                <a:lnTo>
                  <a:pt x="990159" y="109922"/>
                </a:lnTo>
                <a:lnTo>
                  <a:pt x="997955" y="155060"/>
                </a:lnTo>
                <a:lnTo>
                  <a:pt x="1005752" y="203690"/>
                </a:lnTo>
                <a:lnTo>
                  <a:pt x="1013548" y="253502"/>
                </a:lnTo>
                <a:lnTo>
                  <a:pt x="1021345" y="302132"/>
                </a:lnTo>
                <a:lnTo>
                  <a:pt x="1029141" y="347270"/>
                </a:lnTo>
                <a:lnTo>
                  <a:pt x="1036938" y="386773"/>
                </a:lnTo>
                <a:lnTo>
                  <a:pt x="1044734" y="418766"/>
                </a:lnTo>
                <a:lnTo>
                  <a:pt x="1052531" y="441729"/>
                </a:lnTo>
                <a:lnTo>
                  <a:pt x="1060327" y="454573"/>
                </a:lnTo>
                <a:lnTo>
                  <a:pt x="1068124" y="456687"/>
                </a:lnTo>
                <a:lnTo>
                  <a:pt x="1075920" y="447971"/>
                </a:lnTo>
                <a:lnTo>
                  <a:pt x="1083717" y="428839"/>
                </a:lnTo>
                <a:lnTo>
                  <a:pt x="1091514" y="400199"/>
                </a:lnTo>
                <a:lnTo>
                  <a:pt x="1099310" y="363412"/>
                </a:lnTo>
                <a:lnTo>
                  <a:pt x="1107107" y="320223"/>
                </a:lnTo>
                <a:lnTo>
                  <a:pt x="1114903" y="272683"/>
                </a:lnTo>
                <a:lnTo>
                  <a:pt x="1122700" y="223051"/>
                </a:lnTo>
                <a:lnTo>
                  <a:pt x="1130496" y="173681"/>
                </a:lnTo>
                <a:lnTo>
                  <a:pt x="1138293" y="126919"/>
                </a:lnTo>
                <a:lnTo>
                  <a:pt x="1146089" y="84985"/>
                </a:lnTo>
                <a:lnTo>
                  <a:pt x="1153886" y="49869"/>
                </a:lnTo>
                <a:lnTo>
                  <a:pt x="1161682" y="23240"/>
                </a:lnTo>
                <a:lnTo>
                  <a:pt x="1169479" y="6361"/>
                </a:lnTo>
                <a:lnTo>
                  <a:pt x="1177275" y="34"/>
                </a:lnTo>
                <a:lnTo>
                  <a:pt x="1185072" y="4559"/>
                </a:lnTo>
                <a:lnTo>
                  <a:pt x="1192868" y="19722"/>
                </a:lnTo>
                <a:lnTo>
                  <a:pt x="1200665" y="44802"/>
                </a:lnTo>
                <a:lnTo>
                  <a:pt x="1208461" y="78609"/>
                </a:lnTo>
                <a:lnTo>
                  <a:pt x="1216258" y="119538"/>
                </a:lnTo>
                <a:lnTo>
                  <a:pt x="1224054" y="165644"/>
                </a:lnTo>
                <a:lnTo>
                  <a:pt x="1231851" y="214740"/>
                </a:lnTo>
                <a:lnTo>
                  <a:pt x="1239647" y="264494"/>
                </a:lnTo>
                <a:lnTo>
                  <a:pt x="1247444" y="312543"/>
                </a:lnTo>
                <a:lnTo>
                  <a:pt x="1255241" y="356606"/>
                </a:lnTo>
                <a:lnTo>
                  <a:pt x="1263037" y="394591"/>
                </a:lnTo>
                <a:lnTo>
                  <a:pt x="1270834" y="424695"/>
                </a:lnTo>
                <a:lnTo>
                  <a:pt x="1278630" y="445487"/>
                </a:lnTo>
                <a:lnTo>
                  <a:pt x="1286427" y="455982"/>
                </a:lnTo>
                <a:lnTo>
                  <a:pt x="1294223" y="455680"/>
                </a:lnTo>
                <a:lnTo>
                  <a:pt x="1302020" y="444595"/>
                </a:lnTo>
                <a:lnTo>
                  <a:pt x="1309816" y="423255"/>
                </a:lnTo>
                <a:lnTo>
                  <a:pt x="1317613" y="392673"/>
                </a:lnTo>
                <a:lnTo>
                  <a:pt x="1325409" y="354299"/>
                </a:lnTo>
                <a:lnTo>
                  <a:pt x="1333206" y="309958"/>
                </a:lnTo>
                <a:lnTo>
                  <a:pt x="1341002" y="261753"/>
                </a:lnTo>
                <a:lnTo>
                  <a:pt x="1348799" y="211973"/>
                </a:lnTo>
                <a:lnTo>
                  <a:pt x="1356595" y="162983"/>
                </a:lnTo>
                <a:lnTo>
                  <a:pt x="1364392" y="117109"/>
                </a:lnTo>
                <a:lnTo>
                  <a:pt x="1372188" y="76528"/>
                </a:lnTo>
                <a:lnTo>
                  <a:pt x="1379985" y="43167"/>
                </a:lnTo>
                <a:lnTo>
                  <a:pt x="1387781" y="18610"/>
                </a:lnTo>
                <a:lnTo>
                  <a:pt x="1395578" y="4024"/>
                </a:lnTo>
                <a:lnTo>
                  <a:pt x="1403375" y="101"/>
                </a:lnTo>
                <a:lnTo>
                  <a:pt x="1411171" y="7027"/>
                </a:lnTo>
                <a:lnTo>
                  <a:pt x="1418968" y="24473"/>
                </a:lnTo>
                <a:lnTo>
                  <a:pt x="1426764" y="51611"/>
                </a:lnTo>
                <a:lnTo>
                  <a:pt x="1434561" y="87153"/>
                </a:lnTo>
                <a:lnTo>
                  <a:pt x="1442357" y="129410"/>
                </a:lnTo>
                <a:lnTo>
                  <a:pt x="1450154" y="176377"/>
                </a:lnTo>
                <a:lnTo>
                  <a:pt x="1457950" y="225823"/>
                </a:lnTo>
                <a:lnTo>
                  <a:pt x="1465747" y="275401"/>
                </a:lnTo>
                <a:lnTo>
                  <a:pt x="1473543" y="322756"/>
                </a:lnTo>
                <a:lnTo>
                  <a:pt x="1481340" y="365641"/>
                </a:lnTo>
                <a:lnTo>
                  <a:pt x="1489136" y="402019"/>
                </a:lnTo>
                <a:lnTo>
                  <a:pt x="1496933" y="430162"/>
                </a:lnTo>
                <a:lnTo>
                  <a:pt x="1504729" y="448735"/>
                </a:lnTo>
                <a:lnTo>
                  <a:pt x="1512526" y="456855"/>
                </a:lnTo>
                <a:lnTo>
                  <a:pt x="1520322" y="454138"/>
                </a:lnTo>
                <a:lnTo>
                  <a:pt x="1528119" y="440711"/>
                </a:lnTo>
                <a:lnTo>
                  <a:pt x="1535915" y="417213"/>
                </a:lnTo>
                <a:lnTo>
                  <a:pt x="1543712" y="384760"/>
                </a:lnTo>
                <a:lnTo>
                  <a:pt x="1551508" y="344891"/>
                </a:lnTo>
                <a:lnTo>
                  <a:pt x="1559305" y="299501"/>
                </a:lnTo>
                <a:lnTo>
                  <a:pt x="1567102" y="250744"/>
                </a:lnTo>
                <a:lnTo>
                  <a:pt x="1574898" y="200935"/>
                </a:lnTo>
                <a:lnTo>
                  <a:pt x="1582695" y="152440"/>
                </a:lnTo>
                <a:lnTo>
                  <a:pt x="1590491" y="107561"/>
                </a:lnTo>
                <a:lnTo>
                  <a:pt x="1598288" y="68428"/>
                </a:lnTo>
                <a:lnTo>
                  <a:pt x="1606084" y="36901"/>
                </a:lnTo>
                <a:lnTo>
                  <a:pt x="1613881" y="14475"/>
                </a:lnTo>
                <a:lnTo>
                  <a:pt x="1621677" y="2216"/>
                </a:lnTo>
                <a:lnTo>
                  <a:pt x="1629474" y="706"/>
                </a:lnTo>
                <a:lnTo>
                  <a:pt x="1637270" y="10016"/>
                </a:lnTo>
                <a:lnTo>
                  <a:pt x="1645067" y="29705"/>
                </a:lnTo>
                <a:lnTo>
                  <a:pt x="1652863" y="58837"/>
                </a:lnTo>
                <a:lnTo>
                  <a:pt x="1660660" y="96029"/>
                </a:lnTo>
                <a:lnTo>
                  <a:pt x="1668456" y="139516"/>
                </a:lnTo>
                <a:lnTo>
                  <a:pt x="1676253" y="187232"/>
                </a:lnTo>
                <a:lnTo>
                  <a:pt x="1684049" y="236913"/>
                </a:lnTo>
                <a:lnTo>
                  <a:pt x="1691846" y="286198"/>
                </a:lnTo>
                <a:lnTo>
                  <a:pt x="1699642" y="332748"/>
                </a:lnTo>
                <a:lnTo>
                  <a:pt x="1707439" y="374354"/>
                </a:lnTo>
                <a:lnTo>
                  <a:pt x="1715236" y="409038"/>
                </a:lnTo>
                <a:lnTo>
                  <a:pt x="1723032" y="435155"/>
                </a:lnTo>
                <a:lnTo>
                  <a:pt x="1730829" y="451464"/>
                </a:lnTo>
                <a:lnTo>
                  <a:pt x="1738625" y="457192"/>
                </a:lnTo>
                <a:lnTo>
                  <a:pt x="1746422" y="452065"/>
                </a:lnTo>
                <a:lnTo>
                  <a:pt x="1754218" y="436328"/>
                </a:lnTo>
                <a:lnTo>
                  <a:pt x="1762015" y="410727"/>
                </a:lnTo>
                <a:lnTo>
                  <a:pt x="1769811" y="376479"/>
                </a:lnTo>
                <a:lnTo>
                  <a:pt x="1777608" y="335209"/>
                </a:lnTo>
                <a:lnTo>
                  <a:pt x="1785404" y="288877"/>
                </a:lnTo>
                <a:lnTo>
                  <a:pt x="1793201" y="239683"/>
                </a:lnTo>
                <a:lnTo>
                  <a:pt x="1800997" y="189962"/>
                </a:lnTo>
                <a:lnTo>
                  <a:pt x="1808794" y="142076"/>
                </a:lnTo>
                <a:lnTo>
                  <a:pt x="1816590" y="98298"/>
                </a:lnTo>
                <a:lnTo>
                  <a:pt x="1824387" y="60706"/>
                </a:lnTo>
                <a:lnTo>
                  <a:pt x="1832183" y="31086"/>
                </a:lnTo>
                <a:lnTo>
                  <a:pt x="1839980" y="10844"/>
                </a:lnTo>
                <a:lnTo>
                  <a:pt x="1847776" y="941"/>
                </a:lnTo>
                <a:lnTo>
                  <a:pt x="1855573" y="1847"/>
                </a:lnTo>
                <a:lnTo>
                  <a:pt x="1863369" y="13520"/>
                </a:lnTo>
                <a:lnTo>
                  <a:pt x="1871166" y="35404"/>
                </a:lnTo>
                <a:lnTo>
                  <a:pt x="1878963" y="66462"/>
                </a:lnTo>
                <a:lnTo>
                  <a:pt x="1886759" y="105217"/>
                </a:lnTo>
                <a:lnTo>
                  <a:pt x="1894556" y="149831"/>
                </a:lnTo>
                <a:lnTo>
                  <a:pt x="1902352" y="198185"/>
                </a:lnTo>
                <a:lnTo>
                  <a:pt x="1910149" y="247982"/>
                </a:lnTo>
                <a:lnTo>
                  <a:pt x="1917945" y="296859"/>
                </a:lnTo>
                <a:lnTo>
                  <a:pt x="1925742" y="342495"/>
                </a:lnTo>
                <a:lnTo>
                  <a:pt x="1933538" y="382723"/>
                </a:lnTo>
                <a:lnTo>
                  <a:pt x="1941335" y="415633"/>
                </a:lnTo>
                <a:lnTo>
                  <a:pt x="1949131" y="439662"/>
                </a:lnTo>
                <a:lnTo>
                  <a:pt x="1956928" y="453669"/>
                </a:lnTo>
                <a:lnTo>
                  <a:pt x="1964724" y="456990"/>
                </a:lnTo>
                <a:lnTo>
                  <a:pt x="1972521" y="449466"/>
                </a:lnTo>
                <a:lnTo>
                  <a:pt x="1980317" y="431455"/>
                </a:lnTo>
                <a:lnTo>
                  <a:pt x="1988114" y="403813"/>
                </a:lnTo>
                <a:lnTo>
                  <a:pt x="1995910" y="367850"/>
                </a:lnTo>
                <a:lnTo>
                  <a:pt x="2003707" y="325276"/>
                </a:lnTo>
                <a:lnTo>
                  <a:pt x="2011503" y="278111"/>
                </a:lnTo>
                <a:lnTo>
                  <a:pt x="2019300" y="228596"/>
                </a:lnTo>
              </a:path>
            </a:pathLst>
          </a:custGeom>
          <a:noFill/>
          <a:ln w="25718">
            <a:solidFill>
              <a:srgbClr val="B56D18"/>
            </a:solidFill>
            <a:prstDash val="solid"/>
          </a:ln>
        </p:spPr>
      </p:sp>
      <p:sp>
        <p:nvSpPr>
          <p:cNvPr id="132" name="path-131">
            <a:extLst>
              <a:ext uri="{FF2B5EF4-FFF2-40B4-BE49-F238E27FC236}">
                <a16:creationId xmlns:a16="http://schemas.microsoft.com/office/drawing/2014/main" id="{5A52C962-55CD-4028-A0F8-D2F1B94F13E2}"/>
              </a:ext>
            </a:extLst>
          </p:cNvPr>
          <p:cNvSpPr>
            <a:spLocks noGrp="1"/>
          </p:cNvSpPr>
          <p:nvPr/>
        </p:nvSpPr>
        <p:spPr>
          <a:xfrm>
            <a:off x="11287125" y="3962400"/>
            <a:ext cx="238125" cy="953"/>
          </a:xfrm>
          <a:custGeom>
            <a:avLst/>
            <a:gdLst/>
            <a:ahLst/>
            <a:cxnLst/>
            <a:rect l="0" t="0" r="0" b="0"/>
            <a:pathLst>
              <a:path w="238125" h="953">
                <a:moveTo>
                  <a:pt x="238125" y="0"/>
                </a:moveTo>
                <a:lnTo>
                  <a:pt x="0" y="0"/>
                </a:lnTo>
              </a:path>
            </a:pathLst>
          </a:custGeom>
          <a:noFill/>
          <a:ln w="22860">
            <a:solidFill>
              <a:srgbClr val="B56D18"/>
            </a:solidFill>
            <a:prstDash val="solid"/>
          </a:ln>
        </p:spPr>
      </p:sp>
      <p:sp>
        <p:nvSpPr>
          <p:cNvPr id="133" name="path-132">
            <a:extLst>
              <a:ext uri="{FF2B5EF4-FFF2-40B4-BE49-F238E27FC236}">
                <a16:creationId xmlns:a16="http://schemas.microsoft.com/office/drawing/2014/main" id="{07B6F8F8-CC10-4970-9E3D-E0129D0D978A}"/>
              </a:ext>
            </a:extLst>
          </p:cNvPr>
          <p:cNvSpPr>
            <a:spLocks noGrp="1"/>
          </p:cNvSpPr>
          <p:nvPr/>
        </p:nvSpPr>
        <p:spPr>
          <a:xfrm>
            <a:off x="11287125" y="2895600"/>
            <a:ext cx="953" cy="1066800"/>
          </a:xfrm>
          <a:custGeom>
            <a:avLst/>
            <a:gdLst/>
            <a:ahLst/>
            <a:cxnLst/>
            <a:rect l="0" t="0" r="0" b="0"/>
            <a:pathLst>
              <a:path w="953" h="1066800">
                <a:moveTo>
                  <a:pt x="0" y="1066800"/>
                </a:moveTo>
                <a:lnTo>
                  <a:pt x="0" y="0"/>
                </a:lnTo>
              </a:path>
            </a:pathLst>
          </a:custGeom>
          <a:noFill/>
          <a:ln w="22860">
            <a:solidFill>
              <a:srgbClr val="B56D18"/>
            </a:solidFill>
            <a:prstDash val="solid"/>
          </a:ln>
        </p:spPr>
      </p:sp>
      <p:sp>
        <p:nvSpPr>
          <p:cNvPr id="134" name="path-133">
            <a:extLst>
              <a:ext uri="{FF2B5EF4-FFF2-40B4-BE49-F238E27FC236}">
                <a16:creationId xmlns:a16="http://schemas.microsoft.com/office/drawing/2014/main" id="{3E24C2E4-3D7F-4662-9FE6-22F7FDF0215E}"/>
              </a:ext>
            </a:extLst>
          </p:cNvPr>
          <p:cNvSpPr>
            <a:spLocks noGrp="1"/>
          </p:cNvSpPr>
          <p:nvPr/>
        </p:nvSpPr>
        <p:spPr>
          <a:xfrm>
            <a:off x="11287125" y="2895600"/>
            <a:ext cx="809625" cy="953"/>
          </a:xfrm>
          <a:custGeom>
            <a:avLst/>
            <a:gdLst/>
            <a:ahLst/>
            <a:cxnLst/>
            <a:rect l="0" t="0" r="0" b="0"/>
            <a:pathLst>
              <a:path w="809625" h="953">
                <a:moveTo>
                  <a:pt x="0" y="0"/>
                </a:moveTo>
                <a:lnTo>
                  <a:pt x="809625" y="0"/>
                </a:lnTo>
              </a:path>
            </a:pathLst>
          </a:custGeom>
          <a:noFill/>
          <a:ln w="22860">
            <a:solidFill>
              <a:srgbClr val="B56D18"/>
            </a:solidFill>
            <a:prstDash val="solid"/>
          </a:ln>
        </p:spPr>
      </p:sp>
      <p:sp>
        <p:nvSpPr>
          <p:cNvPr id="135" name="path-134">
            <a:extLst>
              <a:ext uri="{FF2B5EF4-FFF2-40B4-BE49-F238E27FC236}">
                <a16:creationId xmlns:a16="http://schemas.microsoft.com/office/drawing/2014/main" id="{340C145A-9B9D-403D-B292-7BBB73877264}"/>
              </a:ext>
            </a:extLst>
          </p:cNvPr>
          <p:cNvSpPr>
            <a:spLocks noGrp="1"/>
          </p:cNvSpPr>
          <p:nvPr/>
        </p:nvSpPr>
        <p:spPr>
          <a:xfrm>
            <a:off x="12096750" y="2672715"/>
            <a:ext cx="953" cy="222885"/>
          </a:xfrm>
          <a:custGeom>
            <a:avLst/>
            <a:gdLst/>
            <a:ahLst/>
            <a:cxnLst/>
            <a:rect l="0" t="0" r="0" b="0"/>
            <a:pathLst>
              <a:path w="953" h="222885">
                <a:moveTo>
                  <a:pt x="0" y="222885"/>
                </a:moveTo>
                <a:lnTo>
                  <a:pt x="0" y="0"/>
                </a:lnTo>
              </a:path>
            </a:pathLst>
          </a:custGeom>
          <a:noFill/>
          <a:ln w="22860">
            <a:solidFill>
              <a:srgbClr val="B56D18"/>
            </a:solidFill>
            <a:prstDash val="solid"/>
          </a:ln>
        </p:spPr>
      </p:sp>
      <p:sp>
        <p:nvSpPr>
          <p:cNvPr id="136" name="path-135">
            <a:extLst>
              <a:ext uri="{FF2B5EF4-FFF2-40B4-BE49-F238E27FC236}">
                <a16:creationId xmlns:a16="http://schemas.microsoft.com/office/drawing/2014/main" id="{4B46B7DC-0382-47C5-BD1D-2E30C95E1F8D}"/>
              </a:ext>
            </a:extLst>
          </p:cNvPr>
          <p:cNvSpPr>
            <a:spLocks noGrp="1"/>
          </p:cNvSpPr>
          <p:nvPr/>
        </p:nvSpPr>
        <p:spPr>
          <a:xfrm>
            <a:off x="12051030" y="2581275"/>
            <a:ext cx="91440" cy="114300"/>
          </a:xfrm>
          <a:custGeom>
            <a:avLst/>
            <a:gdLst/>
            <a:ahLst/>
            <a:cxnLst/>
            <a:rect l="0" t="0" r="0" b="0"/>
            <a:pathLst>
              <a:path w="91440" h="114300">
                <a:moveTo>
                  <a:pt x="45720" y="0"/>
                </a:moveTo>
                <a:lnTo>
                  <a:pt x="91440" y="114300"/>
                </a:lnTo>
                <a:lnTo>
                  <a:pt x="0" y="114300"/>
                </a:lnTo>
                <a:close/>
              </a:path>
            </a:pathLst>
          </a:custGeom>
          <a:solidFill>
            <a:srgbClr val="B56D18"/>
          </a:solidFill>
          <a:ln w="0">
            <a:noFill/>
            <a:prstDash val="solid"/>
          </a:ln>
        </p:spPr>
      </p:sp>
      <p:sp>
        <p:nvSpPr>
          <p:cNvPr id="137" name="visual-136">
            <a:extLst>
              <a:ext uri="{FF2B5EF4-FFF2-40B4-BE49-F238E27FC236}">
                <a16:creationId xmlns:a16="http://schemas.microsoft.com/office/drawing/2014/main" id="{40E024B5-2645-4A78-9D8A-17544A7567C3}"/>
              </a:ext>
            </a:extLst>
          </p:cNvPr>
          <p:cNvSpPr>
            <a:spLocks noGrp="1"/>
          </p:cNvSpPr>
          <p:nvPr/>
        </p:nvSpPr>
        <p:spPr>
          <a:xfrm>
            <a:off x="11525250" y="4352925"/>
            <a:ext cx="29622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75">
                <a:solidFill>
                  <a:srgbClr val="B56D1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>
                <a:solidFill>
                  <a:srgbClr val="B56D18"/>
                </a:solidFill>
                <a:latin typeface="Times New Roman"/>
                <a:ea typeface="Times New Roman"/>
                <a:cs typeface="Times New Roman"/>
              </a:rPr>
              <a:t>Known reference wave</a:t>
            </a:r>
          </a:p>
        </p:txBody>
      </p:sp>
      <p:sp>
        <p:nvSpPr>
          <p:cNvPr id="138" name="visual-137">
            <a:extLst>
              <a:ext uri="{FF2B5EF4-FFF2-40B4-BE49-F238E27FC236}">
                <a16:creationId xmlns:a16="http://schemas.microsoft.com/office/drawing/2014/main" id="{F9EA5369-5154-4548-BB22-233A99634C11}"/>
              </a:ext>
            </a:extLst>
          </p:cNvPr>
          <p:cNvSpPr>
            <a:spLocks noGrp="1"/>
          </p:cNvSpPr>
          <p:nvPr/>
        </p:nvSpPr>
        <p:spPr>
          <a:xfrm>
            <a:off x="14192250" y="3838575"/>
            <a:ext cx="2343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025">
                <a:solidFill>
                  <a:srgbClr val="B56D1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>
                <a:solidFill>
                  <a:srgbClr val="B56D18"/>
                </a:solidFill>
                <a:latin typeface="Times New Roman"/>
                <a:ea typeface="Times New Roman"/>
                <a:cs typeface="Times New Roman"/>
              </a:rPr>
              <a:t>Added before</a:t>
            </a:r>
          </a:p>
          <a:p>
            <a:pPr algn="ctr">
              <a:defRPr sz="2025">
                <a:solidFill>
                  <a:srgbClr val="B56D1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>
                <a:solidFill>
                  <a:srgbClr val="B56D18"/>
                </a:solidFill>
                <a:latin typeface="Times New Roman"/>
                <a:ea typeface="Times New Roman"/>
                <a:cs typeface="Times New Roman"/>
              </a:rPr>
              <a:t>power detection</a:t>
            </a:r>
          </a:p>
        </p:txBody>
      </p:sp>
      <p:sp>
        <p:nvSpPr>
          <p:cNvPr id="139" name="path-138">
            <a:extLst>
              <a:ext uri="{FF2B5EF4-FFF2-40B4-BE49-F238E27FC236}">
                <a16:creationId xmlns:a16="http://schemas.microsoft.com/office/drawing/2014/main" id="{54E6EFDB-DE44-498B-8366-9921B9A5400B}"/>
              </a:ext>
            </a:extLst>
          </p:cNvPr>
          <p:cNvSpPr>
            <a:spLocks noGrp="1"/>
          </p:cNvSpPr>
          <p:nvPr/>
        </p:nvSpPr>
        <p:spPr>
          <a:xfrm>
            <a:off x="16592550" y="2343150"/>
            <a:ext cx="180975" cy="953"/>
          </a:xfrm>
          <a:custGeom>
            <a:avLst/>
            <a:gdLst/>
            <a:ahLst/>
            <a:cxnLst/>
            <a:rect l="0" t="0" r="0" b="0"/>
            <a:pathLst>
              <a:path w="180975" h="953">
                <a:moveTo>
                  <a:pt x="0" y="0"/>
                </a:moveTo>
                <a:lnTo>
                  <a:pt x="180975" y="0"/>
                </a:lnTo>
              </a:path>
            </a:pathLst>
          </a:custGeom>
          <a:noFill/>
          <a:ln w="16193">
            <a:solidFill>
              <a:srgbClr val="56788E"/>
            </a:solidFill>
            <a:prstDash val="solid"/>
          </a:ln>
        </p:spPr>
      </p:sp>
      <p:sp>
        <p:nvSpPr>
          <p:cNvPr id="140" name="path-139">
            <a:extLst>
              <a:ext uri="{FF2B5EF4-FFF2-40B4-BE49-F238E27FC236}">
                <a16:creationId xmlns:a16="http://schemas.microsoft.com/office/drawing/2014/main" id="{D2E743AE-CE2D-41A5-AD38-13BCE77F0FB7}"/>
              </a:ext>
            </a:extLst>
          </p:cNvPr>
          <p:cNvSpPr>
            <a:spLocks noGrp="1"/>
          </p:cNvSpPr>
          <p:nvPr/>
        </p:nvSpPr>
        <p:spPr>
          <a:xfrm>
            <a:off x="16773525" y="2343150"/>
            <a:ext cx="953" cy="2800350"/>
          </a:xfrm>
          <a:custGeom>
            <a:avLst/>
            <a:gdLst/>
            <a:ahLst/>
            <a:cxnLst/>
            <a:rect l="0" t="0" r="0" b="0"/>
            <a:pathLst>
              <a:path w="953" h="2800350">
                <a:moveTo>
                  <a:pt x="0" y="0"/>
                </a:moveTo>
                <a:lnTo>
                  <a:pt x="0" y="2800350"/>
                </a:lnTo>
              </a:path>
            </a:pathLst>
          </a:custGeom>
          <a:noFill/>
          <a:ln w="16193">
            <a:solidFill>
              <a:srgbClr val="56788E"/>
            </a:solidFill>
            <a:prstDash val="solid"/>
          </a:ln>
        </p:spPr>
      </p:sp>
      <p:sp>
        <p:nvSpPr>
          <p:cNvPr id="141" name="path-140">
            <a:extLst>
              <a:ext uri="{FF2B5EF4-FFF2-40B4-BE49-F238E27FC236}">
                <a16:creationId xmlns:a16="http://schemas.microsoft.com/office/drawing/2014/main" id="{97368564-F26A-4ED3-B7BA-3FDBFF67FBB0}"/>
              </a:ext>
            </a:extLst>
          </p:cNvPr>
          <p:cNvSpPr>
            <a:spLocks noGrp="1"/>
          </p:cNvSpPr>
          <p:nvPr/>
        </p:nvSpPr>
        <p:spPr>
          <a:xfrm>
            <a:off x="13239750" y="5143500"/>
            <a:ext cx="3533775" cy="953"/>
          </a:xfrm>
          <a:custGeom>
            <a:avLst/>
            <a:gdLst/>
            <a:ahLst/>
            <a:cxnLst/>
            <a:rect l="0" t="0" r="0" b="0"/>
            <a:pathLst>
              <a:path w="3533775" h="953">
                <a:moveTo>
                  <a:pt x="3533775" y="0"/>
                </a:moveTo>
                <a:lnTo>
                  <a:pt x="0" y="0"/>
                </a:lnTo>
              </a:path>
            </a:pathLst>
          </a:custGeom>
          <a:noFill/>
          <a:ln w="16193">
            <a:solidFill>
              <a:srgbClr val="56788E"/>
            </a:solidFill>
            <a:prstDash val="solid"/>
          </a:ln>
        </p:spPr>
      </p:sp>
      <p:sp>
        <p:nvSpPr>
          <p:cNvPr id="142" name="path-141">
            <a:extLst>
              <a:ext uri="{FF2B5EF4-FFF2-40B4-BE49-F238E27FC236}">
                <a16:creationId xmlns:a16="http://schemas.microsoft.com/office/drawing/2014/main" id="{3B7B2D92-5007-41D7-8A4A-E9E8168CEC7F}"/>
              </a:ext>
            </a:extLst>
          </p:cNvPr>
          <p:cNvSpPr>
            <a:spLocks noGrp="1"/>
          </p:cNvSpPr>
          <p:nvPr/>
        </p:nvSpPr>
        <p:spPr>
          <a:xfrm>
            <a:off x="13239750" y="5143500"/>
            <a:ext cx="953" cy="1809750"/>
          </a:xfrm>
          <a:custGeom>
            <a:avLst/>
            <a:gdLst/>
            <a:ahLst/>
            <a:cxnLst/>
            <a:rect l="0" t="0" r="0" b="0"/>
            <a:pathLst>
              <a:path w="953" h="1809750">
                <a:moveTo>
                  <a:pt x="0" y="0"/>
                </a:moveTo>
                <a:lnTo>
                  <a:pt x="0" y="1809750"/>
                </a:lnTo>
              </a:path>
            </a:pathLst>
          </a:custGeom>
          <a:noFill/>
          <a:ln w="16193">
            <a:solidFill>
              <a:srgbClr val="56788E"/>
            </a:solidFill>
            <a:prstDash val="solid"/>
          </a:ln>
        </p:spPr>
      </p:sp>
      <p:sp>
        <p:nvSpPr>
          <p:cNvPr id="143" name="path-142">
            <a:extLst>
              <a:ext uri="{FF2B5EF4-FFF2-40B4-BE49-F238E27FC236}">
                <a16:creationId xmlns:a16="http://schemas.microsoft.com/office/drawing/2014/main" id="{A82A58C1-E3DC-45D0-BE55-1C48AD93D3BE}"/>
              </a:ext>
            </a:extLst>
          </p:cNvPr>
          <p:cNvSpPr>
            <a:spLocks noGrp="1"/>
          </p:cNvSpPr>
          <p:nvPr/>
        </p:nvSpPr>
        <p:spPr>
          <a:xfrm>
            <a:off x="12121515" y="6953250"/>
            <a:ext cx="1118235" cy="953"/>
          </a:xfrm>
          <a:custGeom>
            <a:avLst/>
            <a:gdLst/>
            <a:ahLst/>
            <a:cxnLst/>
            <a:rect l="0" t="0" r="0" b="0"/>
            <a:pathLst>
              <a:path w="1118235" h="953">
                <a:moveTo>
                  <a:pt x="1118235" y="0"/>
                </a:moveTo>
                <a:lnTo>
                  <a:pt x="0" y="0"/>
                </a:lnTo>
              </a:path>
            </a:pathLst>
          </a:custGeom>
          <a:noFill/>
          <a:ln w="16193">
            <a:solidFill>
              <a:srgbClr val="56788E"/>
            </a:solidFill>
            <a:prstDash val="solid"/>
          </a:ln>
        </p:spPr>
      </p:sp>
      <p:sp>
        <p:nvSpPr>
          <p:cNvPr id="144" name="path-143">
            <a:extLst>
              <a:ext uri="{FF2B5EF4-FFF2-40B4-BE49-F238E27FC236}">
                <a16:creationId xmlns:a16="http://schemas.microsoft.com/office/drawing/2014/main" id="{95CBFF33-D3AA-48C1-A21F-B02B25DA4648}"/>
              </a:ext>
            </a:extLst>
          </p:cNvPr>
          <p:cNvSpPr>
            <a:spLocks noGrp="1"/>
          </p:cNvSpPr>
          <p:nvPr/>
        </p:nvSpPr>
        <p:spPr>
          <a:xfrm>
            <a:off x="12030075" y="6907530"/>
            <a:ext cx="114300" cy="91440"/>
          </a:xfrm>
          <a:custGeom>
            <a:avLst/>
            <a:gdLst/>
            <a:ahLst/>
            <a:cxnLst/>
            <a:rect l="0" t="0" r="0" b="0"/>
            <a:pathLst>
              <a:path w="114300" h="91440">
                <a:moveTo>
                  <a:pt x="0" y="45720"/>
                </a:moveTo>
                <a:lnTo>
                  <a:pt x="114300" y="0"/>
                </a:lnTo>
                <a:lnTo>
                  <a:pt x="114300" y="91440"/>
                </a:lnTo>
                <a:close/>
              </a:path>
            </a:pathLst>
          </a:custGeom>
          <a:solidFill>
            <a:srgbClr val="56788E"/>
          </a:solidFill>
          <a:ln w="0">
            <a:noFill/>
            <a:prstDash val="solid"/>
          </a:ln>
        </p:spPr>
      </p:sp>
      <p:sp>
        <p:nvSpPr>
          <p:cNvPr id="145" name="path-144">
            <a:extLst>
              <a:ext uri="{FF2B5EF4-FFF2-40B4-BE49-F238E27FC236}">
                <a16:creationId xmlns:a16="http://schemas.microsoft.com/office/drawing/2014/main" id="{2BF5E578-8E25-4F3B-B322-EC26652CB3CA}"/>
              </a:ext>
            </a:extLst>
          </p:cNvPr>
          <p:cNvSpPr>
            <a:spLocks noGrp="1"/>
          </p:cNvSpPr>
          <p:nvPr/>
        </p:nvSpPr>
        <p:spPr>
          <a:xfrm>
            <a:off x="466725" y="5000625"/>
            <a:ext cx="15792450" cy="953"/>
          </a:xfrm>
          <a:custGeom>
            <a:avLst/>
            <a:gdLst/>
            <a:ahLst/>
            <a:cxnLst/>
            <a:rect l="0" t="0" r="0" b="0"/>
            <a:pathLst>
              <a:path w="15792450" h="953">
                <a:moveTo>
                  <a:pt x="0" y="0"/>
                </a:moveTo>
                <a:lnTo>
                  <a:pt x="15792450" y="0"/>
                </a:lnTo>
              </a:path>
            </a:pathLst>
          </a:custGeom>
          <a:noFill/>
          <a:ln w="13335">
            <a:solidFill>
              <a:srgbClr val="CCD9E2"/>
            </a:solidFill>
            <a:prstDash val="solid"/>
          </a:ln>
        </p:spPr>
      </p:sp>
      <p:sp>
        <p:nvSpPr>
          <p:cNvPr id="146" name="visual-145">
            <a:extLst>
              <a:ext uri="{FF2B5EF4-FFF2-40B4-BE49-F238E27FC236}">
                <a16:creationId xmlns:a16="http://schemas.microsoft.com/office/drawing/2014/main" id="{8CB93103-6144-4C56-A4B9-B6688490336B}"/>
              </a:ext>
            </a:extLst>
          </p:cNvPr>
          <p:cNvSpPr>
            <a:spLocks noGrp="1"/>
          </p:cNvSpPr>
          <p:nvPr/>
        </p:nvSpPr>
        <p:spPr>
          <a:xfrm>
            <a:off x="542925" y="5238750"/>
            <a:ext cx="98298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700" b="1">
                <a:solidFill>
                  <a:srgbClr val="246A9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1">
                <a:solidFill>
                  <a:srgbClr val="246A96"/>
                </a:solidFill>
                <a:latin typeface="Times New Roman"/>
                <a:ea typeface="Times New Roman"/>
                <a:cs typeface="Times New Roman"/>
              </a:rPr>
              <a:t>Zoom: one receiving element, one symbol</a:t>
            </a:r>
          </a:p>
        </p:txBody>
      </p:sp>
      <p:sp>
        <p:nvSpPr>
          <p:cNvPr id="147" name="visual-146">
            <a:extLst>
              <a:ext uri="{FF2B5EF4-FFF2-40B4-BE49-F238E27FC236}">
                <a16:creationId xmlns:a16="http://schemas.microsoft.com/office/drawing/2014/main" id="{A8D5E66B-3545-4FC4-9BBD-D653DE8F9383}"/>
              </a:ext>
            </a:extLst>
          </p:cNvPr>
          <p:cNvSpPr>
            <a:spLocks noGrp="1"/>
          </p:cNvSpPr>
          <p:nvPr/>
        </p:nvSpPr>
        <p:spPr>
          <a:xfrm>
            <a:off x="9867900" y="5324475"/>
            <a:ext cx="32004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0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M = 4 subslots shown</a:t>
            </a:r>
          </a:p>
        </p:txBody>
      </p:sp>
      <p:sp>
        <p:nvSpPr>
          <p:cNvPr id="148" name="visual-147">
            <a:extLst>
              <a:ext uri="{FF2B5EF4-FFF2-40B4-BE49-F238E27FC236}">
                <a16:creationId xmlns:a16="http://schemas.microsoft.com/office/drawing/2014/main" id="{92697780-01F7-4D01-ABFF-F65E61344AB8}"/>
              </a:ext>
            </a:extLst>
          </p:cNvPr>
          <p:cNvSpPr>
            <a:spLocks noGrp="1"/>
          </p:cNvSpPr>
          <p:nvPr/>
        </p:nvSpPr>
        <p:spPr>
          <a:xfrm>
            <a:off x="4105275" y="5724525"/>
            <a:ext cx="5057775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250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One symbol interval, T</a:t>
            </a:r>
            <a:r>
              <a:rPr sz="1620" baseline="-23000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s</a:t>
            </a:r>
          </a:p>
        </p:txBody>
      </p:sp>
      <p:sp>
        <p:nvSpPr>
          <p:cNvPr id="149" name="path-148">
            <a:extLst>
              <a:ext uri="{FF2B5EF4-FFF2-40B4-BE49-F238E27FC236}">
                <a16:creationId xmlns:a16="http://schemas.microsoft.com/office/drawing/2014/main" id="{9DE8AD3C-BCA1-4C05-85DA-65EE131CDC8E}"/>
              </a:ext>
            </a:extLst>
          </p:cNvPr>
          <p:cNvSpPr>
            <a:spLocks noGrp="1"/>
          </p:cNvSpPr>
          <p:nvPr/>
        </p:nvSpPr>
        <p:spPr>
          <a:xfrm>
            <a:off x="2076450" y="6086475"/>
            <a:ext cx="953" cy="76200"/>
          </a:xfrm>
          <a:custGeom>
            <a:avLst/>
            <a:gdLst/>
            <a:ahLst/>
            <a:cxnLst/>
            <a:rect l="0" t="0" r="0" b="0"/>
            <a:pathLst>
              <a:path w="953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/>
          <a:ln w="17145">
            <a:solidFill>
              <a:srgbClr val="203344"/>
            </a:solidFill>
            <a:prstDash val="solid"/>
          </a:ln>
        </p:spPr>
      </p:sp>
      <p:sp>
        <p:nvSpPr>
          <p:cNvPr id="150" name="path-149">
            <a:extLst>
              <a:ext uri="{FF2B5EF4-FFF2-40B4-BE49-F238E27FC236}">
                <a16:creationId xmlns:a16="http://schemas.microsoft.com/office/drawing/2014/main" id="{F49FEDAD-FE53-4A99-925A-C8E79F34E415}"/>
              </a:ext>
            </a:extLst>
          </p:cNvPr>
          <p:cNvSpPr>
            <a:spLocks noGrp="1"/>
          </p:cNvSpPr>
          <p:nvPr/>
        </p:nvSpPr>
        <p:spPr>
          <a:xfrm>
            <a:off x="2076450" y="6162675"/>
            <a:ext cx="9906000" cy="953"/>
          </a:xfrm>
          <a:custGeom>
            <a:avLst/>
            <a:gdLst/>
            <a:ahLst/>
            <a:cxnLst/>
            <a:rect l="0" t="0" r="0" b="0"/>
            <a:pathLst>
              <a:path w="9906000" h="953">
                <a:moveTo>
                  <a:pt x="0" y="0"/>
                </a:moveTo>
                <a:lnTo>
                  <a:pt x="9906000" y="0"/>
                </a:lnTo>
              </a:path>
            </a:pathLst>
          </a:custGeom>
          <a:noFill/>
          <a:ln w="17145">
            <a:solidFill>
              <a:srgbClr val="203344"/>
            </a:solidFill>
            <a:prstDash val="solid"/>
          </a:ln>
        </p:spPr>
      </p:sp>
      <p:sp>
        <p:nvSpPr>
          <p:cNvPr id="151" name="path-150">
            <a:extLst>
              <a:ext uri="{FF2B5EF4-FFF2-40B4-BE49-F238E27FC236}">
                <a16:creationId xmlns:a16="http://schemas.microsoft.com/office/drawing/2014/main" id="{956273B2-B29B-4C65-8CE6-083AA53C27FB}"/>
              </a:ext>
            </a:extLst>
          </p:cNvPr>
          <p:cNvSpPr>
            <a:spLocks noGrp="1"/>
          </p:cNvSpPr>
          <p:nvPr/>
        </p:nvSpPr>
        <p:spPr>
          <a:xfrm>
            <a:off x="11982450" y="6086475"/>
            <a:ext cx="953" cy="76200"/>
          </a:xfrm>
          <a:custGeom>
            <a:avLst/>
            <a:gdLst/>
            <a:ahLst/>
            <a:cxnLst/>
            <a:rect l="0" t="0" r="0" b="0"/>
            <a:pathLst>
              <a:path w="953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noFill/>
          <a:ln w="17145">
            <a:solidFill>
              <a:srgbClr val="203344"/>
            </a:solidFill>
            <a:prstDash val="solid"/>
          </a:ln>
        </p:spPr>
      </p:sp>
      <p:sp>
        <p:nvSpPr>
          <p:cNvPr id="152" name="visual-151">
            <a:extLst>
              <a:ext uri="{FF2B5EF4-FFF2-40B4-BE49-F238E27FC236}">
                <a16:creationId xmlns:a16="http://schemas.microsoft.com/office/drawing/2014/main" id="{498AECC9-C90C-4B5A-AC6C-986F33A0E326}"/>
              </a:ext>
            </a:extLst>
          </p:cNvPr>
          <p:cNvSpPr>
            <a:spLocks noGrp="1"/>
          </p:cNvSpPr>
          <p:nvPr/>
        </p:nvSpPr>
        <p:spPr>
          <a:xfrm>
            <a:off x="6429375" y="5791200"/>
            <a:ext cx="952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endParaRPr/>
          </a:p>
        </p:txBody>
      </p:sp>
      <p:sp>
        <p:nvSpPr>
          <p:cNvPr id="153" name="visual-152">
            <a:extLst>
              <a:ext uri="{FF2B5EF4-FFF2-40B4-BE49-F238E27FC236}">
                <a16:creationId xmlns:a16="http://schemas.microsoft.com/office/drawing/2014/main" id="{52277A80-3704-4E9A-A3AC-345516A480B5}"/>
              </a:ext>
            </a:extLst>
          </p:cNvPr>
          <p:cNvSpPr>
            <a:spLocks noGrp="1"/>
          </p:cNvSpPr>
          <p:nvPr/>
        </p:nvSpPr>
        <p:spPr>
          <a:xfrm>
            <a:off x="4552950" y="6305550"/>
            <a:ext cx="2476500" cy="2066925"/>
          </a:xfrm>
          <a:prstGeom prst="rect">
            <a:avLst/>
          </a:prstGeom>
          <a:solidFill>
            <a:srgbClr val="2C7A86">
              <a:alpha val="9000"/>
            </a:srgbClr>
          </a:solidFill>
          <a:ln w="0">
            <a:noFill/>
            <a:prstDash val="solid"/>
          </a:ln>
        </p:spPr>
      </p:sp>
      <p:sp>
        <p:nvSpPr>
          <p:cNvPr id="154" name="visual-153">
            <a:extLst>
              <a:ext uri="{FF2B5EF4-FFF2-40B4-BE49-F238E27FC236}">
                <a16:creationId xmlns:a16="http://schemas.microsoft.com/office/drawing/2014/main" id="{4741D98B-6FDA-48B9-BE5E-8E05029F3B9F}"/>
              </a:ext>
            </a:extLst>
          </p:cNvPr>
          <p:cNvSpPr>
            <a:spLocks noGrp="1"/>
          </p:cNvSpPr>
          <p:nvPr/>
        </p:nvSpPr>
        <p:spPr>
          <a:xfrm>
            <a:off x="2085975" y="6315075"/>
            <a:ext cx="2457450" cy="381000"/>
          </a:xfrm>
          <a:prstGeom prst="rect">
            <a:avLst/>
          </a:prstGeom>
          <a:solidFill>
            <a:srgbClr val="F4F8FB"/>
          </a:solidFill>
          <a:ln w="11430">
            <a:solidFill>
              <a:srgbClr val="CCD9E2"/>
            </a:solidFill>
            <a:prstDash val="solid"/>
          </a:ln>
        </p:spPr>
      </p:sp>
      <p:sp>
        <p:nvSpPr>
          <p:cNvPr id="155" name="visual-154">
            <a:extLst>
              <a:ext uri="{FF2B5EF4-FFF2-40B4-BE49-F238E27FC236}">
                <a16:creationId xmlns:a16="http://schemas.microsoft.com/office/drawing/2014/main" id="{B4FE32C7-4E58-481B-897B-0BC3D082E53A}"/>
              </a:ext>
            </a:extLst>
          </p:cNvPr>
          <p:cNvSpPr>
            <a:spLocks noGrp="1"/>
          </p:cNvSpPr>
          <p:nvPr/>
        </p:nvSpPr>
        <p:spPr>
          <a:xfrm>
            <a:off x="2114550" y="6324600"/>
            <a:ext cx="24003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0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Subslot 0</a:t>
            </a:r>
          </a:p>
        </p:txBody>
      </p:sp>
      <p:sp>
        <p:nvSpPr>
          <p:cNvPr id="156" name="visual-155">
            <a:extLst>
              <a:ext uri="{FF2B5EF4-FFF2-40B4-BE49-F238E27FC236}">
                <a16:creationId xmlns:a16="http://schemas.microsoft.com/office/drawing/2014/main" id="{AB68931C-1488-4876-A209-CC65E8F718F2}"/>
              </a:ext>
            </a:extLst>
          </p:cNvPr>
          <p:cNvSpPr>
            <a:spLocks noGrp="1"/>
          </p:cNvSpPr>
          <p:nvPr/>
        </p:nvSpPr>
        <p:spPr>
          <a:xfrm>
            <a:off x="4562475" y="6315075"/>
            <a:ext cx="2457450" cy="381000"/>
          </a:xfrm>
          <a:prstGeom prst="rect">
            <a:avLst/>
          </a:prstGeom>
          <a:solidFill>
            <a:srgbClr val="E2F0EF"/>
          </a:solidFill>
          <a:ln w="11430">
            <a:solidFill>
              <a:srgbClr val="2C7A86"/>
            </a:solidFill>
            <a:prstDash val="solid"/>
          </a:ln>
        </p:spPr>
      </p:sp>
      <p:sp>
        <p:nvSpPr>
          <p:cNvPr id="157" name="visual-156">
            <a:extLst>
              <a:ext uri="{FF2B5EF4-FFF2-40B4-BE49-F238E27FC236}">
                <a16:creationId xmlns:a16="http://schemas.microsoft.com/office/drawing/2014/main" id="{75EE5921-3A67-40C6-BFF8-31DC3A41F22E}"/>
              </a:ext>
            </a:extLst>
          </p:cNvPr>
          <p:cNvSpPr>
            <a:spLocks noGrp="1"/>
          </p:cNvSpPr>
          <p:nvPr/>
        </p:nvSpPr>
        <p:spPr>
          <a:xfrm>
            <a:off x="4591050" y="6324600"/>
            <a:ext cx="24003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00">
                <a:solidFill>
                  <a:srgbClr val="2C7A8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>
                <a:solidFill>
                  <a:srgbClr val="2C7A86"/>
                </a:solidFill>
                <a:latin typeface="Times New Roman"/>
                <a:ea typeface="Times New Roman"/>
                <a:cs typeface="Times New Roman"/>
              </a:rPr>
              <a:t>Selected subslot m</a:t>
            </a:r>
          </a:p>
        </p:txBody>
      </p:sp>
      <p:sp>
        <p:nvSpPr>
          <p:cNvPr id="158" name="visual-157">
            <a:extLst>
              <a:ext uri="{FF2B5EF4-FFF2-40B4-BE49-F238E27FC236}">
                <a16:creationId xmlns:a16="http://schemas.microsoft.com/office/drawing/2014/main" id="{405518CF-ABB7-4520-B697-B85AD000655E}"/>
              </a:ext>
            </a:extLst>
          </p:cNvPr>
          <p:cNvSpPr>
            <a:spLocks noGrp="1"/>
          </p:cNvSpPr>
          <p:nvPr/>
        </p:nvSpPr>
        <p:spPr>
          <a:xfrm>
            <a:off x="7038975" y="6315075"/>
            <a:ext cx="2457450" cy="381000"/>
          </a:xfrm>
          <a:prstGeom prst="rect">
            <a:avLst/>
          </a:prstGeom>
          <a:solidFill>
            <a:srgbClr val="F4F8FB"/>
          </a:solidFill>
          <a:ln w="11430">
            <a:solidFill>
              <a:srgbClr val="CCD9E2"/>
            </a:solidFill>
            <a:prstDash val="solid"/>
          </a:ln>
        </p:spPr>
      </p:sp>
      <p:sp>
        <p:nvSpPr>
          <p:cNvPr id="159" name="visual-158">
            <a:extLst>
              <a:ext uri="{FF2B5EF4-FFF2-40B4-BE49-F238E27FC236}">
                <a16:creationId xmlns:a16="http://schemas.microsoft.com/office/drawing/2014/main" id="{FBCB7F42-3745-4BB5-8532-BD54FC5EADEC}"/>
              </a:ext>
            </a:extLst>
          </p:cNvPr>
          <p:cNvSpPr>
            <a:spLocks noGrp="1"/>
          </p:cNvSpPr>
          <p:nvPr/>
        </p:nvSpPr>
        <p:spPr>
          <a:xfrm>
            <a:off x="7067550" y="6324600"/>
            <a:ext cx="24003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0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Subslot 2</a:t>
            </a:r>
          </a:p>
        </p:txBody>
      </p:sp>
      <p:sp>
        <p:nvSpPr>
          <p:cNvPr id="160" name="visual-159">
            <a:extLst>
              <a:ext uri="{FF2B5EF4-FFF2-40B4-BE49-F238E27FC236}">
                <a16:creationId xmlns:a16="http://schemas.microsoft.com/office/drawing/2014/main" id="{CFBFA94A-2D58-4284-9DBF-034DE0BB71B7}"/>
              </a:ext>
            </a:extLst>
          </p:cNvPr>
          <p:cNvSpPr>
            <a:spLocks noGrp="1"/>
          </p:cNvSpPr>
          <p:nvPr/>
        </p:nvSpPr>
        <p:spPr>
          <a:xfrm>
            <a:off x="9515475" y="6315075"/>
            <a:ext cx="2457450" cy="381000"/>
          </a:xfrm>
          <a:prstGeom prst="rect">
            <a:avLst/>
          </a:prstGeom>
          <a:solidFill>
            <a:srgbClr val="F4F8FB"/>
          </a:solidFill>
          <a:ln w="11430">
            <a:solidFill>
              <a:srgbClr val="CCD9E2"/>
            </a:solidFill>
            <a:prstDash val="solid"/>
          </a:ln>
        </p:spPr>
      </p:sp>
      <p:sp>
        <p:nvSpPr>
          <p:cNvPr id="161" name="visual-160">
            <a:extLst>
              <a:ext uri="{FF2B5EF4-FFF2-40B4-BE49-F238E27FC236}">
                <a16:creationId xmlns:a16="http://schemas.microsoft.com/office/drawing/2014/main" id="{1F7CF993-A252-435C-B567-6FD1588683B9}"/>
              </a:ext>
            </a:extLst>
          </p:cNvPr>
          <p:cNvSpPr>
            <a:spLocks noGrp="1"/>
          </p:cNvSpPr>
          <p:nvPr/>
        </p:nvSpPr>
        <p:spPr>
          <a:xfrm>
            <a:off x="9544050" y="6324600"/>
            <a:ext cx="24003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0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Subslot 3</a:t>
            </a:r>
          </a:p>
        </p:txBody>
      </p:sp>
      <p:sp>
        <p:nvSpPr>
          <p:cNvPr id="162" name="integrated-energy-area">
            <a:extLst>
              <a:ext uri="{FF2B5EF4-FFF2-40B4-BE49-F238E27FC236}">
                <a16:creationId xmlns:a16="http://schemas.microsoft.com/office/drawing/2014/main" id="{C693F2EE-A609-412B-9F1B-37641CD58E78}"/>
              </a:ext>
            </a:extLst>
          </p:cNvPr>
          <p:cNvSpPr>
            <a:spLocks noGrp="1"/>
          </p:cNvSpPr>
          <p:nvPr/>
        </p:nvSpPr>
        <p:spPr>
          <a:xfrm>
            <a:off x="4552950" y="6999185"/>
            <a:ext cx="2476500" cy="1249465"/>
          </a:xfrm>
          <a:custGeom>
            <a:avLst/>
            <a:gdLst/>
            <a:ahLst/>
            <a:cxnLst/>
            <a:rect l="0" t="0" r="0" b="0"/>
            <a:pathLst>
              <a:path w="2476500" h="1249465">
                <a:moveTo>
                  <a:pt x="0" y="1249465"/>
                </a:moveTo>
                <a:lnTo>
                  <a:pt x="1077" y="306547"/>
                </a:lnTo>
                <a:lnTo>
                  <a:pt x="5386" y="407503"/>
                </a:lnTo>
                <a:lnTo>
                  <a:pt x="9695" y="514848"/>
                </a:lnTo>
                <a:lnTo>
                  <a:pt x="14004" y="625291"/>
                </a:lnTo>
                <a:lnTo>
                  <a:pt x="18313" y="735451"/>
                </a:lnTo>
                <a:lnTo>
                  <a:pt x="22621" y="841954"/>
                </a:lnTo>
                <a:lnTo>
                  <a:pt x="26930" y="941544"/>
                </a:lnTo>
                <a:lnTo>
                  <a:pt x="31239" y="1031177"/>
                </a:lnTo>
                <a:lnTo>
                  <a:pt x="35548" y="1108119"/>
                </a:lnTo>
                <a:lnTo>
                  <a:pt x="39857" y="1170025"/>
                </a:lnTo>
                <a:lnTo>
                  <a:pt x="44166" y="1215014"/>
                </a:lnTo>
                <a:lnTo>
                  <a:pt x="48474" y="1241725"/>
                </a:lnTo>
                <a:lnTo>
                  <a:pt x="52783" y="1249359"/>
                </a:lnTo>
                <a:lnTo>
                  <a:pt x="57092" y="1237701"/>
                </a:lnTo>
                <a:lnTo>
                  <a:pt x="61401" y="1207131"/>
                </a:lnTo>
                <a:lnTo>
                  <a:pt x="65710" y="1158605"/>
                </a:lnTo>
                <a:lnTo>
                  <a:pt x="70018" y="1093633"/>
                </a:lnTo>
                <a:lnTo>
                  <a:pt x="74327" y="1014225"/>
                </a:lnTo>
                <a:lnTo>
                  <a:pt x="78636" y="922833"/>
                </a:lnTo>
                <a:lnTo>
                  <a:pt x="82945" y="822278"/>
                </a:lnTo>
                <a:lnTo>
                  <a:pt x="87254" y="715654"/>
                </a:lnTo>
                <a:lnTo>
                  <a:pt x="91563" y="606245"/>
                </a:lnTo>
                <a:lnTo>
                  <a:pt x="95871" y="497414"/>
                </a:lnTo>
                <a:lnTo>
                  <a:pt x="100180" y="392506"/>
                </a:lnTo>
                <a:lnTo>
                  <a:pt x="104489" y="294741"/>
                </a:lnTo>
                <a:lnTo>
                  <a:pt x="108798" y="207120"/>
                </a:lnTo>
                <a:lnTo>
                  <a:pt x="113107" y="132330"/>
                </a:lnTo>
                <a:lnTo>
                  <a:pt x="117416" y="72661"/>
                </a:lnTo>
                <a:lnTo>
                  <a:pt x="121724" y="29940"/>
                </a:lnTo>
                <a:lnTo>
                  <a:pt x="126033" y="5472"/>
                </a:lnTo>
                <a:lnTo>
                  <a:pt x="130342" y="0"/>
                </a:lnTo>
                <a:lnTo>
                  <a:pt x="134651" y="13686"/>
                </a:lnTo>
                <a:lnTo>
                  <a:pt x="138960" y="46102"/>
                </a:lnTo>
                <a:lnTo>
                  <a:pt x="143269" y="96249"/>
                </a:lnTo>
                <a:lnTo>
                  <a:pt x="147577" y="162582"/>
                </a:lnTo>
                <a:lnTo>
                  <a:pt x="151886" y="243061"/>
                </a:lnTo>
                <a:lnTo>
                  <a:pt x="156195" y="335217"/>
                </a:lnTo>
                <a:lnTo>
                  <a:pt x="160504" y="436221"/>
                </a:lnTo>
                <a:lnTo>
                  <a:pt x="164813" y="542976"/>
                </a:lnTo>
                <a:lnTo>
                  <a:pt x="169122" y="652211"/>
                </a:lnTo>
                <a:lnTo>
                  <a:pt x="173430" y="760581"/>
                </a:lnTo>
                <a:lnTo>
                  <a:pt x="177739" y="864770"/>
                </a:lnTo>
                <a:lnTo>
                  <a:pt x="182048" y="961594"/>
                </a:lnTo>
                <a:lnTo>
                  <a:pt x="186357" y="1048095"/>
                </a:lnTo>
                <a:lnTo>
                  <a:pt x="190666" y="1121635"/>
                </a:lnTo>
                <a:lnTo>
                  <a:pt x="194975" y="1179974"/>
                </a:lnTo>
                <a:lnTo>
                  <a:pt x="199283" y="1221343"/>
                </a:lnTo>
                <a:lnTo>
                  <a:pt x="203592" y="1244491"/>
                </a:lnTo>
                <a:lnTo>
                  <a:pt x="207901" y="1248728"/>
                </a:lnTo>
                <a:lnTo>
                  <a:pt x="212210" y="1233944"/>
                </a:lnTo>
                <a:lnTo>
                  <a:pt x="216519" y="1200615"/>
                </a:lnTo>
                <a:lnTo>
                  <a:pt x="220828" y="1149781"/>
                </a:lnTo>
                <a:lnTo>
                  <a:pt x="225136" y="1083021"/>
                </a:lnTo>
                <a:lnTo>
                  <a:pt x="229445" y="1002400"/>
                </a:lnTo>
                <a:lnTo>
                  <a:pt x="233754" y="910406"/>
                </a:lnTo>
                <a:lnTo>
                  <a:pt x="238063" y="809877"/>
                </a:lnTo>
                <a:lnTo>
                  <a:pt x="242372" y="703906"/>
                </a:lnTo>
                <a:lnTo>
                  <a:pt x="246681" y="595755"/>
                </a:lnTo>
                <a:lnTo>
                  <a:pt x="250989" y="488746"/>
                </a:lnTo>
                <a:lnTo>
                  <a:pt x="255298" y="386168"/>
                </a:lnTo>
                <a:lnTo>
                  <a:pt x="259607" y="291169"/>
                </a:lnTo>
                <a:lnTo>
                  <a:pt x="263916" y="206663"/>
                </a:lnTo>
                <a:lnTo>
                  <a:pt x="268225" y="135241"/>
                </a:lnTo>
                <a:lnTo>
                  <a:pt x="272533" y="79088"/>
                </a:lnTo>
                <a:lnTo>
                  <a:pt x="276842" y="39923"/>
                </a:lnTo>
                <a:lnTo>
                  <a:pt x="281151" y="18941"/>
                </a:lnTo>
                <a:lnTo>
                  <a:pt x="285460" y="16779"/>
                </a:lnTo>
                <a:lnTo>
                  <a:pt x="289769" y="33496"/>
                </a:lnTo>
                <a:lnTo>
                  <a:pt x="294078" y="68573"/>
                </a:lnTo>
                <a:lnTo>
                  <a:pt x="298386" y="120927"/>
                </a:lnTo>
                <a:lnTo>
                  <a:pt x="302695" y="188949"/>
                </a:lnTo>
                <a:lnTo>
                  <a:pt x="307004" y="270547"/>
                </a:lnTo>
                <a:lnTo>
                  <a:pt x="311313" y="363217"/>
                </a:lnTo>
                <a:lnTo>
                  <a:pt x="315622" y="464117"/>
                </a:lnTo>
                <a:lnTo>
                  <a:pt x="319931" y="570154"/>
                </a:lnTo>
                <a:lnTo>
                  <a:pt x="324239" y="678080"/>
                </a:lnTo>
                <a:lnTo>
                  <a:pt x="328548" y="784592"/>
                </a:lnTo>
                <a:lnTo>
                  <a:pt x="332857" y="886432"/>
                </a:lnTo>
                <a:lnTo>
                  <a:pt x="337166" y="980489"/>
                </a:lnTo>
                <a:lnTo>
                  <a:pt x="341475" y="1063891"/>
                </a:lnTo>
                <a:lnTo>
                  <a:pt x="345784" y="1134096"/>
                </a:lnTo>
                <a:lnTo>
                  <a:pt x="350092" y="1188967"/>
                </a:lnTo>
                <a:lnTo>
                  <a:pt x="354401" y="1226842"/>
                </a:lnTo>
                <a:lnTo>
                  <a:pt x="358710" y="1246577"/>
                </a:lnTo>
                <a:lnTo>
                  <a:pt x="363019" y="1247588"/>
                </a:lnTo>
                <a:lnTo>
                  <a:pt x="367328" y="1229865"/>
                </a:lnTo>
                <a:lnTo>
                  <a:pt x="371637" y="1193970"/>
                </a:lnTo>
                <a:lnTo>
                  <a:pt x="375945" y="1141024"/>
                </a:lnTo>
                <a:lnTo>
                  <a:pt x="380254" y="1072670"/>
                </a:lnTo>
                <a:lnTo>
                  <a:pt x="384563" y="991020"/>
                </a:lnTo>
                <a:lnTo>
                  <a:pt x="388872" y="898594"/>
                </a:lnTo>
                <a:lnTo>
                  <a:pt x="393181" y="798240"/>
                </a:lnTo>
                <a:lnTo>
                  <a:pt x="397490" y="693047"/>
                </a:lnTo>
                <a:lnTo>
                  <a:pt x="401798" y="586249"/>
                </a:lnTo>
                <a:lnTo>
                  <a:pt x="406107" y="481128"/>
                </a:lnTo>
                <a:lnTo>
                  <a:pt x="410416" y="380912"/>
                </a:lnTo>
                <a:lnTo>
                  <a:pt x="414725" y="288675"/>
                </a:lnTo>
                <a:lnTo>
                  <a:pt x="419034" y="207246"/>
                </a:lnTo>
                <a:lnTo>
                  <a:pt x="423343" y="139120"/>
                </a:lnTo>
                <a:lnTo>
                  <a:pt x="427651" y="86382"/>
                </a:lnTo>
                <a:lnTo>
                  <a:pt x="431960" y="50643"/>
                </a:lnTo>
                <a:lnTo>
                  <a:pt x="436269" y="32995"/>
                </a:lnTo>
                <a:lnTo>
                  <a:pt x="440578" y="33970"/>
                </a:lnTo>
                <a:lnTo>
                  <a:pt x="444887" y="53533"/>
                </a:lnTo>
                <a:lnTo>
                  <a:pt x="449196" y="91076"/>
                </a:lnTo>
                <a:lnTo>
                  <a:pt x="453504" y="145443"/>
                </a:lnTo>
                <a:lnTo>
                  <a:pt x="457813" y="214961"/>
                </a:lnTo>
                <a:lnTo>
                  <a:pt x="462122" y="297496"/>
                </a:lnTo>
                <a:lnTo>
                  <a:pt x="466431" y="390515"/>
                </a:lnTo>
                <a:lnTo>
                  <a:pt x="470740" y="491167"/>
                </a:lnTo>
                <a:lnTo>
                  <a:pt x="475048" y="596366"/>
                </a:lnTo>
                <a:lnTo>
                  <a:pt x="479357" y="702893"/>
                </a:lnTo>
                <a:lnTo>
                  <a:pt x="483666" y="807488"/>
                </a:lnTo>
                <a:lnTo>
                  <a:pt x="487975" y="906954"/>
                </a:lnTo>
                <a:lnTo>
                  <a:pt x="492284" y="998253"/>
                </a:lnTo>
                <a:lnTo>
                  <a:pt x="496593" y="1078599"/>
                </a:lnTo>
                <a:lnTo>
                  <a:pt x="500901" y="1145545"/>
                </a:lnTo>
                <a:lnTo>
                  <a:pt x="505210" y="1197055"/>
                </a:lnTo>
                <a:lnTo>
                  <a:pt x="509519" y="1231569"/>
                </a:lnTo>
                <a:lnTo>
                  <a:pt x="513828" y="1248049"/>
                </a:lnTo>
                <a:lnTo>
                  <a:pt x="518137" y="1246009"/>
                </a:lnTo>
                <a:lnTo>
                  <a:pt x="522446" y="1225533"/>
                </a:lnTo>
                <a:lnTo>
                  <a:pt x="526754" y="1187268"/>
                </a:lnTo>
                <a:lnTo>
                  <a:pt x="531063" y="1132406"/>
                </a:lnTo>
                <a:lnTo>
                  <a:pt x="535372" y="1062648"/>
                </a:lnTo>
                <a:lnTo>
                  <a:pt x="539681" y="980150"/>
                </a:lnTo>
                <a:lnTo>
                  <a:pt x="543990" y="887455"/>
                </a:lnTo>
                <a:lnTo>
                  <a:pt x="548299" y="787418"/>
                </a:lnTo>
                <a:lnTo>
                  <a:pt x="552607" y="683118"/>
                </a:lnTo>
                <a:lnTo>
                  <a:pt x="556916" y="577760"/>
                </a:lnTo>
                <a:lnTo>
                  <a:pt x="561225" y="474580"/>
                </a:lnTo>
                <a:lnTo>
                  <a:pt x="565534" y="376746"/>
                </a:lnTo>
                <a:lnTo>
                  <a:pt x="569843" y="287258"/>
                </a:lnTo>
                <a:lnTo>
                  <a:pt x="574152" y="208859"/>
                </a:lnTo>
                <a:lnTo>
                  <a:pt x="578460" y="143950"/>
                </a:lnTo>
                <a:lnTo>
                  <a:pt x="582769" y="94516"/>
                </a:lnTo>
                <a:lnTo>
                  <a:pt x="587078" y="62067"/>
                </a:lnTo>
                <a:lnTo>
                  <a:pt x="591387" y="47593"/>
                </a:lnTo>
                <a:lnTo>
                  <a:pt x="595696" y="51530"/>
                </a:lnTo>
                <a:lnTo>
                  <a:pt x="600005" y="73750"/>
                </a:lnTo>
                <a:lnTo>
                  <a:pt x="604313" y="113566"/>
                </a:lnTo>
                <a:lnTo>
                  <a:pt x="608622" y="169751"/>
                </a:lnTo>
                <a:lnTo>
                  <a:pt x="612931" y="240578"/>
                </a:lnTo>
                <a:lnTo>
                  <a:pt x="617240" y="323873"/>
                </a:lnTo>
                <a:lnTo>
                  <a:pt x="621549" y="417082"/>
                </a:lnTo>
                <a:lnTo>
                  <a:pt x="625858" y="517347"/>
                </a:lnTo>
                <a:lnTo>
                  <a:pt x="630166" y="621598"/>
                </a:lnTo>
                <a:lnTo>
                  <a:pt x="634475" y="726645"/>
                </a:lnTo>
                <a:lnTo>
                  <a:pt x="638784" y="829275"/>
                </a:lnTo>
                <a:lnTo>
                  <a:pt x="643093" y="926351"/>
                </a:lnTo>
                <a:lnTo>
                  <a:pt x="647402" y="1014912"/>
                </a:lnTo>
                <a:lnTo>
                  <a:pt x="651711" y="1092255"/>
                </a:lnTo>
                <a:lnTo>
                  <a:pt x="656019" y="1156027"/>
                </a:lnTo>
                <a:lnTo>
                  <a:pt x="660328" y="1204290"/>
                </a:lnTo>
                <a:lnTo>
                  <a:pt x="664637" y="1235585"/>
                </a:lnTo>
                <a:lnTo>
                  <a:pt x="668946" y="1248971"/>
                </a:lnTo>
                <a:lnTo>
                  <a:pt x="673255" y="1244059"/>
                </a:lnTo>
                <a:lnTo>
                  <a:pt x="677564" y="1221020"/>
                </a:lnTo>
                <a:lnTo>
                  <a:pt x="681872" y="1180578"/>
                </a:lnTo>
                <a:lnTo>
                  <a:pt x="686181" y="1123995"/>
                </a:lnTo>
                <a:lnTo>
                  <a:pt x="690490" y="1053020"/>
                </a:lnTo>
                <a:lnTo>
                  <a:pt x="694799" y="969847"/>
                </a:lnTo>
                <a:lnTo>
                  <a:pt x="699108" y="877040"/>
                </a:lnTo>
                <a:lnTo>
                  <a:pt x="703416" y="777455"/>
                </a:lnTo>
                <a:lnTo>
                  <a:pt x="707725" y="674155"/>
                </a:lnTo>
                <a:lnTo>
                  <a:pt x="712034" y="570314"/>
                </a:lnTo>
                <a:lnTo>
                  <a:pt x="716343" y="469120"/>
                </a:lnTo>
                <a:lnTo>
                  <a:pt x="720652" y="373679"/>
                </a:lnTo>
                <a:lnTo>
                  <a:pt x="724961" y="286915"/>
                </a:lnTo>
                <a:lnTo>
                  <a:pt x="729269" y="211489"/>
                </a:lnTo>
                <a:lnTo>
                  <a:pt x="733578" y="149707"/>
                </a:lnTo>
                <a:lnTo>
                  <a:pt x="737887" y="103460"/>
                </a:lnTo>
                <a:lnTo>
                  <a:pt x="742196" y="74159"/>
                </a:lnTo>
                <a:lnTo>
                  <a:pt x="746505" y="62696"/>
                </a:lnTo>
                <a:lnTo>
                  <a:pt x="750814" y="69414"/>
                </a:lnTo>
                <a:lnTo>
                  <a:pt x="755122" y="94102"/>
                </a:lnTo>
                <a:lnTo>
                  <a:pt x="759431" y="135997"/>
                </a:lnTo>
                <a:lnTo>
                  <a:pt x="763740" y="193808"/>
                </a:lnTo>
                <a:lnTo>
                  <a:pt x="768049" y="265760"/>
                </a:lnTo>
                <a:lnTo>
                  <a:pt x="772358" y="349644"/>
                </a:lnTo>
                <a:lnTo>
                  <a:pt x="776667" y="442890"/>
                </a:lnTo>
                <a:lnTo>
                  <a:pt x="780975" y="542640"/>
                </a:lnTo>
                <a:lnTo>
                  <a:pt x="785284" y="645841"/>
                </a:lnTo>
                <a:lnTo>
                  <a:pt x="789593" y="749336"/>
                </a:lnTo>
                <a:lnTo>
                  <a:pt x="793902" y="849961"/>
                </a:lnTo>
                <a:lnTo>
                  <a:pt x="798211" y="944644"/>
                </a:lnTo>
                <a:lnTo>
                  <a:pt x="802520" y="1030495"/>
                </a:lnTo>
                <a:lnTo>
                  <a:pt x="806828" y="1104898"/>
                </a:lnTo>
                <a:lnTo>
                  <a:pt x="811137" y="1165590"/>
                </a:lnTo>
                <a:lnTo>
                  <a:pt x="815446" y="1210728"/>
                </a:lnTo>
                <a:lnTo>
                  <a:pt x="819755" y="1238949"/>
                </a:lnTo>
                <a:lnTo>
                  <a:pt x="824064" y="1249408"/>
                </a:lnTo>
                <a:lnTo>
                  <a:pt x="828373" y="1241805"/>
                </a:lnTo>
                <a:lnTo>
                  <a:pt x="832681" y="1216392"/>
                </a:lnTo>
                <a:lnTo>
                  <a:pt x="836990" y="1173970"/>
                </a:lnTo>
                <a:lnTo>
                  <a:pt x="841299" y="1115855"/>
                </a:lnTo>
                <a:lnTo>
                  <a:pt x="845608" y="1043847"/>
                </a:lnTo>
                <a:lnTo>
                  <a:pt x="849917" y="960169"/>
                </a:lnTo>
                <a:lnTo>
                  <a:pt x="854226" y="867398"/>
                </a:lnTo>
                <a:lnTo>
                  <a:pt x="858534" y="768390"/>
                </a:lnTo>
                <a:lnTo>
                  <a:pt x="862843" y="666188"/>
                </a:lnTo>
                <a:lnTo>
                  <a:pt x="867152" y="563931"/>
                </a:lnTo>
                <a:lnTo>
                  <a:pt x="871461" y="464758"/>
                </a:lnTo>
                <a:lnTo>
                  <a:pt x="875770" y="371709"/>
                </a:lnTo>
                <a:lnTo>
                  <a:pt x="880079" y="287638"/>
                </a:lnTo>
                <a:lnTo>
                  <a:pt x="884387" y="215118"/>
                </a:lnTo>
                <a:lnTo>
                  <a:pt x="888696" y="156367"/>
                </a:lnTo>
                <a:lnTo>
                  <a:pt x="893005" y="113182"/>
                </a:lnTo>
                <a:lnTo>
                  <a:pt x="897314" y="86880"/>
                </a:lnTo>
                <a:lnTo>
                  <a:pt x="901623" y="78260"/>
                </a:lnTo>
                <a:lnTo>
                  <a:pt x="905931" y="87579"/>
                </a:lnTo>
                <a:lnTo>
                  <a:pt x="910240" y="114545"/>
                </a:lnTo>
                <a:lnTo>
                  <a:pt x="914549" y="158325"/>
                </a:lnTo>
                <a:lnTo>
                  <a:pt x="918858" y="217573"/>
                </a:lnTo>
                <a:lnTo>
                  <a:pt x="923167" y="290469"/>
                </a:lnTo>
                <a:lnTo>
                  <a:pt x="927476" y="374777"/>
                </a:lnTo>
                <a:lnTo>
                  <a:pt x="931784" y="467915"/>
                </a:lnTo>
                <a:lnTo>
                  <a:pt x="936093" y="567029"/>
                </a:lnTo>
                <a:lnTo>
                  <a:pt x="940402" y="669087"/>
                </a:lnTo>
                <a:lnTo>
                  <a:pt x="944711" y="770969"/>
                </a:lnTo>
                <a:lnTo>
                  <a:pt x="949020" y="869561"/>
                </a:lnTo>
                <a:lnTo>
                  <a:pt x="953329" y="961854"/>
                </a:lnTo>
                <a:lnTo>
                  <a:pt x="957637" y="1045035"/>
                </a:lnTo>
                <a:lnTo>
                  <a:pt x="961946" y="1116568"/>
                </a:lnTo>
                <a:lnTo>
                  <a:pt x="966255" y="1174281"/>
                </a:lnTo>
                <a:lnTo>
                  <a:pt x="970564" y="1216422"/>
                </a:lnTo>
                <a:lnTo>
                  <a:pt x="974873" y="1241722"/>
                </a:lnTo>
                <a:lnTo>
                  <a:pt x="979182" y="1249423"/>
                </a:lnTo>
                <a:lnTo>
                  <a:pt x="983490" y="1239312"/>
                </a:lnTo>
                <a:lnTo>
                  <a:pt x="987799" y="1211718"/>
                </a:lnTo>
                <a:lnTo>
                  <a:pt x="992108" y="1167506"/>
                </a:lnTo>
                <a:lnTo>
                  <a:pt x="996417" y="1108049"/>
                </a:lnTo>
                <a:lnTo>
                  <a:pt x="1000726" y="1035186"/>
                </a:lnTo>
                <a:lnTo>
                  <a:pt x="1005035" y="951164"/>
                </a:lnTo>
                <a:lnTo>
                  <a:pt x="1009343" y="858573"/>
                </a:lnTo>
                <a:lnTo>
                  <a:pt x="1013652" y="760259"/>
                </a:lnTo>
                <a:lnTo>
                  <a:pt x="1017961" y="659243"/>
                </a:lnTo>
                <a:lnTo>
                  <a:pt x="1022270" y="558628"/>
                </a:lnTo>
                <a:lnTo>
                  <a:pt x="1026579" y="461499"/>
                </a:lnTo>
                <a:lnTo>
                  <a:pt x="1030888" y="370835"/>
                </a:lnTo>
                <a:lnTo>
                  <a:pt x="1035196" y="289412"/>
                </a:lnTo>
                <a:lnTo>
                  <a:pt x="1039505" y="219724"/>
                </a:lnTo>
                <a:lnTo>
                  <a:pt x="1043814" y="163900"/>
                </a:lnTo>
                <a:lnTo>
                  <a:pt x="1048123" y="123646"/>
                </a:lnTo>
                <a:lnTo>
                  <a:pt x="1052432" y="100189"/>
                </a:lnTo>
                <a:lnTo>
                  <a:pt x="1056741" y="94241"/>
                </a:lnTo>
                <a:lnTo>
                  <a:pt x="1061049" y="105977"/>
                </a:lnTo>
                <a:lnTo>
                  <a:pt x="1065358" y="135031"/>
                </a:lnTo>
                <a:lnTo>
                  <a:pt x="1069667" y="180506"/>
                </a:lnTo>
                <a:lnTo>
                  <a:pt x="1073976" y="241005"/>
                </a:lnTo>
                <a:lnTo>
                  <a:pt x="1078285" y="314670"/>
                </a:lnTo>
                <a:lnTo>
                  <a:pt x="1082594" y="399244"/>
                </a:lnTo>
                <a:lnTo>
                  <a:pt x="1086902" y="492135"/>
                </a:lnTo>
                <a:lnTo>
                  <a:pt x="1091211" y="590501"/>
                </a:lnTo>
                <a:lnTo>
                  <a:pt x="1095520" y="691332"/>
                </a:lnTo>
                <a:lnTo>
                  <a:pt x="1099829" y="791549"/>
                </a:lnTo>
                <a:lnTo>
                  <a:pt x="1104138" y="888089"/>
                </a:lnTo>
                <a:lnTo>
                  <a:pt x="1108446" y="978008"/>
                </a:lnTo>
                <a:lnTo>
                  <a:pt x="1112755" y="1058565"/>
                </a:lnTo>
                <a:lnTo>
                  <a:pt x="1117064" y="1127308"/>
                </a:lnTo>
                <a:lnTo>
                  <a:pt x="1121373" y="1182150"/>
                </a:lnTo>
                <a:lnTo>
                  <a:pt x="1125682" y="1221429"/>
                </a:lnTo>
                <a:lnTo>
                  <a:pt x="1129991" y="1243962"/>
                </a:lnTo>
                <a:lnTo>
                  <a:pt x="1134299" y="1249080"/>
                </a:lnTo>
                <a:lnTo>
                  <a:pt x="1138608" y="1236645"/>
                </a:lnTo>
                <a:lnTo>
                  <a:pt x="1142917" y="1207059"/>
                </a:lnTo>
                <a:lnTo>
                  <a:pt x="1147226" y="1161248"/>
                </a:lnTo>
                <a:lnTo>
                  <a:pt x="1151535" y="1100633"/>
                </a:lnTo>
                <a:lnTo>
                  <a:pt x="1155844" y="1027087"/>
                </a:lnTo>
                <a:lnTo>
                  <a:pt x="1160152" y="942879"/>
                </a:lnTo>
                <a:lnTo>
                  <a:pt x="1164461" y="850600"/>
                </a:lnTo>
                <a:lnTo>
                  <a:pt x="1168770" y="753089"/>
                </a:lnTo>
                <a:lnTo>
                  <a:pt x="1173079" y="653339"/>
                </a:lnTo>
                <a:lnTo>
                  <a:pt x="1177388" y="554413"/>
                </a:lnTo>
                <a:lnTo>
                  <a:pt x="1181697" y="459344"/>
                </a:lnTo>
                <a:lnTo>
                  <a:pt x="1186005" y="371045"/>
                </a:lnTo>
                <a:lnTo>
                  <a:pt x="1190314" y="292220"/>
                </a:lnTo>
                <a:lnTo>
                  <a:pt x="1194623" y="225280"/>
                </a:lnTo>
                <a:lnTo>
                  <a:pt x="1198932" y="172272"/>
                </a:lnTo>
                <a:lnTo>
                  <a:pt x="1203241" y="134813"/>
                </a:lnTo>
                <a:lnTo>
                  <a:pt x="1207550" y="114044"/>
                </a:lnTo>
                <a:lnTo>
                  <a:pt x="1211858" y="110594"/>
                </a:lnTo>
                <a:lnTo>
                  <a:pt x="1216167" y="124563"/>
                </a:lnTo>
                <a:lnTo>
                  <a:pt x="1220476" y="155515"/>
                </a:lnTo>
                <a:lnTo>
                  <a:pt x="1224785" y="202496"/>
                </a:lnTo>
                <a:lnTo>
                  <a:pt x="1229094" y="264064"/>
                </a:lnTo>
                <a:lnTo>
                  <a:pt x="1233403" y="338329"/>
                </a:lnTo>
                <a:lnTo>
                  <a:pt x="1237711" y="423016"/>
                </a:lnTo>
                <a:lnTo>
                  <a:pt x="1242020" y="515531"/>
                </a:lnTo>
                <a:lnTo>
                  <a:pt x="1246329" y="613045"/>
                </a:lnTo>
                <a:lnTo>
                  <a:pt x="1250638" y="712576"/>
                </a:lnTo>
                <a:lnTo>
                  <a:pt x="1254947" y="811084"/>
                </a:lnTo>
                <a:lnTo>
                  <a:pt x="1259256" y="905563"/>
                </a:lnTo>
                <a:lnTo>
                  <a:pt x="1263564" y="993131"/>
                </a:lnTo>
                <a:lnTo>
                  <a:pt x="1267873" y="1071121"/>
                </a:lnTo>
                <a:lnTo>
                  <a:pt x="1272182" y="1137161"/>
                </a:lnTo>
                <a:lnTo>
                  <a:pt x="1276491" y="1189247"/>
                </a:lnTo>
                <a:lnTo>
                  <a:pt x="1280800" y="1225803"/>
                </a:lnTo>
                <a:lnTo>
                  <a:pt x="1285109" y="1245730"/>
                </a:lnTo>
                <a:lnTo>
                  <a:pt x="1289417" y="1248438"/>
                </a:lnTo>
                <a:lnTo>
                  <a:pt x="1293726" y="1233865"/>
                </a:lnTo>
                <a:lnTo>
                  <a:pt x="1298035" y="1202476"/>
                </a:lnTo>
                <a:lnTo>
                  <a:pt x="1302344" y="1155253"/>
                </a:lnTo>
                <a:lnTo>
                  <a:pt x="1306653" y="1093660"/>
                </a:lnTo>
                <a:lnTo>
                  <a:pt x="1310962" y="1019599"/>
                </a:lnTo>
                <a:lnTo>
                  <a:pt x="1315270" y="935352"/>
                </a:lnTo>
                <a:lnTo>
                  <a:pt x="1319579" y="843513"/>
                </a:lnTo>
                <a:lnTo>
                  <a:pt x="1323888" y="746904"/>
                </a:lnTo>
                <a:lnTo>
                  <a:pt x="1328197" y="648491"/>
                </a:lnTo>
                <a:lnTo>
                  <a:pt x="1332506" y="551292"/>
                </a:lnTo>
                <a:lnTo>
                  <a:pt x="1336814" y="458288"/>
                </a:lnTo>
                <a:lnTo>
                  <a:pt x="1341123" y="372326"/>
                </a:lnTo>
                <a:lnTo>
                  <a:pt x="1345432" y="296039"/>
                </a:lnTo>
                <a:lnTo>
                  <a:pt x="1349741" y="231758"/>
                </a:lnTo>
                <a:lnTo>
                  <a:pt x="1354050" y="181447"/>
                </a:lnTo>
                <a:lnTo>
                  <a:pt x="1358359" y="146641"/>
                </a:lnTo>
                <a:lnTo>
                  <a:pt x="1362667" y="128399"/>
                </a:lnTo>
                <a:lnTo>
                  <a:pt x="1366976" y="127273"/>
                </a:lnTo>
                <a:lnTo>
                  <a:pt x="1371285" y="143289"/>
                </a:lnTo>
                <a:lnTo>
                  <a:pt x="1375594" y="175952"/>
                </a:lnTo>
                <a:lnTo>
                  <a:pt x="1379903" y="224254"/>
                </a:lnTo>
                <a:lnTo>
                  <a:pt x="1384212" y="286714"/>
                </a:lnTo>
                <a:lnTo>
                  <a:pt x="1388520" y="361415"/>
                </a:lnTo>
                <a:lnTo>
                  <a:pt x="1392829" y="446070"/>
                </a:lnTo>
                <a:lnTo>
                  <a:pt x="1397138" y="538088"/>
                </a:lnTo>
                <a:lnTo>
                  <a:pt x="1401447" y="634655"/>
                </a:lnTo>
                <a:lnTo>
                  <a:pt x="1405756" y="732820"/>
                </a:lnTo>
                <a:lnTo>
                  <a:pt x="1410065" y="829587"/>
                </a:lnTo>
                <a:lnTo>
                  <a:pt x="1414373" y="922003"/>
                </a:lnTo>
                <a:lnTo>
                  <a:pt x="1418682" y="1007252"/>
                </a:lnTo>
                <a:lnTo>
                  <a:pt x="1422991" y="1082740"/>
                </a:lnTo>
                <a:lnTo>
                  <a:pt x="1427300" y="1146171"/>
                </a:lnTo>
                <a:lnTo>
                  <a:pt x="1431609" y="1195622"/>
                </a:lnTo>
                <a:lnTo>
                  <a:pt x="1435918" y="1229599"/>
                </a:lnTo>
                <a:lnTo>
                  <a:pt x="1440226" y="1247083"/>
                </a:lnTo>
                <a:lnTo>
                  <a:pt x="1444535" y="1247558"/>
                </a:lnTo>
                <a:lnTo>
                  <a:pt x="1448844" y="1231030"/>
                </a:lnTo>
                <a:lnTo>
                  <a:pt x="1453153" y="1198026"/>
                </a:lnTo>
                <a:lnTo>
                  <a:pt x="1457462" y="1149575"/>
                </a:lnTo>
                <a:lnTo>
                  <a:pt x="1461771" y="1087178"/>
                </a:lnTo>
                <a:lnTo>
                  <a:pt x="1466079" y="1012762"/>
                </a:lnTo>
                <a:lnTo>
                  <a:pt x="1470388" y="928619"/>
                </a:lnTo>
                <a:lnTo>
                  <a:pt x="1474697" y="837338"/>
                </a:lnTo>
                <a:lnTo>
                  <a:pt x="1479006" y="741721"/>
                </a:lnTo>
                <a:lnTo>
                  <a:pt x="1483315" y="644704"/>
                </a:lnTo>
                <a:lnTo>
                  <a:pt x="1487624" y="549262"/>
                </a:lnTo>
                <a:lnTo>
                  <a:pt x="1491932" y="458319"/>
                </a:lnTo>
                <a:lnTo>
                  <a:pt x="1496241" y="374659"/>
                </a:lnTo>
                <a:lnTo>
                  <a:pt x="1500550" y="300841"/>
                </a:lnTo>
                <a:lnTo>
                  <a:pt x="1504859" y="239122"/>
                </a:lnTo>
                <a:lnTo>
                  <a:pt x="1509168" y="191386"/>
                </a:lnTo>
                <a:lnTo>
                  <a:pt x="1513477" y="159087"/>
                </a:lnTo>
                <a:lnTo>
                  <a:pt x="1517785" y="143209"/>
                </a:lnTo>
                <a:lnTo>
                  <a:pt x="1522094" y="144229"/>
                </a:lnTo>
                <a:lnTo>
                  <a:pt x="1526403" y="162110"/>
                </a:lnTo>
                <a:lnTo>
                  <a:pt x="1530712" y="196297"/>
                </a:lnTo>
                <a:lnTo>
                  <a:pt x="1535021" y="245739"/>
                </a:lnTo>
                <a:lnTo>
                  <a:pt x="1539329" y="308918"/>
                </a:lnTo>
                <a:lnTo>
                  <a:pt x="1543638" y="383899"/>
                </a:lnTo>
                <a:lnTo>
                  <a:pt x="1547947" y="468384"/>
                </a:lnTo>
                <a:lnTo>
                  <a:pt x="1552256" y="559791"/>
                </a:lnTo>
                <a:lnTo>
                  <a:pt x="1556565" y="655325"/>
                </a:lnTo>
                <a:lnTo>
                  <a:pt x="1560874" y="752069"/>
                </a:lnTo>
                <a:lnTo>
                  <a:pt x="1565182" y="847070"/>
                </a:lnTo>
                <a:lnTo>
                  <a:pt x="1569491" y="937433"/>
                </a:lnTo>
                <a:lnTo>
                  <a:pt x="1573800" y="1020404"/>
                </a:lnTo>
                <a:lnTo>
                  <a:pt x="1578109" y="1093459"/>
                </a:lnTo>
                <a:lnTo>
                  <a:pt x="1582418" y="1154382"/>
                </a:lnTo>
                <a:lnTo>
                  <a:pt x="1586727" y="1201324"/>
                </a:lnTo>
                <a:lnTo>
                  <a:pt x="1591035" y="1232870"/>
                </a:lnTo>
                <a:lnTo>
                  <a:pt x="1595344" y="1248075"/>
                </a:lnTo>
                <a:lnTo>
                  <a:pt x="1599653" y="1246494"/>
                </a:lnTo>
                <a:lnTo>
                  <a:pt x="1603962" y="1228195"/>
                </a:lnTo>
                <a:lnTo>
                  <a:pt x="1608271" y="1193760"/>
                </a:lnTo>
                <a:lnTo>
                  <a:pt x="1612580" y="1144261"/>
                </a:lnTo>
                <a:lnTo>
                  <a:pt x="1616888" y="1081231"/>
                </a:lnTo>
                <a:lnTo>
                  <a:pt x="1621197" y="1006614"/>
                </a:lnTo>
                <a:lnTo>
                  <a:pt x="1625506" y="922708"/>
                </a:lnTo>
                <a:lnTo>
                  <a:pt x="1629815" y="832093"/>
                </a:lnTo>
                <a:lnTo>
                  <a:pt x="1634124" y="737551"/>
                </a:lnTo>
                <a:lnTo>
                  <a:pt x="1638433" y="641982"/>
                </a:lnTo>
                <a:lnTo>
                  <a:pt x="1642741" y="548317"/>
                </a:lnTo>
                <a:lnTo>
                  <a:pt x="1647050" y="459422"/>
                </a:lnTo>
                <a:lnTo>
                  <a:pt x="1651359" y="378019"/>
                </a:lnTo>
                <a:lnTo>
                  <a:pt x="1655668" y="306596"/>
                </a:lnTo>
                <a:lnTo>
                  <a:pt x="1659977" y="247336"/>
                </a:lnTo>
                <a:lnTo>
                  <a:pt x="1664286" y="202045"/>
                </a:lnTo>
                <a:lnTo>
                  <a:pt x="1668594" y="172105"/>
                </a:lnTo>
                <a:lnTo>
                  <a:pt x="1672903" y="158425"/>
                </a:lnTo>
                <a:lnTo>
                  <a:pt x="1677212" y="161415"/>
                </a:lnTo>
                <a:lnTo>
                  <a:pt x="1681521" y="180977"/>
                </a:lnTo>
                <a:lnTo>
                  <a:pt x="1685830" y="216506"/>
                </a:lnTo>
                <a:lnTo>
                  <a:pt x="1690139" y="266910"/>
                </a:lnTo>
                <a:lnTo>
                  <a:pt x="1694447" y="330643"/>
                </a:lnTo>
                <a:lnTo>
                  <a:pt x="1698756" y="405752"/>
                </a:lnTo>
                <a:lnTo>
                  <a:pt x="1703065" y="489939"/>
                </a:lnTo>
                <a:lnTo>
                  <a:pt x="1707374" y="580629"/>
                </a:lnTo>
                <a:lnTo>
                  <a:pt x="1711683" y="675054"/>
                </a:lnTo>
                <a:lnTo>
                  <a:pt x="1715992" y="770329"/>
                </a:lnTo>
                <a:lnTo>
                  <a:pt x="1720300" y="863549"/>
                </a:lnTo>
                <a:lnTo>
                  <a:pt x="1724609" y="951874"/>
                </a:lnTo>
                <a:lnTo>
                  <a:pt x="1728918" y="1032616"/>
                </a:lnTo>
                <a:lnTo>
                  <a:pt x="1733227" y="1103319"/>
                </a:lnTo>
                <a:lnTo>
                  <a:pt x="1737536" y="1161838"/>
                </a:lnTo>
                <a:lnTo>
                  <a:pt x="1741844" y="1206402"/>
                </a:lnTo>
                <a:lnTo>
                  <a:pt x="1746153" y="1235668"/>
                </a:lnTo>
                <a:lnTo>
                  <a:pt x="1750462" y="1248760"/>
                </a:lnTo>
                <a:lnTo>
                  <a:pt x="1754771" y="1245299"/>
                </a:lnTo>
                <a:lnTo>
                  <a:pt x="1759080" y="1225412"/>
                </a:lnTo>
                <a:lnTo>
                  <a:pt x="1763389" y="1189728"/>
                </a:lnTo>
                <a:lnTo>
                  <a:pt x="1767697" y="1139355"/>
                </a:lnTo>
                <a:lnTo>
                  <a:pt x="1772006" y="1075855"/>
                </a:lnTo>
                <a:lnTo>
                  <a:pt x="1776315" y="1001184"/>
                </a:lnTo>
                <a:lnTo>
                  <a:pt x="1780624" y="917641"/>
                </a:lnTo>
                <a:lnTo>
                  <a:pt x="1784933" y="827793"/>
                </a:lnTo>
                <a:lnTo>
                  <a:pt x="1789242" y="734399"/>
                </a:lnTo>
                <a:lnTo>
                  <a:pt x="1793550" y="640321"/>
                </a:lnTo>
                <a:lnTo>
                  <a:pt x="1797859" y="548443"/>
                </a:lnTo>
                <a:lnTo>
                  <a:pt x="1802168" y="461576"/>
                </a:lnTo>
                <a:lnTo>
                  <a:pt x="1806477" y="382377"/>
                </a:lnTo>
                <a:lnTo>
                  <a:pt x="1810786" y="313268"/>
                </a:lnTo>
                <a:lnTo>
                  <a:pt x="1815095" y="256357"/>
                </a:lnTo>
                <a:lnTo>
                  <a:pt x="1819403" y="213381"/>
                </a:lnTo>
                <a:lnTo>
                  <a:pt x="1823712" y="185648"/>
                </a:lnTo>
                <a:lnTo>
                  <a:pt x="1828021" y="173998"/>
                </a:lnTo>
                <a:lnTo>
                  <a:pt x="1832330" y="178781"/>
                </a:lnTo>
                <a:lnTo>
                  <a:pt x="1836639" y="199844"/>
                </a:lnTo>
                <a:lnTo>
                  <a:pt x="1840948" y="236536"/>
                </a:lnTo>
                <a:lnTo>
                  <a:pt x="1845256" y="287730"/>
                </a:lnTo>
                <a:lnTo>
                  <a:pt x="1849565" y="351856"/>
                </a:lnTo>
                <a:lnTo>
                  <a:pt x="1853874" y="426950"/>
                </a:lnTo>
                <a:lnTo>
                  <a:pt x="1858183" y="510716"/>
                </a:lnTo>
                <a:lnTo>
                  <a:pt x="1862492" y="600594"/>
                </a:lnTo>
                <a:lnTo>
                  <a:pt x="1866801" y="693840"/>
                </a:lnTo>
                <a:lnTo>
                  <a:pt x="1871109" y="787608"/>
                </a:lnTo>
                <a:lnTo>
                  <a:pt x="1875418" y="879041"/>
                </a:lnTo>
                <a:lnTo>
                  <a:pt x="1879727" y="965354"/>
                </a:lnTo>
                <a:lnTo>
                  <a:pt x="1884036" y="1043922"/>
                </a:lnTo>
                <a:lnTo>
                  <a:pt x="1888345" y="1112357"/>
                </a:lnTo>
                <a:lnTo>
                  <a:pt x="1892654" y="1168585"/>
                </a:lnTo>
                <a:lnTo>
                  <a:pt x="1896962" y="1210904"/>
                </a:lnTo>
                <a:lnTo>
                  <a:pt x="1901271" y="1238042"/>
                </a:lnTo>
                <a:lnTo>
                  <a:pt x="1905580" y="1249189"/>
                </a:lnTo>
                <a:lnTo>
                  <a:pt x="1909889" y="1244025"/>
                </a:lnTo>
                <a:lnTo>
                  <a:pt x="1914198" y="1222728"/>
                </a:lnTo>
                <a:lnTo>
                  <a:pt x="1918507" y="1185971"/>
                </a:lnTo>
                <a:lnTo>
                  <a:pt x="1922815" y="1134896"/>
                </a:lnTo>
                <a:lnTo>
                  <a:pt x="1927124" y="1071082"/>
                </a:lnTo>
                <a:lnTo>
                  <a:pt x="1931433" y="996497"/>
                </a:lnTo>
                <a:lnTo>
                  <a:pt x="1935742" y="913435"/>
                </a:lnTo>
                <a:lnTo>
                  <a:pt x="1940051" y="824447"/>
                </a:lnTo>
                <a:lnTo>
                  <a:pt x="1944360" y="732264"/>
                </a:lnTo>
                <a:lnTo>
                  <a:pt x="1948668" y="639711"/>
                </a:lnTo>
                <a:lnTo>
                  <a:pt x="1952977" y="549622"/>
                </a:lnTo>
                <a:lnTo>
                  <a:pt x="1957286" y="464754"/>
                </a:lnTo>
                <a:lnTo>
                  <a:pt x="1961595" y="387701"/>
                </a:lnTo>
                <a:lnTo>
                  <a:pt x="1965904" y="320818"/>
                </a:lnTo>
                <a:lnTo>
                  <a:pt x="1970212" y="266144"/>
                </a:lnTo>
                <a:lnTo>
                  <a:pt x="1974521" y="225346"/>
                </a:lnTo>
                <a:lnTo>
                  <a:pt x="1978830" y="199665"/>
                </a:lnTo>
                <a:lnTo>
                  <a:pt x="1983139" y="189879"/>
                </a:lnTo>
                <a:lnTo>
                  <a:pt x="1987448" y="196280"/>
                </a:lnTo>
                <a:lnTo>
                  <a:pt x="1991757" y="218666"/>
                </a:lnTo>
                <a:lnTo>
                  <a:pt x="1996065" y="256346"/>
                </a:lnTo>
                <a:lnTo>
                  <a:pt x="2000374" y="308162"/>
                </a:lnTo>
                <a:lnTo>
                  <a:pt x="2004683" y="372526"/>
                </a:lnTo>
                <a:lnTo>
                  <a:pt x="2008992" y="447470"/>
                </a:lnTo>
                <a:lnTo>
                  <a:pt x="2013301" y="530702"/>
                </a:lnTo>
                <a:lnTo>
                  <a:pt x="2017610" y="619679"/>
                </a:lnTo>
                <a:lnTo>
                  <a:pt x="2021918" y="711686"/>
                </a:lnTo>
                <a:lnTo>
                  <a:pt x="2026227" y="803919"/>
                </a:lnTo>
                <a:lnTo>
                  <a:pt x="2030536" y="893566"/>
                </a:lnTo>
                <a:lnTo>
                  <a:pt x="2034845" y="977899"/>
                </a:lnTo>
                <a:lnTo>
                  <a:pt x="2039154" y="1054355"/>
                </a:lnTo>
                <a:lnTo>
                  <a:pt x="2043463" y="1120612"/>
                </a:lnTo>
                <a:lnTo>
                  <a:pt x="2047771" y="1174663"/>
                </a:lnTo>
                <a:lnTo>
                  <a:pt x="2052080" y="1214876"/>
                </a:lnTo>
                <a:lnTo>
                  <a:pt x="2056389" y="1240040"/>
                </a:lnTo>
                <a:lnTo>
                  <a:pt x="2060698" y="1249409"/>
                </a:lnTo>
                <a:lnTo>
                  <a:pt x="2065007" y="1242716"/>
                </a:lnTo>
                <a:lnTo>
                  <a:pt x="2069316" y="1220186"/>
                </a:lnTo>
                <a:lnTo>
                  <a:pt x="2073624" y="1182530"/>
                </a:lnTo>
                <a:lnTo>
                  <a:pt x="2077933" y="1130915"/>
                </a:lnTo>
                <a:lnTo>
                  <a:pt x="2082242" y="1066939"/>
                </a:lnTo>
                <a:lnTo>
                  <a:pt x="2086551" y="992572"/>
                </a:lnTo>
                <a:lnTo>
                  <a:pt x="2090860" y="910100"/>
                </a:lnTo>
                <a:lnTo>
                  <a:pt x="2095169" y="822056"/>
                </a:lnTo>
                <a:lnTo>
                  <a:pt x="2099477" y="731139"/>
                </a:lnTo>
                <a:lnTo>
                  <a:pt x="2103786" y="640136"/>
                </a:lnTo>
                <a:lnTo>
                  <a:pt x="2108095" y="551832"/>
                </a:lnTo>
                <a:lnTo>
                  <a:pt x="2112404" y="468927"/>
                </a:lnTo>
                <a:lnTo>
                  <a:pt x="2116713" y="393954"/>
                </a:lnTo>
                <a:lnTo>
                  <a:pt x="2121022" y="329203"/>
                </a:lnTo>
                <a:lnTo>
                  <a:pt x="2125330" y="276648"/>
                </a:lnTo>
                <a:lnTo>
                  <a:pt x="2129639" y="237890"/>
                </a:lnTo>
                <a:lnTo>
                  <a:pt x="2133948" y="214106"/>
                </a:lnTo>
                <a:lnTo>
                  <a:pt x="2138257" y="206017"/>
                </a:lnTo>
                <a:lnTo>
                  <a:pt x="2142566" y="213863"/>
                </a:lnTo>
                <a:lnTo>
                  <a:pt x="2146875" y="237397"/>
                </a:lnTo>
                <a:lnTo>
                  <a:pt x="2151183" y="275893"/>
                </a:lnTo>
                <a:lnTo>
                  <a:pt x="2155492" y="328170"/>
                </a:lnTo>
                <a:lnTo>
                  <a:pt x="2159801" y="392627"/>
                </a:lnTo>
                <a:lnTo>
                  <a:pt x="2164110" y="467291"/>
                </a:lnTo>
                <a:lnTo>
                  <a:pt x="2168419" y="549883"/>
                </a:lnTo>
                <a:lnTo>
                  <a:pt x="2172727" y="637880"/>
                </a:lnTo>
                <a:lnTo>
                  <a:pt x="2177036" y="728598"/>
                </a:lnTo>
                <a:lnTo>
                  <a:pt x="2181345" y="819272"/>
                </a:lnTo>
                <a:lnTo>
                  <a:pt x="2185654" y="907142"/>
                </a:lnTo>
                <a:lnTo>
                  <a:pt x="2189963" y="989535"/>
                </a:lnTo>
                <a:lnTo>
                  <a:pt x="2194272" y="1063948"/>
                </a:lnTo>
                <a:lnTo>
                  <a:pt x="2198580" y="1128123"/>
                </a:lnTo>
                <a:lnTo>
                  <a:pt x="2202889" y="1180117"/>
                </a:lnTo>
                <a:lnTo>
                  <a:pt x="2207198" y="1218361"/>
                </a:lnTo>
                <a:lnTo>
                  <a:pt x="2211507" y="1241708"/>
                </a:lnTo>
                <a:lnTo>
                  <a:pt x="2215816" y="1249464"/>
                </a:lnTo>
                <a:lnTo>
                  <a:pt x="2220125" y="1241414"/>
                </a:lnTo>
                <a:lnTo>
                  <a:pt x="2224433" y="1217824"/>
                </a:lnTo>
                <a:lnTo>
                  <a:pt x="2228742" y="1179436"/>
                </a:lnTo>
                <a:lnTo>
                  <a:pt x="2233051" y="1127442"/>
                </a:lnTo>
                <a:lnTo>
                  <a:pt x="2237360" y="1063446"/>
                </a:lnTo>
                <a:lnTo>
                  <a:pt x="2241669" y="989420"/>
                </a:lnTo>
                <a:lnTo>
                  <a:pt x="2245978" y="907640"/>
                </a:lnTo>
                <a:lnTo>
                  <a:pt x="2250286" y="820615"/>
                </a:lnTo>
                <a:lnTo>
                  <a:pt x="2254595" y="731012"/>
                </a:lnTo>
                <a:lnTo>
                  <a:pt x="2258904" y="641576"/>
                </a:lnTo>
                <a:lnTo>
                  <a:pt x="2263213" y="555043"/>
                </a:lnTo>
                <a:lnTo>
                  <a:pt x="2267522" y="474058"/>
                </a:lnTo>
                <a:lnTo>
                  <a:pt x="2271831" y="401094"/>
                </a:lnTo>
                <a:lnTo>
                  <a:pt x="2276139" y="338377"/>
                </a:lnTo>
                <a:lnTo>
                  <a:pt x="2280448" y="287820"/>
                </a:lnTo>
                <a:lnTo>
                  <a:pt x="2284757" y="250961"/>
                </a:lnTo>
                <a:lnTo>
                  <a:pt x="2289066" y="228920"/>
                </a:lnTo>
                <a:lnTo>
                  <a:pt x="2293375" y="222363"/>
                </a:lnTo>
                <a:lnTo>
                  <a:pt x="2297684" y="231482"/>
                </a:lnTo>
                <a:lnTo>
                  <a:pt x="2301992" y="255992"/>
                </a:lnTo>
                <a:lnTo>
                  <a:pt x="2306301" y="295139"/>
                </a:lnTo>
                <a:lnTo>
                  <a:pt x="2310610" y="347722"/>
                </a:lnTo>
                <a:lnTo>
                  <a:pt x="2314919" y="412130"/>
                </a:lnTo>
                <a:lnTo>
                  <a:pt x="2319228" y="486395"/>
                </a:lnTo>
                <a:lnTo>
                  <a:pt x="2323537" y="568249"/>
                </a:lnTo>
                <a:lnTo>
                  <a:pt x="2327845" y="655194"/>
                </a:lnTo>
                <a:lnTo>
                  <a:pt x="2332154" y="744579"/>
                </a:lnTo>
                <a:lnTo>
                  <a:pt x="2336463" y="833683"/>
                </a:lnTo>
                <a:lnTo>
                  <a:pt x="2340772" y="919792"/>
                </a:lnTo>
                <a:lnTo>
                  <a:pt x="2345081" y="1000291"/>
                </a:lnTo>
                <a:lnTo>
                  <a:pt x="2349390" y="1072734"/>
                </a:lnTo>
                <a:lnTo>
                  <a:pt x="2353698" y="1134926"/>
                </a:lnTo>
                <a:lnTo>
                  <a:pt x="2358007" y="1184985"/>
                </a:lnTo>
                <a:lnTo>
                  <a:pt x="2362316" y="1221402"/>
                </a:lnTo>
                <a:lnTo>
                  <a:pt x="2366625" y="1243086"/>
                </a:lnTo>
                <a:lnTo>
                  <a:pt x="2370934" y="1249395"/>
                </a:lnTo>
                <a:lnTo>
                  <a:pt x="2375242" y="1240157"/>
                </a:lnTo>
                <a:lnTo>
                  <a:pt x="2379551" y="1215676"/>
                </a:lnTo>
                <a:lnTo>
                  <a:pt x="2383860" y="1176720"/>
                </a:lnTo>
                <a:lnTo>
                  <a:pt x="2388169" y="1124496"/>
                </a:lnTo>
                <a:lnTo>
                  <a:pt x="2392478" y="1060617"/>
                </a:lnTo>
                <a:lnTo>
                  <a:pt x="2396787" y="987050"/>
                </a:lnTo>
                <a:lnTo>
                  <a:pt x="2401095" y="906054"/>
                </a:lnTo>
                <a:lnTo>
                  <a:pt x="2405404" y="820115"/>
                </a:lnTo>
                <a:lnTo>
                  <a:pt x="2409713" y="731865"/>
                </a:lnTo>
                <a:lnTo>
                  <a:pt x="2414022" y="644005"/>
                </a:lnTo>
                <a:lnTo>
                  <a:pt x="2418331" y="559223"/>
                </a:lnTo>
                <a:lnTo>
                  <a:pt x="2422640" y="480108"/>
                </a:lnTo>
                <a:lnTo>
                  <a:pt x="2426948" y="409076"/>
                </a:lnTo>
                <a:lnTo>
                  <a:pt x="2431257" y="348292"/>
                </a:lnTo>
                <a:lnTo>
                  <a:pt x="2435566" y="299610"/>
                </a:lnTo>
                <a:lnTo>
                  <a:pt x="2439875" y="264509"/>
                </a:lnTo>
                <a:lnTo>
                  <a:pt x="2444184" y="244054"/>
                </a:lnTo>
                <a:lnTo>
                  <a:pt x="2448493" y="238863"/>
                </a:lnTo>
                <a:lnTo>
                  <a:pt x="2452801" y="249088"/>
                </a:lnTo>
                <a:lnTo>
                  <a:pt x="2457110" y="274409"/>
                </a:lnTo>
                <a:lnTo>
                  <a:pt x="2461419" y="314046"/>
                </a:lnTo>
                <a:lnTo>
                  <a:pt x="2465728" y="366785"/>
                </a:lnTo>
                <a:lnTo>
                  <a:pt x="2470037" y="431013"/>
                </a:lnTo>
                <a:lnTo>
                  <a:pt x="2474346" y="504765"/>
                </a:lnTo>
                <a:lnTo>
                  <a:pt x="2476500" y="1249465"/>
                </a:lnTo>
                <a:close/>
              </a:path>
            </a:pathLst>
          </a:custGeom>
          <a:solidFill>
            <a:srgbClr val="2C7A86">
              <a:alpha val="23000"/>
            </a:srgbClr>
          </a:solidFill>
          <a:ln w="0">
            <a:noFill/>
            <a:prstDash val="solid"/>
          </a:ln>
        </p:spPr>
      </p:sp>
      <p:sp>
        <p:nvSpPr>
          <p:cNvPr id="163" name="squared-RF-output">
            <a:extLst>
              <a:ext uri="{FF2B5EF4-FFF2-40B4-BE49-F238E27FC236}">
                <a16:creationId xmlns:a16="http://schemas.microsoft.com/office/drawing/2014/main" id="{72974107-1A11-4FCA-A4A8-6FFDA84BFBAA}"/>
              </a:ext>
            </a:extLst>
          </p:cNvPr>
          <p:cNvSpPr>
            <a:spLocks noGrp="1"/>
          </p:cNvSpPr>
          <p:nvPr/>
        </p:nvSpPr>
        <p:spPr>
          <a:xfrm>
            <a:off x="2076450" y="6715186"/>
            <a:ext cx="9906000" cy="1533464"/>
          </a:xfrm>
          <a:custGeom>
            <a:avLst/>
            <a:gdLst/>
            <a:ahLst/>
            <a:cxnLst/>
            <a:rect l="0" t="0" r="0" b="0"/>
            <a:pathLst>
              <a:path w="9906000" h="1533464">
                <a:moveTo>
                  <a:pt x="0" y="151578"/>
                </a:moveTo>
                <a:lnTo>
                  <a:pt x="4309" y="246067"/>
                </a:lnTo>
                <a:lnTo>
                  <a:pt x="8618" y="356204"/>
                </a:lnTo>
                <a:lnTo>
                  <a:pt x="12926" y="478601"/>
                </a:lnTo>
                <a:lnTo>
                  <a:pt x="17235" y="609499"/>
                </a:lnTo>
                <a:lnTo>
                  <a:pt x="21544" y="744878"/>
                </a:lnTo>
                <a:lnTo>
                  <a:pt x="25853" y="880586"/>
                </a:lnTo>
                <a:lnTo>
                  <a:pt x="30162" y="1012461"/>
                </a:lnTo>
                <a:lnTo>
                  <a:pt x="34471" y="1136465"/>
                </a:lnTo>
                <a:lnTo>
                  <a:pt x="38779" y="1248802"/>
                </a:lnTo>
                <a:lnTo>
                  <a:pt x="43088" y="1346039"/>
                </a:lnTo>
                <a:lnTo>
                  <a:pt x="47397" y="1425210"/>
                </a:lnTo>
                <a:lnTo>
                  <a:pt x="51706" y="1483904"/>
                </a:lnTo>
                <a:lnTo>
                  <a:pt x="56015" y="1520343"/>
                </a:lnTo>
                <a:lnTo>
                  <a:pt x="60324" y="1533433"/>
                </a:lnTo>
                <a:lnTo>
                  <a:pt x="64632" y="1522798"/>
                </a:lnTo>
                <a:lnTo>
                  <a:pt x="68941" y="1488791"/>
                </a:lnTo>
                <a:lnTo>
                  <a:pt x="73250" y="1432485"/>
                </a:lnTo>
                <a:lnTo>
                  <a:pt x="77559" y="1355634"/>
                </a:lnTo>
                <a:lnTo>
                  <a:pt x="81868" y="1260624"/>
                </a:lnTo>
                <a:lnTo>
                  <a:pt x="86177" y="1150396"/>
                </a:lnTo>
                <a:lnTo>
                  <a:pt x="90485" y="1028357"/>
                </a:lnTo>
                <a:lnTo>
                  <a:pt x="94794" y="898274"/>
                </a:lnTo>
                <a:lnTo>
                  <a:pt x="99103" y="764159"/>
                </a:lnTo>
                <a:lnTo>
                  <a:pt x="103412" y="630143"/>
                </a:lnTo>
                <a:lnTo>
                  <a:pt x="107721" y="500353"/>
                </a:lnTo>
                <a:lnTo>
                  <a:pt x="112030" y="378782"/>
                </a:lnTo>
                <a:lnTo>
                  <a:pt x="116338" y="269167"/>
                </a:lnTo>
                <a:lnTo>
                  <a:pt x="120647" y="174876"/>
                </a:lnTo>
                <a:lnTo>
                  <a:pt x="124956" y="98803"/>
                </a:lnTo>
                <a:lnTo>
                  <a:pt x="129265" y="43281"/>
                </a:lnTo>
                <a:lnTo>
                  <a:pt x="133574" y="10009"/>
                </a:lnTo>
                <a:lnTo>
                  <a:pt x="137883" y="0"/>
                </a:lnTo>
                <a:lnTo>
                  <a:pt x="142191" y="13554"/>
                </a:lnTo>
                <a:lnTo>
                  <a:pt x="146500" y="50247"/>
                </a:lnTo>
                <a:lnTo>
                  <a:pt x="150809" y="108941"/>
                </a:lnTo>
                <a:lnTo>
                  <a:pt x="155118" y="187826"/>
                </a:lnTo>
                <a:lnTo>
                  <a:pt x="159427" y="284472"/>
                </a:lnTo>
                <a:lnTo>
                  <a:pt x="163736" y="395906"/>
                </a:lnTo>
                <a:lnTo>
                  <a:pt x="168044" y="518702"/>
                </a:lnTo>
                <a:lnTo>
                  <a:pt x="172353" y="649088"/>
                </a:lnTo>
                <a:lnTo>
                  <a:pt x="176662" y="783060"/>
                </a:lnTo>
                <a:lnTo>
                  <a:pt x="180971" y="916509"/>
                </a:lnTo>
                <a:lnTo>
                  <a:pt x="185280" y="1045345"/>
                </a:lnTo>
                <a:lnTo>
                  <a:pt x="189589" y="1165620"/>
                </a:lnTo>
                <a:lnTo>
                  <a:pt x="193897" y="1273657"/>
                </a:lnTo>
                <a:lnTo>
                  <a:pt x="198206" y="1366152"/>
                </a:lnTo>
                <a:lnTo>
                  <a:pt x="202515" y="1440285"/>
                </a:lnTo>
                <a:lnTo>
                  <a:pt x="206824" y="1493801"/>
                </a:lnTo>
                <a:lnTo>
                  <a:pt x="211133" y="1525080"/>
                </a:lnTo>
                <a:lnTo>
                  <a:pt x="215441" y="1533186"/>
                </a:lnTo>
                <a:lnTo>
                  <a:pt x="219750" y="1517896"/>
                </a:lnTo>
                <a:lnTo>
                  <a:pt x="224059" y="1479706"/>
                </a:lnTo>
                <a:lnTo>
                  <a:pt x="228368" y="1419815"/>
                </a:lnTo>
                <a:lnTo>
                  <a:pt x="232677" y="1340089"/>
                </a:lnTo>
                <a:lnTo>
                  <a:pt x="236986" y="1242999"/>
                </a:lnTo>
                <a:lnTo>
                  <a:pt x="241294" y="1131551"/>
                </a:lnTo>
                <a:lnTo>
                  <a:pt x="245603" y="1009189"/>
                </a:lnTo>
                <a:lnTo>
                  <a:pt x="249912" y="879687"/>
                </a:lnTo>
                <a:lnTo>
                  <a:pt x="254221" y="747040"/>
                </a:lnTo>
                <a:lnTo>
                  <a:pt x="258530" y="615332"/>
                </a:lnTo>
                <a:lnTo>
                  <a:pt x="262839" y="488620"/>
                </a:lnTo>
                <a:lnTo>
                  <a:pt x="267147" y="370800"/>
                </a:lnTo>
                <a:lnTo>
                  <a:pt x="271456" y="265495"/>
                </a:lnTo>
                <a:lnTo>
                  <a:pt x="275765" y="175939"/>
                </a:lnTo>
                <a:lnTo>
                  <a:pt x="280074" y="104880"/>
                </a:lnTo>
                <a:lnTo>
                  <a:pt x="284383" y="54497"/>
                </a:lnTo>
                <a:lnTo>
                  <a:pt x="288692" y="26330"/>
                </a:lnTo>
                <a:lnTo>
                  <a:pt x="293000" y="21238"/>
                </a:lnTo>
                <a:lnTo>
                  <a:pt x="297309" y="39368"/>
                </a:lnTo>
                <a:lnTo>
                  <a:pt x="301618" y="80155"/>
                </a:lnTo>
                <a:lnTo>
                  <a:pt x="305927" y="142337"/>
                </a:lnTo>
                <a:lnTo>
                  <a:pt x="310236" y="223996"/>
                </a:lnTo>
                <a:lnTo>
                  <a:pt x="314545" y="322619"/>
                </a:lnTo>
                <a:lnTo>
                  <a:pt x="318853" y="435170"/>
                </a:lnTo>
                <a:lnTo>
                  <a:pt x="323162" y="558191"/>
                </a:lnTo>
                <a:lnTo>
                  <a:pt x="327471" y="687902"/>
                </a:lnTo>
                <a:lnTo>
                  <a:pt x="331780" y="820322"/>
                </a:lnTo>
                <a:lnTo>
                  <a:pt x="336089" y="951390"/>
                </a:lnTo>
                <a:lnTo>
                  <a:pt x="340398" y="1077088"/>
                </a:lnTo>
                <a:lnTo>
                  <a:pt x="344706" y="1193566"/>
                </a:lnTo>
                <a:lnTo>
                  <a:pt x="349015" y="1297263"/>
                </a:lnTo>
                <a:lnTo>
                  <a:pt x="353324" y="1385009"/>
                </a:lnTo>
                <a:lnTo>
                  <a:pt x="357633" y="1454130"/>
                </a:lnTo>
                <a:lnTo>
                  <a:pt x="361942" y="1502524"/>
                </a:lnTo>
                <a:lnTo>
                  <a:pt x="366251" y="1528728"/>
                </a:lnTo>
                <a:lnTo>
                  <a:pt x="370559" y="1531963"/>
                </a:lnTo>
                <a:lnTo>
                  <a:pt x="374868" y="1512154"/>
                </a:lnTo>
                <a:lnTo>
                  <a:pt x="379177" y="1469936"/>
                </a:lnTo>
                <a:lnTo>
                  <a:pt x="383486" y="1406631"/>
                </a:lnTo>
                <a:lnTo>
                  <a:pt x="387795" y="1324208"/>
                </a:lnTo>
                <a:lnTo>
                  <a:pt x="392104" y="1225222"/>
                </a:lnTo>
                <a:lnTo>
                  <a:pt x="396412" y="1112735"/>
                </a:lnTo>
                <a:lnTo>
                  <a:pt x="400721" y="990222"/>
                </a:lnTo>
                <a:lnTo>
                  <a:pt x="405030" y="861462"/>
                </a:lnTo>
                <a:lnTo>
                  <a:pt x="409339" y="730425"/>
                </a:lnTo>
                <a:lnTo>
                  <a:pt x="413648" y="601146"/>
                </a:lnTo>
                <a:lnTo>
                  <a:pt x="417957" y="477605"/>
                </a:lnTo>
                <a:lnTo>
                  <a:pt x="422265" y="363602"/>
                </a:lnTo>
                <a:lnTo>
                  <a:pt x="426574" y="262640"/>
                </a:lnTo>
                <a:lnTo>
                  <a:pt x="430883" y="177820"/>
                </a:lnTo>
                <a:lnTo>
                  <a:pt x="435192" y="111745"/>
                </a:lnTo>
                <a:lnTo>
                  <a:pt x="439501" y="66439"/>
                </a:lnTo>
                <a:lnTo>
                  <a:pt x="443809" y="43288"/>
                </a:lnTo>
                <a:lnTo>
                  <a:pt x="448118" y="42995"/>
                </a:lnTo>
                <a:lnTo>
                  <a:pt x="452427" y="65560"/>
                </a:lnTo>
                <a:lnTo>
                  <a:pt x="456736" y="110282"/>
                </a:lnTo>
                <a:lnTo>
                  <a:pt x="461045" y="175779"/>
                </a:lnTo>
                <a:lnTo>
                  <a:pt x="465354" y="260031"/>
                </a:lnTo>
                <a:lnTo>
                  <a:pt x="469662" y="360446"/>
                </a:lnTo>
                <a:lnTo>
                  <a:pt x="473971" y="473933"/>
                </a:lnTo>
                <a:lnTo>
                  <a:pt x="478280" y="597007"/>
                </a:lnTo>
                <a:lnTo>
                  <a:pt x="482589" y="725885"/>
                </a:lnTo>
                <a:lnTo>
                  <a:pt x="486898" y="856614"/>
                </a:lnTo>
                <a:lnTo>
                  <a:pt x="491207" y="985184"/>
                </a:lnTo>
                <a:lnTo>
                  <a:pt x="495515" y="1107655"/>
                </a:lnTo>
                <a:lnTo>
                  <a:pt x="499824" y="1220276"/>
                </a:lnTo>
                <a:lnTo>
                  <a:pt x="504133" y="1319604"/>
                </a:lnTo>
                <a:lnTo>
                  <a:pt x="508442" y="1402605"/>
                </a:lnTo>
                <a:lnTo>
                  <a:pt x="512751" y="1466750"/>
                </a:lnTo>
                <a:lnTo>
                  <a:pt x="517060" y="1510090"/>
                </a:lnTo>
                <a:lnTo>
                  <a:pt x="521368" y="1531316"/>
                </a:lnTo>
                <a:lnTo>
                  <a:pt x="525677" y="1529803"/>
                </a:lnTo>
                <a:lnTo>
                  <a:pt x="529986" y="1505621"/>
                </a:lnTo>
                <a:lnTo>
                  <a:pt x="534295" y="1459538"/>
                </a:lnTo>
                <a:lnTo>
                  <a:pt x="538604" y="1392994"/>
                </a:lnTo>
                <a:lnTo>
                  <a:pt x="542913" y="1308058"/>
                </a:lnTo>
                <a:lnTo>
                  <a:pt x="547221" y="1207361"/>
                </a:lnTo>
                <a:lnTo>
                  <a:pt x="551530" y="1094016"/>
                </a:lnTo>
                <a:lnTo>
                  <a:pt x="555839" y="971524"/>
                </a:lnTo>
                <a:lnTo>
                  <a:pt x="560148" y="843662"/>
                </a:lnTo>
                <a:lnTo>
                  <a:pt x="564457" y="714372"/>
                </a:lnTo>
                <a:lnTo>
                  <a:pt x="568766" y="587634"/>
                </a:lnTo>
                <a:lnTo>
                  <a:pt x="573074" y="467350"/>
                </a:lnTo>
                <a:lnTo>
                  <a:pt x="577383" y="357218"/>
                </a:lnTo>
                <a:lnTo>
                  <a:pt x="581692" y="260622"/>
                </a:lnTo>
                <a:lnTo>
                  <a:pt x="586001" y="180529"/>
                </a:lnTo>
                <a:lnTo>
                  <a:pt x="590310" y="119396"/>
                </a:lnTo>
                <a:lnTo>
                  <a:pt x="594619" y="79095"/>
                </a:lnTo>
                <a:lnTo>
                  <a:pt x="598927" y="60857"/>
                </a:lnTo>
                <a:lnTo>
                  <a:pt x="603236" y="65235"/>
                </a:lnTo>
                <a:lnTo>
                  <a:pt x="607545" y="92086"/>
                </a:lnTo>
                <a:lnTo>
                  <a:pt x="611854" y="140577"/>
                </a:lnTo>
                <a:lnTo>
                  <a:pt x="616163" y="209211"/>
                </a:lnTo>
                <a:lnTo>
                  <a:pt x="620472" y="295872"/>
                </a:lnTo>
                <a:lnTo>
                  <a:pt x="624780" y="397893"/>
                </a:lnTo>
                <a:lnTo>
                  <a:pt x="629089" y="512137"/>
                </a:lnTo>
                <a:lnTo>
                  <a:pt x="633398" y="635092"/>
                </a:lnTo>
                <a:lnTo>
                  <a:pt x="637707" y="762984"/>
                </a:lnTo>
                <a:lnTo>
                  <a:pt x="642016" y="891889"/>
                </a:lnTo>
                <a:lnTo>
                  <a:pt x="646324" y="1017852"/>
                </a:lnTo>
                <a:lnTo>
                  <a:pt x="650633" y="1137015"/>
                </a:lnTo>
                <a:lnTo>
                  <a:pt x="654942" y="1245729"/>
                </a:lnTo>
                <a:lnTo>
                  <a:pt x="659251" y="1340672"/>
                </a:lnTo>
                <a:lnTo>
                  <a:pt x="663560" y="1418943"/>
                </a:lnTo>
                <a:lnTo>
                  <a:pt x="667869" y="1478159"/>
                </a:lnTo>
                <a:lnTo>
                  <a:pt x="672177" y="1516523"/>
                </a:lnTo>
                <a:lnTo>
                  <a:pt x="676486" y="1532880"/>
                </a:lnTo>
                <a:lnTo>
                  <a:pt x="680795" y="1526750"/>
                </a:lnTo>
                <a:lnTo>
                  <a:pt x="685104" y="1498348"/>
                </a:lnTo>
                <a:lnTo>
                  <a:pt x="689413" y="1448570"/>
                </a:lnTo>
                <a:lnTo>
                  <a:pt x="693722" y="1378969"/>
                </a:lnTo>
                <a:lnTo>
                  <a:pt x="698030" y="1291707"/>
                </a:lnTo>
                <a:lnTo>
                  <a:pt x="702339" y="1189485"/>
                </a:lnTo>
                <a:lnTo>
                  <a:pt x="706648" y="1075462"/>
                </a:lnTo>
                <a:lnTo>
                  <a:pt x="710957" y="953160"/>
                </a:lnTo>
                <a:lnTo>
                  <a:pt x="715266" y="826348"/>
                </a:lnTo>
                <a:lnTo>
                  <a:pt x="719575" y="698935"/>
                </a:lnTo>
                <a:lnTo>
                  <a:pt x="723883" y="574844"/>
                </a:lnTo>
                <a:lnTo>
                  <a:pt x="728192" y="457893"/>
                </a:lnTo>
                <a:lnTo>
                  <a:pt x="732501" y="351677"/>
                </a:lnTo>
                <a:lnTo>
                  <a:pt x="736810" y="259460"/>
                </a:lnTo>
                <a:lnTo>
                  <a:pt x="741119" y="184073"/>
                </a:lnTo>
                <a:lnTo>
                  <a:pt x="745428" y="127829"/>
                </a:lnTo>
                <a:lnTo>
                  <a:pt x="749736" y="92449"/>
                </a:lnTo>
                <a:lnTo>
                  <a:pt x="754045" y="79012"/>
                </a:lnTo>
                <a:lnTo>
                  <a:pt x="758354" y="87925"/>
                </a:lnTo>
                <a:lnTo>
                  <a:pt x="762663" y="118905"/>
                </a:lnTo>
                <a:lnTo>
                  <a:pt x="766972" y="170992"/>
                </a:lnTo>
                <a:lnTo>
                  <a:pt x="771281" y="242580"/>
                </a:lnTo>
                <a:lnTo>
                  <a:pt x="775589" y="331461"/>
                </a:lnTo>
                <a:lnTo>
                  <a:pt x="779898" y="434902"/>
                </a:lnTo>
                <a:lnTo>
                  <a:pt x="784207" y="549722"/>
                </a:lnTo>
                <a:lnTo>
                  <a:pt x="788516" y="672394"/>
                </a:lnTo>
                <a:lnTo>
                  <a:pt x="792825" y="799150"/>
                </a:lnTo>
                <a:lnTo>
                  <a:pt x="797134" y="926103"/>
                </a:lnTo>
                <a:lnTo>
                  <a:pt x="801442" y="1049359"/>
                </a:lnTo>
                <a:lnTo>
                  <a:pt x="805751" y="1165144"/>
                </a:lnTo>
                <a:lnTo>
                  <a:pt x="810060" y="1269912"/>
                </a:lnTo>
                <a:lnTo>
                  <a:pt x="814369" y="1360462"/>
                </a:lnTo>
                <a:lnTo>
                  <a:pt x="818678" y="1434031"/>
                </a:lnTo>
                <a:lnTo>
                  <a:pt x="822987" y="1488378"/>
                </a:lnTo>
                <a:lnTo>
                  <a:pt x="827295" y="1521855"/>
                </a:lnTo>
                <a:lnTo>
                  <a:pt x="831604" y="1533459"/>
                </a:lnTo>
                <a:lnTo>
                  <a:pt x="835913" y="1522855"/>
                </a:lnTo>
                <a:lnTo>
                  <a:pt x="840222" y="1490394"/>
                </a:lnTo>
                <a:lnTo>
                  <a:pt x="844531" y="1437097"/>
                </a:lnTo>
                <a:lnTo>
                  <a:pt x="848839" y="1364625"/>
                </a:lnTo>
                <a:lnTo>
                  <a:pt x="853148" y="1275225"/>
                </a:lnTo>
                <a:lnTo>
                  <a:pt x="857457" y="1171665"/>
                </a:lnTo>
                <a:lnTo>
                  <a:pt x="861766" y="1057144"/>
                </a:lnTo>
                <a:lnTo>
                  <a:pt x="866075" y="935196"/>
                </a:lnTo>
                <a:lnTo>
                  <a:pt x="870384" y="809582"/>
                </a:lnTo>
                <a:lnTo>
                  <a:pt x="874692" y="684170"/>
                </a:lnTo>
                <a:lnTo>
                  <a:pt x="879001" y="562821"/>
                </a:lnTo>
                <a:lnTo>
                  <a:pt x="883310" y="449269"/>
                </a:lnTo>
                <a:lnTo>
                  <a:pt x="887619" y="347004"/>
                </a:lnTo>
                <a:lnTo>
                  <a:pt x="891928" y="259167"/>
                </a:lnTo>
                <a:lnTo>
                  <a:pt x="896237" y="188455"/>
                </a:lnTo>
                <a:lnTo>
                  <a:pt x="900545" y="137035"/>
                </a:lnTo>
                <a:lnTo>
                  <a:pt x="904854" y="106481"/>
                </a:lnTo>
                <a:lnTo>
                  <a:pt x="909163" y="97725"/>
                </a:lnTo>
                <a:lnTo>
                  <a:pt x="913472" y="111027"/>
                </a:lnTo>
                <a:lnTo>
                  <a:pt x="917781" y="145971"/>
                </a:lnTo>
                <a:lnTo>
                  <a:pt x="922090" y="201476"/>
                </a:lnTo>
                <a:lnTo>
                  <a:pt x="926398" y="275830"/>
                </a:lnTo>
                <a:lnTo>
                  <a:pt x="930707" y="366743"/>
                </a:lnTo>
                <a:lnTo>
                  <a:pt x="935016" y="471418"/>
                </a:lnTo>
                <a:lnTo>
                  <a:pt x="939325" y="586637"/>
                </a:lnTo>
                <a:lnTo>
                  <a:pt x="943634" y="708861"/>
                </a:lnTo>
                <a:lnTo>
                  <a:pt x="947943" y="834339"/>
                </a:lnTo>
                <a:lnTo>
                  <a:pt x="952251" y="959221"/>
                </a:lnTo>
                <a:lnTo>
                  <a:pt x="956560" y="1079678"/>
                </a:lnTo>
                <a:lnTo>
                  <a:pt x="960869" y="1192023"/>
                </a:lnTo>
                <a:lnTo>
                  <a:pt x="965178" y="1292817"/>
                </a:lnTo>
                <a:lnTo>
                  <a:pt x="969487" y="1378980"/>
                </a:lnTo>
                <a:lnTo>
                  <a:pt x="973796" y="1447883"/>
                </a:lnTo>
                <a:lnTo>
                  <a:pt x="978104" y="1497431"/>
                </a:lnTo>
                <a:lnTo>
                  <a:pt x="982413" y="1526123"/>
                </a:lnTo>
                <a:lnTo>
                  <a:pt x="986722" y="1533100"/>
                </a:lnTo>
                <a:lnTo>
                  <a:pt x="991031" y="1518172"/>
                </a:lnTo>
                <a:lnTo>
                  <a:pt x="995340" y="1481821"/>
                </a:lnTo>
                <a:lnTo>
                  <a:pt x="999649" y="1425187"/>
                </a:lnTo>
                <a:lnTo>
                  <a:pt x="1003957" y="1350032"/>
                </a:lnTo>
                <a:lnTo>
                  <a:pt x="1008266" y="1258685"/>
                </a:lnTo>
                <a:lnTo>
                  <a:pt x="1012575" y="1153974"/>
                </a:lnTo>
                <a:lnTo>
                  <a:pt x="1016884" y="1039130"/>
                </a:lnTo>
                <a:lnTo>
                  <a:pt x="1021193" y="917699"/>
                </a:lnTo>
                <a:lnTo>
                  <a:pt x="1025502" y="793422"/>
                </a:lnTo>
                <a:lnTo>
                  <a:pt x="1029810" y="670127"/>
                </a:lnTo>
                <a:lnTo>
                  <a:pt x="1034119" y="551609"/>
                </a:lnTo>
                <a:lnTo>
                  <a:pt x="1038428" y="441513"/>
                </a:lnTo>
                <a:lnTo>
                  <a:pt x="1042737" y="343222"/>
                </a:lnTo>
                <a:lnTo>
                  <a:pt x="1047046" y="259755"/>
                </a:lnTo>
                <a:lnTo>
                  <a:pt x="1051355" y="193674"/>
                </a:lnTo>
                <a:lnTo>
                  <a:pt x="1055663" y="147004"/>
                </a:lnTo>
                <a:lnTo>
                  <a:pt x="1059972" y="121171"/>
                </a:lnTo>
                <a:lnTo>
                  <a:pt x="1064281" y="116963"/>
                </a:lnTo>
                <a:lnTo>
                  <a:pt x="1068590" y="134501"/>
                </a:lnTo>
                <a:lnTo>
                  <a:pt x="1072899" y="173239"/>
                </a:lnTo>
                <a:lnTo>
                  <a:pt x="1077207" y="231978"/>
                </a:lnTo>
                <a:lnTo>
                  <a:pt x="1081516" y="308909"/>
                </a:lnTo>
                <a:lnTo>
                  <a:pt x="1085825" y="401662"/>
                </a:lnTo>
                <a:lnTo>
                  <a:pt x="1090134" y="507385"/>
                </a:lnTo>
                <a:lnTo>
                  <a:pt x="1094443" y="622829"/>
                </a:lnTo>
                <a:lnTo>
                  <a:pt x="1098752" y="744448"/>
                </a:lnTo>
                <a:lnTo>
                  <a:pt x="1103060" y="868510"/>
                </a:lnTo>
                <a:lnTo>
                  <a:pt x="1107369" y="991209"/>
                </a:lnTo>
                <a:lnTo>
                  <a:pt x="1111678" y="1108786"/>
                </a:lnTo>
                <a:lnTo>
                  <a:pt x="1115987" y="1217640"/>
                </a:lnTo>
                <a:lnTo>
                  <a:pt x="1120296" y="1314442"/>
                </a:lnTo>
                <a:lnTo>
                  <a:pt x="1124605" y="1396233"/>
                </a:lnTo>
                <a:lnTo>
                  <a:pt x="1128913" y="1460522"/>
                </a:lnTo>
                <a:lnTo>
                  <a:pt x="1133222" y="1505351"/>
                </a:lnTo>
                <a:lnTo>
                  <a:pt x="1137531" y="1529368"/>
                </a:lnTo>
                <a:lnTo>
                  <a:pt x="1141840" y="1531855"/>
                </a:lnTo>
                <a:lnTo>
                  <a:pt x="1146149" y="1512761"/>
                </a:lnTo>
                <a:lnTo>
                  <a:pt x="1150458" y="1472694"/>
                </a:lnTo>
                <a:lnTo>
                  <a:pt x="1154766" y="1412908"/>
                </a:lnTo>
                <a:lnTo>
                  <a:pt x="1159075" y="1335262"/>
                </a:lnTo>
                <a:lnTo>
                  <a:pt x="1163384" y="1242161"/>
                </a:lnTo>
                <a:lnTo>
                  <a:pt x="1167693" y="1136483"/>
                </a:lnTo>
                <a:lnTo>
                  <a:pt x="1172002" y="1021491"/>
                </a:lnTo>
                <a:lnTo>
                  <a:pt x="1176311" y="900732"/>
                </a:lnTo>
                <a:lnTo>
                  <a:pt x="1180619" y="777927"/>
                </a:lnTo>
                <a:lnTo>
                  <a:pt x="1184928" y="656857"/>
                </a:lnTo>
                <a:lnTo>
                  <a:pt x="1189237" y="541247"/>
                </a:lnTo>
                <a:lnTo>
                  <a:pt x="1193546" y="434653"/>
                </a:lnTo>
                <a:lnTo>
                  <a:pt x="1197855" y="340349"/>
                </a:lnTo>
                <a:lnTo>
                  <a:pt x="1202164" y="261231"/>
                </a:lnTo>
                <a:lnTo>
                  <a:pt x="1206472" y="199727"/>
                </a:lnTo>
                <a:lnTo>
                  <a:pt x="1210781" y="157720"/>
                </a:lnTo>
                <a:lnTo>
                  <a:pt x="1215090" y="136494"/>
                </a:lnTo>
                <a:lnTo>
                  <a:pt x="1219399" y="136695"/>
                </a:lnTo>
                <a:lnTo>
                  <a:pt x="1223708" y="158307"/>
                </a:lnTo>
                <a:lnTo>
                  <a:pt x="1228017" y="200661"/>
                </a:lnTo>
                <a:lnTo>
                  <a:pt x="1232325" y="262448"/>
                </a:lnTo>
                <a:lnTo>
                  <a:pt x="1236634" y="341763"/>
                </a:lnTo>
                <a:lnTo>
                  <a:pt x="1240943" y="436165"/>
                </a:lnTo>
                <a:lnTo>
                  <a:pt x="1245252" y="542753"/>
                </a:lnTo>
                <a:lnTo>
                  <a:pt x="1249561" y="658250"/>
                </a:lnTo>
                <a:lnTo>
                  <a:pt x="1253870" y="779111"/>
                </a:lnTo>
                <a:lnTo>
                  <a:pt x="1258178" y="901627"/>
                </a:lnTo>
                <a:lnTo>
                  <a:pt x="1262487" y="1022042"/>
                </a:lnTo>
                <a:lnTo>
                  <a:pt x="1266796" y="1136665"/>
                </a:lnTo>
                <a:lnTo>
                  <a:pt x="1271105" y="1241989"/>
                </a:lnTo>
                <a:lnTo>
                  <a:pt x="1275414" y="1334791"/>
                </a:lnTo>
                <a:lnTo>
                  <a:pt x="1279722" y="1412239"/>
                </a:lnTo>
                <a:lnTo>
                  <a:pt x="1284031" y="1471972"/>
                </a:lnTo>
                <a:lnTo>
                  <a:pt x="1288340" y="1512176"/>
                </a:lnTo>
                <a:lnTo>
                  <a:pt x="1292649" y="1531637"/>
                </a:lnTo>
                <a:lnTo>
                  <a:pt x="1296958" y="1529780"/>
                </a:lnTo>
                <a:lnTo>
                  <a:pt x="1301267" y="1506684"/>
                </a:lnTo>
                <a:lnTo>
                  <a:pt x="1305575" y="1463082"/>
                </a:lnTo>
                <a:lnTo>
                  <a:pt x="1309884" y="1400335"/>
                </a:lnTo>
                <a:lnTo>
                  <a:pt x="1314193" y="1320392"/>
                </a:lnTo>
                <a:lnTo>
                  <a:pt x="1318502" y="1225727"/>
                </a:lnTo>
                <a:lnTo>
                  <a:pt x="1322811" y="1119266"/>
                </a:lnTo>
                <a:lnTo>
                  <a:pt x="1327120" y="1004295"/>
                </a:lnTo>
                <a:lnTo>
                  <a:pt x="1331428" y="884359"/>
                </a:lnTo>
                <a:lnTo>
                  <a:pt x="1335737" y="763152"/>
                </a:lnTo>
                <a:lnTo>
                  <a:pt x="1340046" y="644405"/>
                </a:lnTo>
                <a:lnTo>
                  <a:pt x="1344355" y="531773"/>
                </a:lnTo>
                <a:lnTo>
                  <a:pt x="1348664" y="428715"/>
                </a:lnTo>
                <a:lnTo>
                  <a:pt x="1352973" y="338400"/>
                </a:lnTo>
                <a:lnTo>
                  <a:pt x="1357281" y="263599"/>
                </a:lnTo>
                <a:lnTo>
                  <a:pt x="1361590" y="206606"/>
                </a:lnTo>
                <a:lnTo>
                  <a:pt x="1365899" y="169166"/>
                </a:lnTo>
                <a:lnTo>
                  <a:pt x="1370208" y="152423"/>
                </a:lnTo>
                <a:lnTo>
                  <a:pt x="1374517" y="156884"/>
                </a:lnTo>
                <a:lnTo>
                  <a:pt x="1378826" y="182403"/>
                </a:lnTo>
                <a:lnTo>
                  <a:pt x="1383134" y="228191"/>
                </a:lnTo>
                <a:lnTo>
                  <a:pt x="1387443" y="292834"/>
                </a:lnTo>
                <a:lnTo>
                  <a:pt x="1391752" y="374340"/>
                </a:lnTo>
                <a:lnTo>
                  <a:pt x="1396061" y="470201"/>
                </a:lnTo>
                <a:lnTo>
                  <a:pt x="1400370" y="577472"/>
                </a:lnTo>
                <a:lnTo>
                  <a:pt x="1404679" y="692857"/>
                </a:lnTo>
                <a:lnTo>
                  <a:pt x="1408987" y="812813"/>
                </a:lnTo>
                <a:lnTo>
                  <a:pt x="1413296" y="933661"/>
                </a:lnTo>
                <a:lnTo>
                  <a:pt x="1417605" y="1051697"/>
                </a:lnTo>
                <a:lnTo>
                  <a:pt x="1421914" y="1163304"/>
                </a:lnTo>
                <a:lnTo>
                  <a:pt x="1426223" y="1265067"/>
                </a:lnTo>
                <a:lnTo>
                  <a:pt x="1430532" y="1353876"/>
                </a:lnTo>
                <a:lnTo>
                  <a:pt x="1434840" y="1427019"/>
                </a:lnTo>
                <a:lnTo>
                  <a:pt x="1439149" y="1482268"/>
                </a:lnTo>
                <a:lnTo>
                  <a:pt x="1443458" y="1517948"/>
                </a:lnTo>
                <a:lnTo>
                  <a:pt x="1447767" y="1532983"/>
                </a:lnTo>
                <a:lnTo>
                  <a:pt x="1452076" y="1526934"/>
                </a:lnTo>
                <a:lnTo>
                  <a:pt x="1456385" y="1500009"/>
                </a:lnTo>
                <a:lnTo>
                  <a:pt x="1460693" y="1453057"/>
                </a:lnTo>
                <a:lnTo>
                  <a:pt x="1465002" y="1387541"/>
                </a:lnTo>
                <a:lnTo>
                  <a:pt x="1469311" y="1305495"/>
                </a:lnTo>
                <a:lnTo>
                  <a:pt x="1473620" y="1209457"/>
                </a:lnTo>
                <a:lnTo>
                  <a:pt x="1477929" y="1102394"/>
                </a:lnTo>
                <a:lnTo>
                  <a:pt x="1482237" y="987609"/>
                </a:lnTo>
                <a:lnTo>
                  <a:pt x="1486546" y="868639"/>
                </a:lnTo>
                <a:lnTo>
                  <a:pt x="1490855" y="749149"/>
                </a:lnTo>
                <a:lnTo>
                  <a:pt x="1495164" y="632816"/>
                </a:lnTo>
                <a:lnTo>
                  <a:pt x="1499473" y="523218"/>
                </a:lnTo>
                <a:lnTo>
                  <a:pt x="1503782" y="423723"/>
                </a:lnTo>
                <a:lnTo>
                  <a:pt x="1508090" y="337387"/>
                </a:lnTo>
                <a:lnTo>
                  <a:pt x="1512399" y="266859"/>
                </a:lnTo>
                <a:lnTo>
                  <a:pt x="1516708" y="214301"/>
                </a:lnTo>
                <a:lnTo>
                  <a:pt x="1521017" y="181322"/>
                </a:lnTo>
                <a:lnTo>
                  <a:pt x="1525326" y="168928"/>
                </a:lnTo>
                <a:lnTo>
                  <a:pt x="1529635" y="177493"/>
                </a:lnTo>
                <a:lnTo>
                  <a:pt x="1533943" y="206746"/>
                </a:lnTo>
                <a:lnTo>
                  <a:pt x="1538252" y="255781"/>
                </a:lnTo>
                <a:lnTo>
                  <a:pt x="1542561" y="323086"/>
                </a:lnTo>
                <a:lnTo>
                  <a:pt x="1546870" y="406589"/>
                </a:lnTo>
                <a:lnTo>
                  <a:pt x="1551179" y="503720"/>
                </a:lnTo>
                <a:lnTo>
                  <a:pt x="1555488" y="611496"/>
                </a:lnTo>
                <a:lnTo>
                  <a:pt x="1559796" y="726607"/>
                </a:lnTo>
                <a:lnTo>
                  <a:pt x="1564105" y="845519"/>
                </a:lnTo>
                <a:lnTo>
                  <a:pt x="1568414" y="964585"/>
                </a:lnTo>
                <a:lnTo>
                  <a:pt x="1572723" y="1080158"/>
                </a:lnTo>
                <a:lnTo>
                  <a:pt x="1577032" y="1188697"/>
                </a:lnTo>
                <a:lnTo>
                  <a:pt x="1581341" y="1286881"/>
                </a:lnTo>
                <a:lnTo>
                  <a:pt x="1585649" y="1371712"/>
                </a:lnTo>
                <a:lnTo>
                  <a:pt x="1589958" y="1440599"/>
                </a:lnTo>
                <a:lnTo>
                  <a:pt x="1594267" y="1491447"/>
                </a:lnTo>
                <a:lnTo>
                  <a:pt x="1598576" y="1522714"/>
                </a:lnTo>
                <a:lnTo>
                  <a:pt x="1602885" y="1533462"/>
                </a:lnTo>
                <a:lnTo>
                  <a:pt x="1607194" y="1523381"/>
                </a:lnTo>
                <a:lnTo>
                  <a:pt x="1611502" y="1492804"/>
                </a:lnTo>
                <a:lnTo>
                  <a:pt x="1615811" y="1442692"/>
                </a:lnTo>
                <a:lnTo>
                  <a:pt x="1620120" y="1374603"/>
                </a:lnTo>
                <a:lnTo>
                  <a:pt x="1624429" y="1290649"/>
                </a:lnTo>
                <a:lnTo>
                  <a:pt x="1628738" y="1193427"/>
                </a:lnTo>
                <a:lnTo>
                  <a:pt x="1633047" y="1085938"/>
                </a:lnTo>
                <a:lnTo>
                  <a:pt x="1637355" y="971498"/>
                </a:lnTo>
                <a:lnTo>
                  <a:pt x="1641664" y="853632"/>
                </a:lnTo>
                <a:lnTo>
                  <a:pt x="1645973" y="735969"/>
                </a:lnTo>
                <a:lnTo>
                  <a:pt x="1650282" y="622130"/>
                </a:lnTo>
                <a:lnTo>
                  <a:pt x="1654591" y="515615"/>
                </a:lnTo>
                <a:lnTo>
                  <a:pt x="1658900" y="419696"/>
                </a:lnTo>
                <a:lnTo>
                  <a:pt x="1663208" y="337318"/>
                </a:lnTo>
                <a:lnTo>
                  <a:pt x="1667517" y="271008"/>
                </a:lnTo>
                <a:lnTo>
                  <a:pt x="1671826" y="222799"/>
                </a:lnTo>
                <a:lnTo>
                  <a:pt x="1676135" y="194165"/>
                </a:lnTo>
                <a:lnTo>
                  <a:pt x="1680444" y="185979"/>
                </a:lnTo>
                <a:lnTo>
                  <a:pt x="1684753" y="198484"/>
                </a:lnTo>
                <a:lnTo>
                  <a:pt x="1689061" y="231290"/>
                </a:lnTo>
                <a:lnTo>
                  <a:pt x="1693370" y="283382"/>
                </a:lnTo>
                <a:lnTo>
                  <a:pt x="1697679" y="353155"/>
                </a:lnTo>
                <a:lnTo>
                  <a:pt x="1701988" y="438460"/>
                </a:lnTo>
                <a:lnTo>
                  <a:pt x="1706297" y="536675"/>
                </a:lnTo>
                <a:lnTo>
                  <a:pt x="1710605" y="644782"/>
                </a:lnTo>
                <a:lnTo>
                  <a:pt x="1714914" y="759463"/>
                </a:lnTo>
                <a:lnTo>
                  <a:pt x="1719223" y="877198"/>
                </a:lnTo>
                <a:lnTo>
                  <a:pt x="1723532" y="994378"/>
                </a:lnTo>
                <a:lnTo>
                  <a:pt x="1727841" y="1107413"/>
                </a:lnTo>
                <a:lnTo>
                  <a:pt x="1732150" y="1212842"/>
                </a:lnTo>
                <a:lnTo>
                  <a:pt x="1736458" y="1307440"/>
                </a:lnTo>
                <a:lnTo>
                  <a:pt x="1740767" y="1388319"/>
                </a:lnTo>
                <a:lnTo>
                  <a:pt x="1745076" y="1453012"/>
                </a:lnTo>
                <a:lnTo>
                  <a:pt x="1749385" y="1499551"/>
                </a:lnTo>
                <a:lnTo>
                  <a:pt x="1753694" y="1526527"/>
                </a:lnTo>
                <a:lnTo>
                  <a:pt x="1758003" y="1533134"/>
                </a:lnTo>
                <a:lnTo>
                  <a:pt x="1762311" y="1519189"/>
                </a:lnTo>
                <a:lnTo>
                  <a:pt x="1766620" y="1485143"/>
                </a:lnTo>
                <a:lnTo>
                  <a:pt x="1770929" y="1432062"/>
                </a:lnTo>
                <a:lnTo>
                  <a:pt x="1775238" y="1361597"/>
                </a:lnTo>
                <a:lnTo>
                  <a:pt x="1779547" y="1275930"/>
                </a:lnTo>
                <a:lnTo>
                  <a:pt x="1783856" y="1177710"/>
                </a:lnTo>
                <a:lnTo>
                  <a:pt x="1788164" y="1069968"/>
                </a:lnTo>
                <a:lnTo>
                  <a:pt x="1792473" y="956025"/>
                </a:lnTo>
                <a:lnTo>
                  <a:pt x="1796782" y="839392"/>
                </a:lnTo>
                <a:lnTo>
                  <a:pt x="1801091" y="723658"/>
                </a:lnTo>
                <a:lnTo>
                  <a:pt x="1805400" y="612383"/>
                </a:lnTo>
                <a:lnTo>
                  <a:pt x="1809709" y="508987"/>
                </a:lnTo>
                <a:lnTo>
                  <a:pt x="1814017" y="416647"/>
                </a:lnTo>
                <a:lnTo>
                  <a:pt x="1818326" y="338196"/>
                </a:lnTo>
                <a:lnTo>
                  <a:pt x="1822635" y="276039"/>
                </a:lnTo>
                <a:lnTo>
                  <a:pt x="1826944" y="232082"/>
                </a:lnTo>
                <a:lnTo>
                  <a:pt x="1831253" y="207668"/>
                </a:lnTo>
                <a:lnTo>
                  <a:pt x="1835562" y="203540"/>
                </a:lnTo>
                <a:lnTo>
                  <a:pt x="1839870" y="219817"/>
                </a:lnTo>
                <a:lnTo>
                  <a:pt x="1844179" y="255992"/>
                </a:lnTo>
                <a:lnTo>
                  <a:pt x="1848488" y="310948"/>
                </a:lnTo>
                <a:lnTo>
                  <a:pt x="1852797" y="382992"/>
                </a:lnTo>
                <a:lnTo>
                  <a:pt x="1857106" y="469906"/>
                </a:lnTo>
                <a:lnTo>
                  <a:pt x="1861415" y="569021"/>
                </a:lnTo>
                <a:lnTo>
                  <a:pt x="1865723" y="677290"/>
                </a:lnTo>
                <a:lnTo>
                  <a:pt x="1870032" y="791392"/>
                </a:lnTo>
                <a:lnTo>
                  <a:pt x="1874341" y="907826"/>
                </a:lnTo>
                <a:lnTo>
                  <a:pt x="1878650" y="1023023"/>
                </a:lnTo>
                <a:lnTo>
                  <a:pt x="1882959" y="1133456"/>
                </a:lnTo>
                <a:lnTo>
                  <a:pt x="1887268" y="1235744"/>
                </a:lnTo>
                <a:lnTo>
                  <a:pt x="1891576" y="1326760"/>
                </a:lnTo>
                <a:lnTo>
                  <a:pt x="1895885" y="1403726"/>
                </a:lnTo>
                <a:lnTo>
                  <a:pt x="1900194" y="1464295"/>
                </a:lnTo>
                <a:lnTo>
                  <a:pt x="1904503" y="1506627"/>
                </a:lnTo>
                <a:lnTo>
                  <a:pt x="1908812" y="1529443"/>
                </a:lnTo>
                <a:lnTo>
                  <a:pt x="1913120" y="1532062"/>
                </a:lnTo>
                <a:lnTo>
                  <a:pt x="1917429" y="1514427"/>
                </a:lnTo>
                <a:lnTo>
                  <a:pt x="1921738" y="1477099"/>
                </a:lnTo>
                <a:lnTo>
                  <a:pt x="1926047" y="1421245"/>
                </a:lnTo>
                <a:lnTo>
                  <a:pt x="1930356" y="1348600"/>
                </a:lnTo>
                <a:lnTo>
                  <a:pt x="1934665" y="1261413"/>
                </a:lnTo>
                <a:lnTo>
                  <a:pt x="1938973" y="1162378"/>
                </a:lnTo>
                <a:lnTo>
                  <a:pt x="1943282" y="1054550"/>
                </a:lnTo>
                <a:lnTo>
                  <a:pt x="1947591" y="941252"/>
                </a:lnTo>
                <a:lnTo>
                  <a:pt x="1951900" y="825973"/>
                </a:lnTo>
                <a:lnTo>
                  <a:pt x="1956209" y="712259"/>
                </a:lnTo>
                <a:lnTo>
                  <a:pt x="1960518" y="603609"/>
                </a:lnTo>
                <a:lnTo>
                  <a:pt x="1964826" y="503359"/>
                </a:lnTo>
                <a:lnTo>
                  <a:pt x="1969135" y="414588"/>
                </a:lnTo>
                <a:lnTo>
                  <a:pt x="1973444" y="340021"/>
                </a:lnTo>
                <a:lnTo>
                  <a:pt x="1977753" y="281943"/>
                </a:lnTo>
                <a:lnTo>
                  <a:pt x="1982062" y="242131"/>
                </a:lnTo>
                <a:lnTo>
                  <a:pt x="1986371" y="221803"/>
                </a:lnTo>
                <a:lnTo>
                  <a:pt x="1990679" y="221576"/>
                </a:lnTo>
                <a:lnTo>
                  <a:pt x="1994988" y="241449"/>
                </a:lnTo>
                <a:lnTo>
                  <a:pt x="1999297" y="280805"/>
                </a:lnTo>
                <a:lnTo>
                  <a:pt x="2003606" y="338430"/>
                </a:lnTo>
                <a:lnTo>
                  <a:pt x="2007915" y="412548"/>
                </a:lnTo>
                <a:lnTo>
                  <a:pt x="2012224" y="500881"/>
                </a:lnTo>
                <a:lnTo>
                  <a:pt x="2016532" y="600714"/>
                </a:lnTo>
                <a:lnTo>
                  <a:pt x="2020841" y="708982"/>
                </a:lnTo>
                <a:lnTo>
                  <a:pt x="2025150" y="822363"/>
                </a:lnTo>
                <a:lnTo>
                  <a:pt x="2029459" y="937380"/>
                </a:lnTo>
                <a:lnTo>
                  <a:pt x="2033768" y="1050508"/>
                </a:lnTo>
                <a:lnTo>
                  <a:pt x="2038077" y="1158285"/>
                </a:lnTo>
                <a:lnTo>
                  <a:pt x="2042385" y="1257412"/>
                </a:lnTo>
                <a:lnTo>
                  <a:pt x="2046694" y="1344861"/>
                </a:lnTo>
                <a:lnTo>
                  <a:pt x="2051003" y="1417962"/>
                </a:lnTo>
                <a:lnTo>
                  <a:pt x="2055312" y="1474489"/>
                </a:lnTo>
                <a:lnTo>
                  <a:pt x="2059621" y="1512727"/>
                </a:lnTo>
                <a:lnTo>
                  <a:pt x="2063930" y="1531520"/>
                </a:lnTo>
                <a:lnTo>
                  <a:pt x="2068238" y="1530314"/>
                </a:lnTo>
                <a:lnTo>
                  <a:pt x="2072547" y="1509166"/>
                </a:lnTo>
                <a:lnTo>
                  <a:pt x="2076856" y="1468747"/>
                </a:lnTo>
                <a:lnTo>
                  <a:pt x="2081165" y="1410317"/>
                </a:lnTo>
                <a:lnTo>
                  <a:pt x="2085474" y="1335689"/>
                </a:lnTo>
                <a:lnTo>
                  <a:pt x="2089783" y="1247173"/>
                </a:lnTo>
                <a:lnTo>
                  <a:pt x="2094091" y="1147502"/>
                </a:lnTo>
                <a:lnTo>
                  <a:pt x="2098400" y="1039750"/>
                </a:lnTo>
                <a:lnTo>
                  <a:pt x="2102709" y="927235"/>
                </a:lnTo>
                <a:lnTo>
                  <a:pt x="2107018" y="813422"/>
                </a:lnTo>
                <a:lnTo>
                  <a:pt x="2111327" y="701812"/>
                </a:lnTo>
                <a:lnTo>
                  <a:pt x="2115635" y="595835"/>
                </a:lnTo>
                <a:lnTo>
                  <a:pt x="2119944" y="498746"/>
                </a:lnTo>
                <a:lnTo>
                  <a:pt x="2124253" y="413527"/>
                </a:lnTo>
                <a:lnTo>
                  <a:pt x="2128562" y="342790"/>
                </a:lnTo>
                <a:lnTo>
                  <a:pt x="2132871" y="288703"/>
                </a:lnTo>
                <a:lnTo>
                  <a:pt x="2137180" y="252922"/>
                </a:lnTo>
                <a:lnTo>
                  <a:pt x="2141488" y="236539"/>
                </a:lnTo>
                <a:lnTo>
                  <a:pt x="2145797" y="240049"/>
                </a:lnTo>
                <a:lnTo>
                  <a:pt x="2150106" y="263338"/>
                </a:lnTo>
                <a:lnTo>
                  <a:pt x="2154415" y="305683"/>
                </a:lnTo>
                <a:lnTo>
                  <a:pt x="2158724" y="365780"/>
                </a:lnTo>
                <a:lnTo>
                  <a:pt x="2163033" y="441778"/>
                </a:lnTo>
                <a:lnTo>
                  <a:pt x="2167341" y="531341"/>
                </a:lnTo>
                <a:lnTo>
                  <a:pt x="2171650" y="631717"/>
                </a:lnTo>
                <a:lnTo>
                  <a:pt x="2175959" y="739826"/>
                </a:lnTo>
                <a:lnTo>
                  <a:pt x="2180268" y="852351"/>
                </a:lnTo>
                <a:lnTo>
                  <a:pt x="2184577" y="965843"/>
                </a:lnTo>
                <a:lnTo>
                  <a:pt x="2188886" y="1076826"/>
                </a:lnTo>
                <a:lnTo>
                  <a:pt x="2193194" y="1181903"/>
                </a:lnTo>
                <a:lnTo>
                  <a:pt x="2197503" y="1277861"/>
                </a:lnTo>
                <a:lnTo>
                  <a:pt x="2201812" y="1361767"/>
                </a:lnTo>
                <a:lnTo>
                  <a:pt x="2206121" y="1431063"/>
                </a:lnTo>
                <a:lnTo>
                  <a:pt x="2210430" y="1483641"/>
                </a:lnTo>
                <a:lnTo>
                  <a:pt x="2214739" y="1517904"/>
                </a:lnTo>
                <a:lnTo>
                  <a:pt x="2219047" y="1532822"/>
                </a:lnTo>
                <a:lnTo>
                  <a:pt x="2223356" y="1527957"/>
                </a:lnTo>
                <a:lnTo>
                  <a:pt x="2227665" y="1503480"/>
                </a:lnTo>
                <a:lnTo>
                  <a:pt x="2231974" y="1460163"/>
                </a:lnTo>
                <a:lnTo>
                  <a:pt x="2236283" y="1399355"/>
                </a:lnTo>
                <a:lnTo>
                  <a:pt x="2240592" y="1322941"/>
                </a:lnTo>
                <a:lnTo>
                  <a:pt x="2244900" y="1233283"/>
                </a:lnTo>
                <a:lnTo>
                  <a:pt x="2249209" y="1133150"/>
                </a:lnTo>
                <a:lnTo>
                  <a:pt x="2253518" y="1025628"/>
                </a:lnTo>
                <a:lnTo>
                  <a:pt x="2257827" y="914029"/>
                </a:lnTo>
                <a:lnTo>
                  <a:pt x="2262136" y="801786"/>
                </a:lnTo>
                <a:lnTo>
                  <a:pt x="2266445" y="692351"/>
                </a:lnTo>
                <a:lnTo>
                  <a:pt x="2270753" y="589086"/>
                </a:lnTo>
                <a:lnTo>
                  <a:pt x="2275062" y="495164"/>
                </a:lnTo>
                <a:lnTo>
                  <a:pt x="2279371" y="413465"/>
                </a:lnTo>
                <a:lnTo>
                  <a:pt x="2283680" y="346494"/>
                </a:lnTo>
                <a:lnTo>
                  <a:pt x="2287989" y="296304"/>
                </a:lnTo>
                <a:lnTo>
                  <a:pt x="2292298" y="264429"/>
                </a:lnTo>
                <a:lnTo>
                  <a:pt x="2296606" y="251841"/>
                </a:lnTo>
                <a:lnTo>
                  <a:pt x="2300915" y="258919"/>
                </a:lnTo>
                <a:lnTo>
                  <a:pt x="2305224" y="285439"/>
                </a:lnTo>
                <a:lnTo>
                  <a:pt x="2309533" y="330581"/>
                </a:lnTo>
                <a:lnTo>
                  <a:pt x="2313842" y="392953"/>
                </a:lnTo>
                <a:lnTo>
                  <a:pt x="2318151" y="470636"/>
                </a:lnTo>
                <a:lnTo>
                  <a:pt x="2322459" y="561243"/>
                </a:lnTo>
                <a:lnTo>
                  <a:pt x="2326768" y="661991"/>
                </a:lnTo>
                <a:lnTo>
                  <a:pt x="2331077" y="769790"/>
                </a:lnTo>
                <a:lnTo>
                  <a:pt x="2335386" y="881333"/>
                </a:lnTo>
                <a:lnTo>
                  <a:pt x="2339695" y="993203"/>
                </a:lnTo>
                <a:lnTo>
                  <a:pt x="2344003" y="1101974"/>
                </a:lnTo>
                <a:lnTo>
                  <a:pt x="2348312" y="1204319"/>
                </a:lnTo>
                <a:lnTo>
                  <a:pt x="2352621" y="1297108"/>
                </a:lnTo>
                <a:lnTo>
                  <a:pt x="2356930" y="1377509"/>
                </a:lnTo>
                <a:lnTo>
                  <a:pt x="2361239" y="1443070"/>
                </a:lnTo>
                <a:lnTo>
                  <a:pt x="2365548" y="1491798"/>
                </a:lnTo>
                <a:lnTo>
                  <a:pt x="2369856" y="1522217"/>
                </a:lnTo>
                <a:lnTo>
                  <a:pt x="2374165" y="1533412"/>
                </a:lnTo>
                <a:lnTo>
                  <a:pt x="2378474" y="1525062"/>
                </a:lnTo>
                <a:lnTo>
                  <a:pt x="2382783" y="1497444"/>
                </a:lnTo>
                <a:lnTo>
                  <a:pt x="2387092" y="1451424"/>
                </a:lnTo>
                <a:lnTo>
                  <a:pt x="2391401" y="1388435"/>
                </a:lnTo>
                <a:lnTo>
                  <a:pt x="2395709" y="1310428"/>
                </a:lnTo>
                <a:lnTo>
                  <a:pt x="2400018" y="1219814"/>
                </a:lnTo>
                <a:lnTo>
                  <a:pt x="2404327" y="1119388"/>
                </a:lnTo>
                <a:lnTo>
                  <a:pt x="2408636" y="1012245"/>
                </a:lnTo>
                <a:lnTo>
                  <a:pt x="2412945" y="901684"/>
                </a:lnTo>
                <a:lnTo>
                  <a:pt x="2417254" y="791104"/>
                </a:lnTo>
                <a:lnTo>
                  <a:pt x="2421562" y="683907"/>
                </a:lnTo>
                <a:lnTo>
                  <a:pt x="2425871" y="583383"/>
                </a:lnTo>
                <a:lnTo>
                  <a:pt x="2430180" y="492620"/>
                </a:lnTo>
                <a:lnTo>
                  <a:pt x="2434489" y="414401"/>
                </a:lnTo>
                <a:lnTo>
                  <a:pt x="2438798" y="351123"/>
                </a:lnTo>
                <a:lnTo>
                  <a:pt x="2443107" y="304725"/>
                </a:lnTo>
                <a:lnTo>
                  <a:pt x="2447415" y="276623"/>
                </a:lnTo>
                <a:lnTo>
                  <a:pt x="2451724" y="267674"/>
                </a:lnTo>
                <a:lnTo>
                  <a:pt x="2456033" y="278145"/>
                </a:lnTo>
                <a:lnTo>
                  <a:pt x="2460342" y="307709"/>
                </a:lnTo>
                <a:lnTo>
                  <a:pt x="2464651" y="355451"/>
                </a:lnTo>
                <a:lnTo>
                  <a:pt x="2468960" y="419901"/>
                </a:lnTo>
                <a:lnTo>
                  <a:pt x="2473268" y="499077"/>
                </a:lnTo>
                <a:lnTo>
                  <a:pt x="2477577" y="590547"/>
                </a:lnTo>
                <a:lnTo>
                  <a:pt x="2481886" y="691503"/>
                </a:lnTo>
                <a:lnTo>
                  <a:pt x="2486195" y="798847"/>
                </a:lnTo>
                <a:lnTo>
                  <a:pt x="2490504" y="909291"/>
                </a:lnTo>
                <a:lnTo>
                  <a:pt x="2494813" y="1019450"/>
                </a:lnTo>
                <a:lnTo>
                  <a:pt x="2499121" y="1125954"/>
                </a:lnTo>
                <a:lnTo>
                  <a:pt x="2503430" y="1225544"/>
                </a:lnTo>
                <a:lnTo>
                  <a:pt x="2507739" y="1315177"/>
                </a:lnTo>
                <a:lnTo>
                  <a:pt x="2512048" y="1392119"/>
                </a:lnTo>
                <a:lnTo>
                  <a:pt x="2516357" y="1454025"/>
                </a:lnTo>
                <a:lnTo>
                  <a:pt x="2520666" y="1499014"/>
                </a:lnTo>
                <a:lnTo>
                  <a:pt x="2524974" y="1525725"/>
                </a:lnTo>
                <a:lnTo>
                  <a:pt x="2529283" y="1533358"/>
                </a:lnTo>
                <a:lnTo>
                  <a:pt x="2533592" y="1521701"/>
                </a:lnTo>
                <a:lnTo>
                  <a:pt x="2537901" y="1491130"/>
                </a:lnTo>
                <a:lnTo>
                  <a:pt x="2542210" y="1442605"/>
                </a:lnTo>
                <a:lnTo>
                  <a:pt x="2546518" y="1377632"/>
                </a:lnTo>
                <a:lnTo>
                  <a:pt x="2550827" y="1298224"/>
                </a:lnTo>
                <a:lnTo>
                  <a:pt x="2555136" y="1206833"/>
                </a:lnTo>
                <a:lnTo>
                  <a:pt x="2559445" y="1106277"/>
                </a:lnTo>
                <a:lnTo>
                  <a:pt x="2563754" y="999654"/>
                </a:lnTo>
                <a:lnTo>
                  <a:pt x="2568063" y="890245"/>
                </a:lnTo>
                <a:lnTo>
                  <a:pt x="2572371" y="781414"/>
                </a:lnTo>
                <a:lnTo>
                  <a:pt x="2576680" y="676505"/>
                </a:lnTo>
                <a:lnTo>
                  <a:pt x="2580989" y="578741"/>
                </a:lnTo>
                <a:lnTo>
                  <a:pt x="2585298" y="491120"/>
                </a:lnTo>
                <a:lnTo>
                  <a:pt x="2589607" y="416329"/>
                </a:lnTo>
                <a:lnTo>
                  <a:pt x="2593916" y="356661"/>
                </a:lnTo>
                <a:lnTo>
                  <a:pt x="2598224" y="313940"/>
                </a:lnTo>
                <a:lnTo>
                  <a:pt x="2602533" y="289472"/>
                </a:lnTo>
                <a:lnTo>
                  <a:pt x="2606842" y="284000"/>
                </a:lnTo>
                <a:lnTo>
                  <a:pt x="2611151" y="297685"/>
                </a:lnTo>
                <a:lnTo>
                  <a:pt x="2615460" y="330102"/>
                </a:lnTo>
                <a:lnTo>
                  <a:pt x="2619769" y="380248"/>
                </a:lnTo>
                <a:lnTo>
                  <a:pt x="2624077" y="446581"/>
                </a:lnTo>
                <a:lnTo>
                  <a:pt x="2628386" y="527061"/>
                </a:lnTo>
                <a:lnTo>
                  <a:pt x="2632695" y="619217"/>
                </a:lnTo>
                <a:lnTo>
                  <a:pt x="2637004" y="720221"/>
                </a:lnTo>
                <a:lnTo>
                  <a:pt x="2641313" y="826975"/>
                </a:lnTo>
                <a:lnTo>
                  <a:pt x="2645622" y="936210"/>
                </a:lnTo>
                <a:lnTo>
                  <a:pt x="2649930" y="1044580"/>
                </a:lnTo>
                <a:lnTo>
                  <a:pt x="2654239" y="1148770"/>
                </a:lnTo>
                <a:lnTo>
                  <a:pt x="2658548" y="1245594"/>
                </a:lnTo>
                <a:lnTo>
                  <a:pt x="2662857" y="1332095"/>
                </a:lnTo>
                <a:lnTo>
                  <a:pt x="2667166" y="1405634"/>
                </a:lnTo>
                <a:lnTo>
                  <a:pt x="2671475" y="1463974"/>
                </a:lnTo>
                <a:lnTo>
                  <a:pt x="2675783" y="1505343"/>
                </a:lnTo>
                <a:lnTo>
                  <a:pt x="2680092" y="1528490"/>
                </a:lnTo>
                <a:lnTo>
                  <a:pt x="2684401" y="1532727"/>
                </a:lnTo>
                <a:lnTo>
                  <a:pt x="2688710" y="1517944"/>
                </a:lnTo>
                <a:lnTo>
                  <a:pt x="2693019" y="1484614"/>
                </a:lnTo>
                <a:lnTo>
                  <a:pt x="2697328" y="1433780"/>
                </a:lnTo>
                <a:lnTo>
                  <a:pt x="2701636" y="1367020"/>
                </a:lnTo>
                <a:lnTo>
                  <a:pt x="2705945" y="1286399"/>
                </a:lnTo>
                <a:lnTo>
                  <a:pt x="2710254" y="1194406"/>
                </a:lnTo>
                <a:lnTo>
                  <a:pt x="2714563" y="1093877"/>
                </a:lnTo>
                <a:lnTo>
                  <a:pt x="2718872" y="987906"/>
                </a:lnTo>
                <a:lnTo>
                  <a:pt x="2723181" y="879754"/>
                </a:lnTo>
                <a:lnTo>
                  <a:pt x="2727489" y="772746"/>
                </a:lnTo>
                <a:lnTo>
                  <a:pt x="2731798" y="670168"/>
                </a:lnTo>
                <a:lnTo>
                  <a:pt x="2736107" y="575169"/>
                </a:lnTo>
                <a:lnTo>
                  <a:pt x="2740416" y="490663"/>
                </a:lnTo>
                <a:lnTo>
                  <a:pt x="2744725" y="419240"/>
                </a:lnTo>
                <a:lnTo>
                  <a:pt x="2749033" y="363088"/>
                </a:lnTo>
                <a:lnTo>
                  <a:pt x="2753342" y="323923"/>
                </a:lnTo>
                <a:lnTo>
                  <a:pt x="2757651" y="302941"/>
                </a:lnTo>
                <a:lnTo>
                  <a:pt x="2761960" y="300779"/>
                </a:lnTo>
                <a:lnTo>
                  <a:pt x="2766269" y="317496"/>
                </a:lnTo>
                <a:lnTo>
                  <a:pt x="2770578" y="352573"/>
                </a:lnTo>
                <a:lnTo>
                  <a:pt x="2774886" y="404927"/>
                </a:lnTo>
                <a:lnTo>
                  <a:pt x="2779195" y="472949"/>
                </a:lnTo>
                <a:lnTo>
                  <a:pt x="2783504" y="554547"/>
                </a:lnTo>
                <a:lnTo>
                  <a:pt x="2787813" y="647217"/>
                </a:lnTo>
                <a:lnTo>
                  <a:pt x="2792122" y="748117"/>
                </a:lnTo>
                <a:lnTo>
                  <a:pt x="2796431" y="854154"/>
                </a:lnTo>
                <a:lnTo>
                  <a:pt x="2800739" y="962080"/>
                </a:lnTo>
                <a:lnTo>
                  <a:pt x="2805048" y="1068592"/>
                </a:lnTo>
                <a:lnTo>
                  <a:pt x="2809357" y="1170432"/>
                </a:lnTo>
                <a:lnTo>
                  <a:pt x="2813666" y="1264489"/>
                </a:lnTo>
                <a:lnTo>
                  <a:pt x="2817975" y="1347891"/>
                </a:lnTo>
                <a:lnTo>
                  <a:pt x="2822284" y="1418095"/>
                </a:lnTo>
                <a:lnTo>
                  <a:pt x="2826592" y="1472967"/>
                </a:lnTo>
                <a:lnTo>
                  <a:pt x="2830901" y="1510842"/>
                </a:lnTo>
                <a:lnTo>
                  <a:pt x="2835210" y="1530577"/>
                </a:lnTo>
                <a:lnTo>
                  <a:pt x="2839519" y="1531588"/>
                </a:lnTo>
                <a:lnTo>
                  <a:pt x="2843828" y="1513864"/>
                </a:lnTo>
                <a:lnTo>
                  <a:pt x="2848137" y="1477969"/>
                </a:lnTo>
                <a:lnTo>
                  <a:pt x="2852445" y="1425024"/>
                </a:lnTo>
                <a:lnTo>
                  <a:pt x="2856754" y="1356669"/>
                </a:lnTo>
                <a:lnTo>
                  <a:pt x="2861063" y="1275020"/>
                </a:lnTo>
                <a:lnTo>
                  <a:pt x="2865372" y="1182594"/>
                </a:lnTo>
                <a:lnTo>
                  <a:pt x="2869681" y="1082240"/>
                </a:lnTo>
                <a:lnTo>
                  <a:pt x="2873990" y="977047"/>
                </a:lnTo>
                <a:lnTo>
                  <a:pt x="2878298" y="870249"/>
                </a:lnTo>
                <a:lnTo>
                  <a:pt x="2882607" y="765128"/>
                </a:lnTo>
                <a:lnTo>
                  <a:pt x="2886916" y="664911"/>
                </a:lnTo>
                <a:lnTo>
                  <a:pt x="2891225" y="572675"/>
                </a:lnTo>
                <a:lnTo>
                  <a:pt x="2895534" y="491246"/>
                </a:lnTo>
                <a:lnTo>
                  <a:pt x="2899843" y="423120"/>
                </a:lnTo>
                <a:lnTo>
                  <a:pt x="2904151" y="370381"/>
                </a:lnTo>
                <a:lnTo>
                  <a:pt x="2908460" y="334643"/>
                </a:lnTo>
                <a:lnTo>
                  <a:pt x="2912769" y="316994"/>
                </a:lnTo>
                <a:lnTo>
                  <a:pt x="2917078" y="317970"/>
                </a:lnTo>
                <a:lnTo>
                  <a:pt x="2921387" y="337532"/>
                </a:lnTo>
                <a:lnTo>
                  <a:pt x="2925696" y="375076"/>
                </a:lnTo>
                <a:lnTo>
                  <a:pt x="2930004" y="429442"/>
                </a:lnTo>
                <a:lnTo>
                  <a:pt x="2934313" y="498961"/>
                </a:lnTo>
                <a:lnTo>
                  <a:pt x="2938622" y="581496"/>
                </a:lnTo>
                <a:lnTo>
                  <a:pt x="2942931" y="674515"/>
                </a:lnTo>
                <a:lnTo>
                  <a:pt x="2947240" y="775166"/>
                </a:lnTo>
                <a:lnTo>
                  <a:pt x="2951548" y="880366"/>
                </a:lnTo>
                <a:lnTo>
                  <a:pt x="2955857" y="986893"/>
                </a:lnTo>
                <a:lnTo>
                  <a:pt x="2960166" y="1091488"/>
                </a:lnTo>
                <a:lnTo>
                  <a:pt x="2964475" y="1190954"/>
                </a:lnTo>
                <a:lnTo>
                  <a:pt x="2968784" y="1282252"/>
                </a:lnTo>
                <a:lnTo>
                  <a:pt x="2973093" y="1362598"/>
                </a:lnTo>
                <a:lnTo>
                  <a:pt x="2977401" y="1429544"/>
                </a:lnTo>
                <a:lnTo>
                  <a:pt x="2981710" y="1481055"/>
                </a:lnTo>
                <a:lnTo>
                  <a:pt x="2986019" y="1515569"/>
                </a:lnTo>
                <a:lnTo>
                  <a:pt x="2990328" y="1532049"/>
                </a:lnTo>
                <a:lnTo>
                  <a:pt x="2994637" y="1530009"/>
                </a:lnTo>
                <a:lnTo>
                  <a:pt x="2998946" y="1509533"/>
                </a:lnTo>
                <a:lnTo>
                  <a:pt x="3003254" y="1471267"/>
                </a:lnTo>
                <a:lnTo>
                  <a:pt x="3007563" y="1416406"/>
                </a:lnTo>
                <a:lnTo>
                  <a:pt x="3011872" y="1346648"/>
                </a:lnTo>
                <a:lnTo>
                  <a:pt x="3016181" y="1264149"/>
                </a:lnTo>
                <a:lnTo>
                  <a:pt x="3020490" y="1171454"/>
                </a:lnTo>
                <a:lnTo>
                  <a:pt x="3024799" y="1071418"/>
                </a:lnTo>
                <a:lnTo>
                  <a:pt x="3029107" y="967118"/>
                </a:lnTo>
                <a:lnTo>
                  <a:pt x="3033416" y="861760"/>
                </a:lnTo>
                <a:lnTo>
                  <a:pt x="3037725" y="758580"/>
                </a:lnTo>
                <a:lnTo>
                  <a:pt x="3042034" y="660746"/>
                </a:lnTo>
                <a:lnTo>
                  <a:pt x="3046343" y="571258"/>
                </a:lnTo>
                <a:lnTo>
                  <a:pt x="3050652" y="492859"/>
                </a:lnTo>
                <a:lnTo>
                  <a:pt x="3054960" y="427949"/>
                </a:lnTo>
                <a:lnTo>
                  <a:pt x="3059269" y="378515"/>
                </a:lnTo>
                <a:lnTo>
                  <a:pt x="3063578" y="346067"/>
                </a:lnTo>
                <a:lnTo>
                  <a:pt x="3067887" y="331593"/>
                </a:lnTo>
                <a:lnTo>
                  <a:pt x="3072196" y="335529"/>
                </a:lnTo>
                <a:lnTo>
                  <a:pt x="3076505" y="357749"/>
                </a:lnTo>
                <a:lnTo>
                  <a:pt x="3080813" y="397565"/>
                </a:lnTo>
                <a:lnTo>
                  <a:pt x="3085122" y="453750"/>
                </a:lnTo>
                <a:lnTo>
                  <a:pt x="3089431" y="524578"/>
                </a:lnTo>
                <a:lnTo>
                  <a:pt x="3093740" y="607873"/>
                </a:lnTo>
                <a:lnTo>
                  <a:pt x="3098049" y="701082"/>
                </a:lnTo>
                <a:lnTo>
                  <a:pt x="3102358" y="801347"/>
                </a:lnTo>
                <a:lnTo>
                  <a:pt x="3106666" y="905598"/>
                </a:lnTo>
                <a:lnTo>
                  <a:pt x="3110975" y="1010645"/>
                </a:lnTo>
                <a:lnTo>
                  <a:pt x="3115284" y="1113274"/>
                </a:lnTo>
                <a:lnTo>
                  <a:pt x="3119593" y="1210351"/>
                </a:lnTo>
                <a:lnTo>
                  <a:pt x="3123902" y="1298911"/>
                </a:lnTo>
                <a:lnTo>
                  <a:pt x="3128211" y="1376255"/>
                </a:lnTo>
                <a:lnTo>
                  <a:pt x="3132519" y="1440027"/>
                </a:lnTo>
                <a:lnTo>
                  <a:pt x="3136828" y="1488290"/>
                </a:lnTo>
                <a:lnTo>
                  <a:pt x="3141137" y="1519585"/>
                </a:lnTo>
                <a:lnTo>
                  <a:pt x="3145446" y="1532971"/>
                </a:lnTo>
                <a:lnTo>
                  <a:pt x="3149755" y="1528059"/>
                </a:lnTo>
                <a:lnTo>
                  <a:pt x="3154064" y="1505019"/>
                </a:lnTo>
                <a:lnTo>
                  <a:pt x="3158372" y="1464578"/>
                </a:lnTo>
                <a:lnTo>
                  <a:pt x="3162681" y="1407994"/>
                </a:lnTo>
                <a:lnTo>
                  <a:pt x="3166990" y="1337020"/>
                </a:lnTo>
                <a:lnTo>
                  <a:pt x="3171299" y="1253847"/>
                </a:lnTo>
                <a:lnTo>
                  <a:pt x="3175608" y="1161040"/>
                </a:lnTo>
                <a:lnTo>
                  <a:pt x="3179916" y="1061454"/>
                </a:lnTo>
                <a:lnTo>
                  <a:pt x="3184225" y="958154"/>
                </a:lnTo>
                <a:lnTo>
                  <a:pt x="3188534" y="854313"/>
                </a:lnTo>
                <a:lnTo>
                  <a:pt x="3192843" y="753120"/>
                </a:lnTo>
                <a:lnTo>
                  <a:pt x="3197152" y="657678"/>
                </a:lnTo>
                <a:lnTo>
                  <a:pt x="3201461" y="570915"/>
                </a:lnTo>
                <a:lnTo>
                  <a:pt x="3205769" y="495488"/>
                </a:lnTo>
                <a:lnTo>
                  <a:pt x="3210078" y="433707"/>
                </a:lnTo>
                <a:lnTo>
                  <a:pt x="3214387" y="387460"/>
                </a:lnTo>
                <a:lnTo>
                  <a:pt x="3218696" y="358159"/>
                </a:lnTo>
                <a:lnTo>
                  <a:pt x="3223005" y="346695"/>
                </a:lnTo>
                <a:lnTo>
                  <a:pt x="3227314" y="353414"/>
                </a:lnTo>
                <a:lnTo>
                  <a:pt x="3231622" y="378102"/>
                </a:lnTo>
                <a:lnTo>
                  <a:pt x="3235931" y="419996"/>
                </a:lnTo>
                <a:lnTo>
                  <a:pt x="3240240" y="477808"/>
                </a:lnTo>
                <a:lnTo>
                  <a:pt x="3244549" y="549759"/>
                </a:lnTo>
                <a:lnTo>
                  <a:pt x="3248858" y="633644"/>
                </a:lnTo>
                <a:lnTo>
                  <a:pt x="3253167" y="726890"/>
                </a:lnTo>
                <a:lnTo>
                  <a:pt x="3257475" y="826640"/>
                </a:lnTo>
                <a:lnTo>
                  <a:pt x="3261784" y="929841"/>
                </a:lnTo>
                <a:lnTo>
                  <a:pt x="3266093" y="1033336"/>
                </a:lnTo>
                <a:lnTo>
                  <a:pt x="3270402" y="1133961"/>
                </a:lnTo>
                <a:lnTo>
                  <a:pt x="3274711" y="1228644"/>
                </a:lnTo>
                <a:lnTo>
                  <a:pt x="3279020" y="1314495"/>
                </a:lnTo>
                <a:lnTo>
                  <a:pt x="3283328" y="1388898"/>
                </a:lnTo>
                <a:lnTo>
                  <a:pt x="3287637" y="1449589"/>
                </a:lnTo>
                <a:lnTo>
                  <a:pt x="3291946" y="1494728"/>
                </a:lnTo>
                <a:lnTo>
                  <a:pt x="3296255" y="1522949"/>
                </a:lnTo>
                <a:lnTo>
                  <a:pt x="3300564" y="1533408"/>
                </a:lnTo>
                <a:lnTo>
                  <a:pt x="3304873" y="1525804"/>
                </a:lnTo>
                <a:lnTo>
                  <a:pt x="3309181" y="1500392"/>
                </a:lnTo>
                <a:lnTo>
                  <a:pt x="3313490" y="1457969"/>
                </a:lnTo>
                <a:lnTo>
                  <a:pt x="3317799" y="1399855"/>
                </a:lnTo>
                <a:lnTo>
                  <a:pt x="3322108" y="1327847"/>
                </a:lnTo>
                <a:lnTo>
                  <a:pt x="3326417" y="1244169"/>
                </a:lnTo>
                <a:lnTo>
                  <a:pt x="3330726" y="1151398"/>
                </a:lnTo>
                <a:lnTo>
                  <a:pt x="3335034" y="1052390"/>
                </a:lnTo>
                <a:lnTo>
                  <a:pt x="3339343" y="950188"/>
                </a:lnTo>
                <a:lnTo>
                  <a:pt x="3343652" y="847931"/>
                </a:lnTo>
                <a:lnTo>
                  <a:pt x="3347961" y="748757"/>
                </a:lnTo>
                <a:lnTo>
                  <a:pt x="3352270" y="655709"/>
                </a:lnTo>
                <a:lnTo>
                  <a:pt x="3356579" y="571638"/>
                </a:lnTo>
                <a:lnTo>
                  <a:pt x="3360887" y="499117"/>
                </a:lnTo>
                <a:lnTo>
                  <a:pt x="3365196" y="440367"/>
                </a:lnTo>
                <a:lnTo>
                  <a:pt x="3369505" y="397182"/>
                </a:lnTo>
                <a:lnTo>
                  <a:pt x="3373814" y="370880"/>
                </a:lnTo>
                <a:lnTo>
                  <a:pt x="3378123" y="362260"/>
                </a:lnTo>
                <a:lnTo>
                  <a:pt x="3382431" y="371578"/>
                </a:lnTo>
                <a:lnTo>
                  <a:pt x="3386740" y="398544"/>
                </a:lnTo>
                <a:lnTo>
                  <a:pt x="3391049" y="442325"/>
                </a:lnTo>
                <a:lnTo>
                  <a:pt x="3395358" y="501572"/>
                </a:lnTo>
                <a:lnTo>
                  <a:pt x="3399667" y="574469"/>
                </a:lnTo>
                <a:lnTo>
                  <a:pt x="3403976" y="658777"/>
                </a:lnTo>
                <a:lnTo>
                  <a:pt x="3408284" y="751914"/>
                </a:lnTo>
                <a:lnTo>
                  <a:pt x="3412593" y="851029"/>
                </a:lnTo>
                <a:lnTo>
                  <a:pt x="3416902" y="953087"/>
                </a:lnTo>
                <a:lnTo>
                  <a:pt x="3421211" y="1054968"/>
                </a:lnTo>
                <a:lnTo>
                  <a:pt x="3425520" y="1153561"/>
                </a:lnTo>
                <a:lnTo>
                  <a:pt x="3429829" y="1245854"/>
                </a:lnTo>
                <a:lnTo>
                  <a:pt x="3434137" y="1329034"/>
                </a:lnTo>
                <a:lnTo>
                  <a:pt x="3438446" y="1400568"/>
                </a:lnTo>
                <a:lnTo>
                  <a:pt x="3442755" y="1458280"/>
                </a:lnTo>
                <a:lnTo>
                  <a:pt x="3447064" y="1500422"/>
                </a:lnTo>
                <a:lnTo>
                  <a:pt x="3451373" y="1525721"/>
                </a:lnTo>
                <a:lnTo>
                  <a:pt x="3455682" y="1533423"/>
                </a:lnTo>
                <a:lnTo>
                  <a:pt x="3459990" y="1523312"/>
                </a:lnTo>
                <a:lnTo>
                  <a:pt x="3464299" y="1495718"/>
                </a:lnTo>
                <a:lnTo>
                  <a:pt x="3468608" y="1451505"/>
                </a:lnTo>
                <a:lnTo>
                  <a:pt x="3472917" y="1392048"/>
                </a:lnTo>
                <a:lnTo>
                  <a:pt x="3477226" y="1319185"/>
                </a:lnTo>
                <a:lnTo>
                  <a:pt x="3481535" y="1235164"/>
                </a:lnTo>
                <a:lnTo>
                  <a:pt x="3485843" y="1142572"/>
                </a:lnTo>
                <a:lnTo>
                  <a:pt x="3490152" y="1044258"/>
                </a:lnTo>
                <a:lnTo>
                  <a:pt x="3494461" y="943243"/>
                </a:lnTo>
                <a:lnTo>
                  <a:pt x="3498770" y="842627"/>
                </a:lnTo>
                <a:lnTo>
                  <a:pt x="3503079" y="745499"/>
                </a:lnTo>
                <a:lnTo>
                  <a:pt x="3507388" y="654835"/>
                </a:lnTo>
                <a:lnTo>
                  <a:pt x="3511696" y="573412"/>
                </a:lnTo>
                <a:lnTo>
                  <a:pt x="3516005" y="503723"/>
                </a:lnTo>
                <a:lnTo>
                  <a:pt x="3520314" y="447900"/>
                </a:lnTo>
                <a:lnTo>
                  <a:pt x="3524623" y="407646"/>
                </a:lnTo>
                <a:lnTo>
                  <a:pt x="3528932" y="384189"/>
                </a:lnTo>
                <a:lnTo>
                  <a:pt x="3533241" y="378241"/>
                </a:lnTo>
                <a:lnTo>
                  <a:pt x="3537549" y="389977"/>
                </a:lnTo>
                <a:lnTo>
                  <a:pt x="3541858" y="419030"/>
                </a:lnTo>
                <a:lnTo>
                  <a:pt x="3546167" y="464505"/>
                </a:lnTo>
                <a:lnTo>
                  <a:pt x="3550476" y="525004"/>
                </a:lnTo>
                <a:lnTo>
                  <a:pt x="3554785" y="598670"/>
                </a:lnTo>
                <a:lnTo>
                  <a:pt x="3559094" y="683243"/>
                </a:lnTo>
                <a:lnTo>
                  <a:pt x="3563402" y="776135"/>
                </a:lnTo>
                <a:lnTo>
                  <a:pt x="3567711" y="874500"/>
                </a:lnTo>
                <a:lnTo>
                  <a:pt x="3572020" y="975332"/>
                </a:lnTo>
                <a:lnTo>
                  <a:pt x="3576329" y="1075548"/>
                </a:lnTo>
                <a:lnTo>
                  <a:pt x="3580638" y="1172088"/>
                </a:lnTo>
                <a:lnTo>
                  <a:pt x="3584946" y="1262007"/>
                </a:lnTo>
                <a:lnTo>
                  <a:pt x="3589255" y="1342564"/>
                </a:lnTo>
                <a:lnTo>
                  <a:pt x="3593564" y="1411308"/>
                </a:lnTo>
                <a:lnTo>
                  <a:pt x="3597873" y="1466150"/>
                </a:lnTo>
                <a:lnTo>
                  <a:pt x="3602182" y="1505429"/>
                </a:lnTo>
                <a:lnTo>
                  <a:pt x="3606491" y="1527962"/>
                </a:lnTo>
                <a:lnTo>
                  <a:pt x="3610799" y="1533080"/>
                </a:lnTo>
                <a:lnTo>
                  <a:pt x="3615108" y="1520645"/>
                </a:lnTo>
                <a:lnTo>
                  <a:pt x="3619417" y="1491059"/>
                </a:lnTo>
                <a:lnTo>
                  <a:pt x="3623726" y="1445248"/>
                </a:lnTo>
                <a:lnTo>
                  <a:pt x="3628035" y="1384632"/>
                </a:lnTo>
                <a:lnTo>
                  <a:pt x="3632344" y="1311087"/>
                </a:lnTo>
                <a:lnTo>
                  <a:pt x="3636652" y="1226879"/>
                </a:lnTo>
                <a:lnTo>
                  <a:pt x="3640961" y="1134600"/>
                </a:lnTo>
                <a:lnTo>
                  <a:pt x="3645270" y="1037089"/>
                </a:lnTo>
                <a:lnTo>
                  <a:pt x="3649579" y="937339"/>
                </a:lnTo>
                <a:lnTo>
                  <a:pt x="3653888" y="838413"/>
                </a:lnTo>
                <a:lnTo>
                  <a:pt x="3658197" y="743344"/>
                </a:lnTo>
                <a:lnTo>
                  <a:pt x="3662505" y="655045"/>
                </a:lnTo>
                <a:lnTo>
                  <a:pt x="3666814" y="576220"/>
                </a:lnTo>
                <a:lnTo>
                  <a:pt x="3671123" y="509280"/>
                </a:lnTo>
                <a:lnTo>
                  <a:pt x="3675432" y="456272"/>
                </a:lnTo>
                <a:lnTo>
                  <a:pt x="3679741" y="418813"/>
                </a:lnTo>
                <a:lnTo>
                  <a:pt x="3684050" y="398044"/>
                </a:lnTo>
                <a:lnTo>
                  <a:pt x="3688358" y="394594"/>
                </a:lnTo>
                <a:lnTo>
                  <a:pt x="3692667" y="408563"/>
                </a:lnTo>
                <a:lnTo>
                  <a:pt x="3696976" y="439514"/>
                </a:lnTo>
                <a:lnTo>
                  <a:pt x="3701285" y="486496"/>
                </a:lnTo>
                <a:lnTo>
                  <a:pt x="3705594" y="548064"/>
                </a:lnTo>
                <a:lnTo>
                  <a:pt x="3709903" y="622329"/>
                </a:lnTo>
                <a:lnTo>
                  <a:pt x="3714211" y="707016"/>
                </a:lnTo>
                <a:lnTo>
                  <a:pt x="3718520" y="799531"/>
                </a:lnTo>
                <a:lnTo>
                  <a:pt x="3722829" y="897045"/>
                </a:lnTo>
                <a:lnTo>
                  <a:pt x="3727138" y="996576"/>
                </a:lnTo>
                <a:lnTo>
                  <a:pt x="3731447" y="1095084"/>
                </a:lnTo>
                <a:lnTo>
                  <a:pt x="3735756" y="1189562"/>
                </a:lnTo>
                <a:lnTo>
                  <a:pt x="3740064" y="1277130"/>
                </a:lnTo>
                <a:lnTo>
                  <a:pt x="3744373" y="1355120"/>
                </a:lnTo>
                <a:lnTo>
                  <a:pt x="3748682" y="1421161"/>
                </a:lnTo>
                <a:lnTo>
                  <a:pt x="3752991" y="1473247"/>
                </a:lnTo>
                <a:lnTo>
                  <a:pt x="3757300" y="1509803"/>
                </a:lnTo>
                <a:lnTo>
                  <a:pt x="3761609" y="1529730"/>
                </a:lnTo>
                <a:lnTo>
                  <a:pt x="3765917" y="1532438"/>
                </a:lnTo>
                <a:lnTo>
                  <a:pt x="3770226" y="1517865"/>
                </a:lnTo>
                <a:lnTo>
                  <a:pt x="3774535" y="1486476"/>
                </a:lnTo>
                <a:lnTo>
                  <a:pt x="3778844" y="1439253"/>
                </a:lnTo>
                <a:lnTo>
                  <a:pt x="3783153" y="1377660"/>
                </a:lnTo>
                <a:lnTo>
                  <a:pt x="3787462" y="1303598"/>
                </a:lnTo>
                <a:lnTo>
                  <a:pt x="3791770" y="1219352"/>
                </a:lnTo>
                <a:lnTo>
                  <a:pt x="3796079" y="1127513"/>
                </a:lnTo>
                <a:lnTo>
                  <a:pt x="3800388" y="1030904"/>
                </a:lnTo>
                <a:lnTo>
                  <a:pt x="3804697" y="932490"/>
                </a:lnTo>
                <a:lnTo>
                  <a:pt x="3809006" y="835292"/>
                </a:lnTo>
                <a:lnTo>
                  <a:pt x="3813314" y="742287"/>
                </a:lnTo>
                <a:lnTo>
                  <a:pt x="3817623" y="656326"/>
                </a:lnTo>
                <a:lnTo>
                  <a:pt x="3821932" y="580038"/>
                </a:lnTo>
                <a:lnTo>
                  <a:pt x="3826241" y="515758"/>
                </a:lnTo>
                <a:lnTo>
                  <a:pt x="3830550" y="465447"/>
                </a:lnTo>
                <a:lnTo>
                  <a:pt x="3834859" y="430641"/>
                </a:lnTo>
                <a:lnTo>
                  <a:pt x="3839167" y="412399"/>
                </a:lnTo>
                <a:lnTo>
                  <a:pt x="3843476" y="411273"/>
                </a:lnTo>
                <a:lnTo>
                  <a:pt x="3847785" y="427289"/>
                </a:lnTo>
                <a:lnTo>
                  <a:pt x="3852094" y="459951"/>
                </a:lnTo>
                <a:lnTo>
                  <a:pt x="3856403" y="508254"/>
                </a:lnTo>
                <a:lnTo>
                  <a:pt x="3860712" y="570714"/>
                </a:lnTo>
                <a:lnTo>
                  <a:pt x="3865020" y="645415"/>
                </a:lnTo>
                <a:lnTo>
                  <a:pt x="3869329" y="730070"/>
                </a:lnTo>
                <a:lnTo>
                  <a:pt x="3873638" y="822088"/>
                </a:lnTo>
                <a:lnTo>
                  <a:pt x="3877947" y="918655"/>
                </a:lnTo>
                <a:lnTo>
                  <a:pt x="3882256" y="1016820"/>
                </a:lnTo>
                <a:lnTo>
                  <a:pt x="3886565" y="1113587"/>
                </a:lnTo>
                <a:lnTo>
                  <a:pt x="3890873" y="1206003"/>
                </a:lnTo>
                <a:lnTo>
                  <a:pt x="3895182" y="1291252"/>
                </a:lnTo>
                <a:lnTo>
                  <a:pt x="3899491" y="1366739"/>
                </a:lnTo>
                <a:lnTo>
                  <a:pt x="3903800" y="1430170"/>
                </a:lnTo>
                <a:lnTo>
                  <a:pt x="3908109" y="1479622"/>
                </a:lnTo>
                <a:lnTo>
                  <a:pt x="3912418" y="1513599"/>
                </a:lnTo>
                <a:lnTo>
                  <a:pt x="3916726" y="1531082"/>
                </a:lnTo>
                <a:lnTo>
                  <a:pt x="3921035" y="1531557"/>
                </a:lnTo>
                <a:lnTo>
                  <a:pt x="3925344" y="1515030"/>
                </a:lnTo>
                <a:lnTo>
                  <a:pt x="3929653" y="1482026"/>
                </a:lnTo>
                <a:lnTo>
                  <a:pt x="3933962" y="1433575"/>
                </a:lnTo>
                <a:lnTo>
                  <a:pt x="3938271" y="1371178"/>
                </a:lnTo>
                <a:lnTo>
                  <a:pt x="3942579" y="1296762"/>
                </a:lnTo>
                <a:lnTo>
                  <a:pt x="3946888" y="1212619"/>
                </a:lnTo>
                <a:lnTo>
                  <a:pt x="3951197" y="1121337"/>
                </a:lnTo>
                <a:lnTo>
                  <a:pt x="3955506" y="1025721"/>
                </a:lnTo>
                <a:lnTo>
                  <a:pt x="3959815" y="928704"/>
                </a:lnTo>
                <a:lnTo>
                  <a:pt x="3964124" y="833262"/>
                </a:lnTo>
                <a:lnTo>
                  <a:pt x="3968432" y="742319"/>
                </a:lnTo>
                <a:lnTo>
                  <a:pt x="3972741" y="658659"/>
                </a:lnTo>
                <a:lnTo>
                  <a:pt x="3977050" y="584841"/>
                </a:lnTo>
                <a:lnTo>
                  <a:pt x="3981359" y="523122"/>
                </a:lnTo>
                <a:lnTo>
                  <a:pt x="3985668" y="475385"/>
                </a:lnTo>
                <a:lnTo>
                  <a:pt x="3989977" y="443087"/>
                </a:lnTo>
                <a:lnTo>
                  <a:pt x="3994285" y="427208"/>
                </a:lnTo>
                <a:lnTo>
                  <a:pt x="3998594" y="428229"/>
                </a:lnTo>
                <a:lnTo>
                  <a:pt x="4002903" y="446109"/>
                </a:lnTo>
                <a:lnTo>
                  <a:pt x="4007212" y="480297"/>
                </a:lnTo>
                <a:lnTo>
                  <a:pt x="4011521" y="529739"/>
                </a:lnTo>
                <a:lnTo>
                  <a:pt x="4015829" y="592918"/>
                </a:lnTo>
                <a:lnTo>
                  <a:pt x="4020138" y="667898"/>
                </a:lnTo>
                <a:lnTo>
                  <a:pt x="4024447" y="752384"/>
                </a:lnTo>
                <a:lnTo>
                  <a:pt x="4028756" y="843791"/>
                </a:lnTo>
                <a:lnTo>
                  <a:pt x="4033065" y="939325"/>
                </a:lnTo>
                <a:lnTo>
                  <a:pt x="4037374" y="1036069"/>
                </a:lnTo>
                <a:lnTo>
                  <a:pt x="4041682" y="1131070"/>
                </a:lnTo>
                <a:lnTo>
                  <a:pt x="4045991" y="1221432"/>
                </a:lnTo>
                <a:lnTo>
                  <a:pt x="4050300" y="1304403"/>
                </a:lnTo>
                <a:lnTo>
                  <a:pt x="4054609" y="1377459"/>
                </a:lnTo>
                <a:lnTo>
                  <a:pt x="4058918" y="1438381"/>
                </a:lnTo>
                <a:lnTo>
                  <a:pt x="4063227" y="1485324"/>
                </a:lnTo>
                <a:lnTo>
                  <a:pt x="4067535" y="1516870"/>
                </a:lnTo>
                <a:lnTo>
                  <a:pt x="4071844" y="1532075"/>
                </a:lnTo>
                <a:lnTo>
                  <a:pt x="4076153" y="1530493"/>
                </a:lnTo>
                <a:lnTo>
                  <a:pt x="4080462" y="1512195"/>
                </a:lnTo>
                <a:lnTo>
                  <a:pt x="4084771" y="1477760"/>
                </a:lnTo>
                <a:lnTo>
                  <a:pt x="4089080" y="1428261"/>
                </a:lnTo>
                <a:lnTo>
                  <a:pt x="4093388" y="1365230"/>
                </a:lnTo>
                <a:lnTo>
                  <a:pt x="4097697" y="1290613"/>
                </a:lnTo>
                <a:lnTo>
                  <a:pt x="4102006" y="1206708"/>
                </a:lnTo>
                <a:lnTo>
                  <a:pt x="4106315" y="1116093"/>
                </a:lnTo>
                <a:lnTo>
                  <a:pt x="4110624" y="1021551"/>
                </a:lnTo>
                <a:lnTo>
                  <a:pt x="4114933" y="925982"/>
                </a:lnTo>
                <a:lnTo>
                  <a:pt x="4119241" y="832316"/>
                </a:lnTo>
                <a:lnTo>
                  <a:pt x="4123550" y="743422"/>
                </a:lnTo>
                <a:lnTo>
                  <a:pt x="4127859" y="662018"/>
                </a:lnTo>
                <a:lnTo>
                  <a:pt x="4132168" y="590596"/>
                </a:lnTo>
                <a:lnTo>
                  <a:pt x="4136477" y="531335"/>
                </a:lnTo>
                <a:lnTo>
                  <a:pt x="4140786" y="486045"/>
                </a:lnTo>
                <a:lnTo>
                  <a:pt x="4145094" y="456105"/>
                </a:lnTo>
                <a:lnTo>
                  <a:pt x="4149403" y="442424"/>
                </a:lnTo>
                <a:lnTo>
                  <a:pt x="4153712" y="445414"/>
                </a:lnTo>
                <a:lnTo>
                  <a:pt x="4158021" y="464976"/>
                </a:lnTo>
                <a:lnTo>
                  <a:pt x="4162330" y="500506"/>
                </a:lnTo>
                <a:lnTo>
                  <a:pt x="4166639" y="550910"/>
                </a:lnTo>
                <a:lnTo>
                  <a:pt x="4170947" y="614643"/>
                </a:lnTo>
                <a:lnTo>
                  <a:pt x="4175256" y="689752"/>
                </a:lnTo>
                <a:lnTo>
                  <a:pt x="4179565" y="773938"/>
                </a:lnTo>
                <a:lnTo>
                  <a:pt x="4183874" y="864629"/>
                </a:lnTo>
                <a:lnTo>
                  <a:pt x="4188183" y="959053"/>
                </a:lnTo>
                <a:lnTo>
                  <a:pt x="4192492" y="1054328"/>
                </a:lnTo>
                <a:lnTo>
                  <a:pt x="4196800" y="1147549"/>
                </a:lnTo>
                <a:lnTo>
                  <a:pt x="4201109" y="1235874"/>
                </a:lnTo>
                <a:lnTo>
                  <a:pt x="4205418" y="1316616"/>
                </a:lnTo>
                <a:lnTo>
                  <a:pt x="4209727" y="1387319"/>
                </a:lnTo>
                <a:lnTo>
                  <a:pt x="4214036" y="1445838"/>
                </a:lnTo>
                <a:lnTo>
                  <a:pt x="4218344" y="1490402"/>
                </a:lnTo>
                <a:lnTo>
                  <a:pt x="4222653" y="1519668"/>
                </a:lnTo>
                <a:lnTo>
                  <a:pt x="4226962" y="1532760"/>
                </a:lnTo>
                <a:lnTo>
                  <a:pt x="4231271" y="1529299"/>
                </a:lnTo>
                <a:lnTo>
                  <a:pt x="4235580" y="1509412"/>
                </a:lnTo>
                <a:lnTo>
                  <a:pt x="4239889" y="1473727"/>
                </a:lnTo>
                <a:lnTo>
                  <a:pt x="4244197" y="1423355"/>
                </a:lnTo>
                <a:lnTo>
                  <a:pt x="4248506" y="1359854"/>
                </a:lnTo>
                <a:lnTo>
                  <a:pt x="4252815" y="1285184"/>
                </a:lnTo>
                <a:lnTo>
                  <a:pt x="4257124" y="1201641"/>
                </a:lnTo>
                <a:lnTo>
                  <a:pt x="4261433" y="1111793"/>
                </a:lnTo>
                <a:lnTo>
                  <a:pt x="4265742" y="1018399"/>
                </a:lnTo>
                <a:lnTo>
                  <a:pt x="4270050" y="924321"/>
                </a:lnTo>
                <a:lnTo>
                  <a:pt x="4274359" y="832442"/>
                </a:lnTo>
                <a:lnTo>
                  <a:pt x="4278668" y="745575"/>
                </a:lnTo>
                <a:lnTo>
                  <a:pt x="4282977" y="666377"/>
                </a:lnTo>
                <a:lnTo>
                  <a:pt x="4287286" y="597268"/>
                </a:lnTo>
                <a:lnTo>
                  <a:pt x="4291595" y="540357"/>
                </a:lnTo>
                <a:lnTo>
                  <a:pt x="4295903" y="497381"/>
                </a:lnTo>
                <a:lnTo>
                  <a:pt x="4300212" y="469647"/>
                </a:lnTo>
                <a:lnTo>
                  <a:pt x="4304521" y="457998"/>
                </a:lnTo>
                <a:lnTo>
                  <a:pt x="4308830" y="462781"/>
                </a:lnTo>
                <a:lnTo>
                  <a:pt x="4313139" y="483844"/>
                </a:lnTo>
                <a:lnTo>
                  <a:pt x="4317448" y="520536"/>
                </a:lnTo>
                <a:lnTo>
                  <a:pt x="4321756" y="571730"/>
                </a:lnTo>
                <a:lnTo>
                  <a:pt x="4326065" y="635856"/>
                </a:lnTo>
                <a:lnTo>
                  <a:pt x="4330374" y="710950"/>
                </a:lnTo>
                <a:lnTo>
                  <a:pt x="4334683" y="794716"/>
                </a:lnTo>
                <a:lnTo>
                  <a:pt x="4338992" y="884594"/>
                </a:lnTo>
                <a:lnTo>
                  <a:pt x="4343301" y="977840"/>
                </a:lnTo>
                <a:lnTo>
                  <a:pt x="4347609" y="1071608"/>
                </a:lnTo>
                <a:lnTo>
                  <a:pt x="4351918" y="1163041"/>
                </a:lnTo>
                <a:lnTo>
                  <a:pt x="4356227" y="1249354"/>
                </a:lnTo>
                <a:lnTo>
                  <a:pt x="4360536" y="1327922"/>
                </a:lnTo>
                <a:lnTo>
                  <a:pt x="4364845" y="1396357"/>
                </a:lnTo>
                <a:lnTo>
                  <a:pt x="4369154" y="1452584"/>
                </a:lnTo>
                <a:lnTo>
                  <a:pt x="4373462" y="1494904"/>
                </a:lnTo>
                <a:lnTo>
                  <a:pt x="4377771" y="1522042"/>
                </a:lnTo>
                <a:lnTo>
                  <a:pt x="4382080" y="1533189"/>
                </a:lnTo>
                <a:lnTo>
                  <a:pt x="4386389" y="1528025"/>
                </a:lnTo>
                <a:lnTo>
                  <a:pt x="4390698" y="1506728"/>
                </a:lnTo>
                <a:lnTo>
                  <a:pt x="4395007" y="1469971"/>
                </a:lnTo>
                <a:lnTo>
                  <a:pt x="4399315" y="1418896"/>
                </a:lnTo>
                <a:lnTo>
                  <a:pt x="4403624" y="1355082"/>
                </a:lnTo>
                <a:lnTo>
                  <a:pt x="4407933" y="1280497"/>
                </a:lnTo>
                <a:lnTo>
                  <a:pt x="4412242" y="1197434"/>
                </a:lnTo>
                <a:lnTo>
                  <a:pt x="4416551" y="1108447"/>
                </a:lnTo>
                <a:lnTo>
                  <a:pt x="4420860" y="1016264"/>
                </a:lnTo>
                <a:lnTo>
                  <a:pt x="4425168" y="923711"/>
                </a:lnTo>
                <a:lnTo>
                  <a:pt x="4429477" y="833622"/>
                </a:lnTo>
                <a:lnTo>
                  <a:pt x="4433786" y="748754"/>
                </a:lnTo>
                <a:lnTo>
                  <a:pt x="4438095" y="671701"/>
                </a:lnTo>
                <a:lnTo>
                  <a:pt x="4442404" y="604817"/>
                </a:lnTo>
                <a:lnTo>
                  <a:pt x="4446712" y="550143"/>
                </a:lnTo>
                <a:lnTo>
                  <a:pt x="4451021" y="509345"/>
                </a:lnTo>
                <a:lnTo>
                  <a:pt x="4455330" y="483664"/>
                </a:lnTo>
                <a:lnTo>
                  <a:pt x="4459639" y="473879"/>
                </a:lnTo>
                <a:lnTo>
                  <a:pt x="4463948" y="480280"/>
                </a:lnTo>
                <a:lnTo>
                  <a:pt x="4468257" y="502666"/>
                </a:lnTo>
                <a:lnTo>
                  <a:pt x="4472565" y="540345"/>
                </a:lnTo>
                <a:lnTo>
                  <a:pt x="4476874" y="592161"/>
                </a:lnTo>
                <a:lnTo>
                  <a:pt x="4481183" y="656526"/>
                </a:lnTo>
                <a:lnTo>
                  <a:pt x="4485492" y="731470"/>
                </a:lnTo>
                <a:lnTo>
                  <a:pt x="4489801" y="814701"/>
                </a:lnTo>
                <a:lnTo>
                  <a:pt x="4494110" y="903679"/>
                </a:lnTo>
                <a:lnTo>
                  <a:pt x="4498418" y="995686"/>
                </a:lnTo>
                <a:lnTo>
                  <a:pt x="4502727" y="1087918"/>
                </a:lnTo>
                <a:lnTo>
                  <a:pt x="4507036" y="1177565"/>
                </a:lnTo>
                <a:lnTo>
                  <a:pt x="4511345" y="1261899"/>
                </a:lnTo>
                <a:lnTo>
                  <a:pt x="4515654" y="1338354"/>
                </a:lnTo>
                <a:lnTo>
                  <a:pt x="4519963" y="1404612"/>
                </a:lnTo>
                <a:lnTo>
                  <a:pt x="4524271" y="1458663"/>
                </a:lnTo>
                <a:lnTo>
                  <a:pt x="4528580" y="1498876"/>
                </a:lnTo>
                <a:lnTo>
                  <a:pt x="4532889" y="1524040"/>
                </a:lnTo>
                <a:lnTo>
                  <a:pt x="4537198" y="1533409"/>
                </a:lnTo>
                <a:lnTo>
                  <a:pt x="4541507" y="1526715"/>
                </a:lnTo>
                <a:lnTo>
                  <a:pt x="4545816" y="1504186"/>
                </a:lnTo>
                <a:lnTo>
                  <a:pt x="4550124" y="1466529"/>
                </a:lnTo>
                <a:lnTo>
                  <a:pt x="4554433" y="1414915"/>
                </a:lnTo>
                <a:lnTo>
                  <a:pt x="4558742" y="1350939"/>
                </a:lnTo>
                <a:lnTo>
                  <a:pt x="4563051" y="1276571"/>
                </a:lnTo>
                <a:lnTo>
                  <a:pt x="4567360" y="1194099"/>
                </a:lnTo>
                <a:lnTo>
                  <a:pt x="4571669" y="1106055"/>
                </a:lnTo>
                <a:lnTo>
                  <a:pt x="4575977" y="1015139"/>
                </a:lnTo>
                <a:lnTo>
                  <a:pt x="4580286" y="924136"/>
                </a:lnTo>
                <a:lnTo>
                  <a:pt x="4584595" y="835832"/>
                </a:lnTo>
                <a:lnTo>
                  <a:pt x="4588904" y="752926"/>
                </a:lnTo>
                <a:lnTo>
                  <a:pt x="4593213" y="677954"/>
                </a:lnTo>
                <a:lnTo>
                  <a:pt x="4597522" y="613202"/>
                </a:lnTo>
                <a:lnTo>
                  <a:pt x="4601830" y="560647"/>
                </a:lnTo>
                <a:lnTo>
                  <a:pt x="4606139" y="521889"/>
                </a:lnTo>
                <a:lnTo>
                  <a:pt x="4610448" y="498106"/>
                </a:lnTo>
                <a:lnTo>
                  <a:pt x="4614757" y="490017"/>
                </a:lnTo>
                <a:lnTo>
                  <a:pt x="4619066" y="497863"/>
                </a:lnTo>
                <a:lnTo>
                  <a:pt x="4623375" y="521397"/>
                </a:lnTo>
                <a:lnTo>
                  <a:pt x="4627683" y="559893"/>
                </a:lnTo>
                <a:lnTo>
                  <a:pt x="4631992" y="612170"/>
                </a:lnTo>
                <a:lnTo>
                  <a:pt x="4636301" y="676626"/>
                </a:lnTo>
                <a:lnTo>
                  <a:pt x="4640610" y="751291"/>
                </a:lnTo>
                <a:lnTo>
                  <a:pt x="4644919" y="833882"/>
                </a:lnTo>
                <a:lnTo>
                  <a:pt x="4649227" y="921879"/>
                </a:lnTo>
                <a:lnTo>
                  <a:pt x="4653536" y="1012597"/>
                </a:lnTo>
                <a:lnTo>
                  <a:pt x="4657845" y="1103272"/>
                </a:lnTo>
                <a:lnTo>
                  <a:pt x="4662154" y="1191142"/>
                </a:lnTo>
                <a:lnTo>
                  <a:pt x="4666463" y="1273535"/>
                </a:lnTo>
                <a:lnTo>
                  <a:pt x="4670772" y="1347947"/>
                </a:lnTo>
                <a:lnTo>
                  <a:pt x="4675080" y="1412122"/>
                </a:lnTo>
                <a:lnTo>
                  <a:pt x="4679389" y="1464117"/>
                </a:lnTo>
                <a:lnTo>
                  <a:pt x="4683698" y="1502361"/>
                </a:lnTo>
                <a:lnTo>
                  <a:pt x="4688007" y="1525707"/>
                </a:lnTo>
                <a:lnTo>
                  <a:pt x="4692316" y="1533464"/>
                </a:lnTo>
                <a:lnTo>
                  <a:pt x="4696625" y="1525414"/>
                </a:lnTo>
                <a:lnTo>
                  <a:pt x="4700933" y="1501824"/>
                </a:lnTo>
                <a:lnTo>
                  <a:pt x="4705242" y="1463436"/>
                </a:lnTo>
                <a:lnTo>
                  <a:pt x="4709551" y="1411441"/>
                </a:lnTo>
                <a:lnTo>
                  <a:pt x="4713860" y="1347446"/>
                </a:lnTo>
                <a:lnTo>
                  <a:pt x="4718169" y="1273420"/>
                </a:lnTo>
                <a:lnTo>
                  <a:pt x="4722478" y="1191640"/>
                </a:lnTo>
                <a:lnTo>
                  <a:pt x="4726786" y="1104615"/>
                </a:lnTo>
                <a:lnTo>
                  <a:pt x="4731095" y="1015012"/>
                </a:lnTo>
                <a:lnTo>
                  <a:pt x="4735404" y="925576"/>
                </a:lnTo>
                <a:lnTo>
                  <a:pt x="4739713" y="839043"/>
                </a:lnTo>
                <a:lnTo>
                  <a:pt x="4744022" y="758057"/>
                </a:lnTo>
                <a:lnTo>
                  <a:pt x="4748331" y="685093"/>
                </a:lnTo>
                <a:lnTo>
                  <a:pt x="4752639" y="622377"/>
                </a:lnTo>
                <a:lnTo>
                  <a:pt x="4756948" y="571820"/>
                </a:lnTo>
                <a:lnTo>
                  <a:pt x="4761257" y="534961"/>
                </a:lnTo>
                <a:lnTo>
                  <a:pt x="4765566" y="512920"/>
                </a:lnTo>
                <a:lnTo>
                  <a:pt x="4769875" y="506362"/>
                </a:lnTo>
                <a:lnTo>
                  <a:pt x="4774184" y="515481"/>
                </a:lnTo>
                <a:lnTo>
                  <a:pt x="4778492" y="539992"/>
                </a:lnTo>
                <a:lnTo>
                  <a:pt x="4782801" y="579139"/>
                </a:lnTo>
                <a:lnTo>
                  <a:pt x="4787110" y="631721"/>
                </a:lnTo>
                <a:lnTo>
                  <a:pt x="4791419" y="696130"/>
                </a:lnTo>
                <a:lnTo>
                  <a:pt x="4795728" y="770395"/>
                </a:lnTo>
                <a:lnTo>
                  <a:pt x="4800037" y="852249"/>
                </a:lnTo>
                <a:lnTo>
                  <a:pt x="4804345" y="939194"/>
                </a:lnTo>
                <a:lnTo>
                  <a:pt x="4808654" y="1028579"/>
                </a:lnTo>
                <a:lnTo>
                  <a:pt x="4812963" y="1117682"/>
                </a:lnTo>
                <a:lnTo>
                  <a:pt x="4817272" y="1203792"/>
                </a:lnTo>
                <a:lnTo>
                  <a:pt x="4821581" y="1284291"/>
                </a:lnTo>
                <a:lnTo>
                  <a:pt x="4825890" y="1356734"/>
                </a:lnTo>
                <a:lnTo>
                  <a:pt x="4830198" y="1418926"/>
                </a:lnTo>
                <a:lnTo>
                  <a:pt x="4834507" y="1468985"/>
                </a:lnTo>
                <a:lnTo>
                  <a:pt x="4838816" y="1505402"/>
                </a:lnTo>
                <a:lnTo>
                  <a:pt x="4843125" y="1527086"/>
                </a:lnTo>
                <a:lnTo>
                  <a:pt x="4847434" y="1533395"/>
                </a:lnTo>
                <a:lnTo>
                  <a:pt x="4851742" y="1524157"/>
                </a:lnTo>
                <a:lnTo>
                  <a:pt x="4856051" y="1499676"/>
                </a:lnTo>
                <a:lnTo>
                  <a:pt x="4860360" y="1460719"/>
                </a:lnTo>
                <a:lnTo>
                  <a:pt x="4864669" y="1408495"/>
                </a:lnTo>
                <a:lnTo>
                  <a:pt x="4868978" y="1344617"/>
                </a:lnTo>
                <a:lnTo>
                  <a:pt x="4873287" y="1271050"/>
                </a:lnTo>
                <a:lnTo>
                  <a:pt x="4877595" y="1190054"/>
                </a:lnTo>
                <a:lnTo>
                  <a:pt x="4881904" y="1104115"/>
                </a:lnTo>
                <a:lnTo>
                  <a:pt x="4886213" y="1015865"/>
                </a:lnTo>
                <a:lnTo>
                  <a:pt x="4890522" y="928005"/>
                </a:lnTo>
                <a:lnTo>
                  <a:pt x="4894831" y="843222"/>
                </a:lnTo>
                <a:lnTo>
                  <a:pt x="4899140" y="764108"/>
                </a:lnTo>
                <a:lnTo>
                  <a:pt x="4903448" y="693075"/>
                </a:lnTo>
                <a:lnTo>
                  <a:pt x="4907757" y="632292"/>
                </a:lnTo>
                <a:lnTo>
                  <a:pt x="4912066" y="583610"/>
                </a:lnTo>
                <a:lnTo>
                  <a:pt x="4916375" y="548508"/>
                </a:lnTo>
                <a:lnTo>
                  <a:pt x="4920684" y="528054"/>
                </a:lnTo>
                <a:lnTo>
                  <a:pt x="4924993" y="522863"/>
                </a:lnTo>
                <a:lnTo>
                  <a:pt x="4929301" y="533088"/>
                </a:lnTo>
                <a:lnTo>
                  <a:pt x="4933610" y="558408"/>
                </a:lnTo>
                <a:lnTo>
                  <a:pt x="4937919" y="598046"/>
                </a:lnTo>
                <a:lnTo>
                  <a:pt x="4942228" y="650785"/>
                </a:lnTo>
                <a:lnTo>
                  <a:pt x="4946537" y="715012"/>
                </a:lnTo>
                <a:lnTo>
                  <a:pt x="4950846" y="788765"/>
                </a:lnTo>
                <a:lnTo>
                  <a:pt x="4955154" y="869792"/>
                </a:lnTo>
                <a:lnTo>
                  <a:pt x="4959463" y="955621"/>
                </a:lnTo>
                <a:lnTo>
                  <a:pt x="4963772" y="1043639"/>
                </a:lnTo>
                <a:lnTo>
                  <a:pt x="4968081" y="1131165"/>
                </a:lnTo>
                <a:lnTo>
                  <a:pt x="4972390" y="1215538"/>
                </a:lnTo>
                <a:lnTo>
                  <a:pt x="4976699" y="1294194"/>
                </a:lnTo>
                <a:lnTo>
                  <a:pt x="4981007" y="1364746"/>
                </a:lnTo>
                <a:lnTo>
                  <a:pt x="4985316" y="1425058"/>
                </a:lnTo>
                <a:lnTo>
                  <a:pt x="4989625" y="1473307"/>
                </a:lnTo>
                <a:lnTo>
                  <a:pt x="4993934" y="1508038"/>
                </a:lnTo>
                <a:lnTo>
                  <a:pt x="4998243" y="1528214"/>
                </a:lnTo>
                <a:lnTo>
                  <a:pt x="5002552" y="1533238"/>
                </a:lnTo>
                <a:lnTo>
                  <a:pt x="5006860" y="1522979"/>
                </a:lnTo>
                <a:lnTo>
                  <a:pt x="5011169" y="1497770"/>
                </a:lnTo>
                <a:lnTo>
                  <a:pt x="5015478" y="1458402"/>
                </a:lnTo>
                <a:lnTo>
                  <a:pt x="5019787" y="1406094"/>
                </a:lnTo>
                <a:lnTo>
                  <a:pt x="5024096" y="1342461"/>
                </a:lnTo>
                <a:lnTo>
                  <a:pt x="5028405" y="1269461"/>
                </a:lnTo>
                <a:lnTo>
                  <a:pt x="5032713" y="1189335"/>
                </a:lnTo>
                <a:lnTo>
                  <a:pt x="5037022" y="1104540"/>
                </a:lnTo>
                <a:lnTo>
                  <a:pt x="5041331" y="1017673"/>
                </a:lnTo>
                <a:lnTo>
                  <a:pt x="5045640" y="931392"/>
                </a:lnTo>
                <a:lnTo>
                  <a:pt x="5049949" y="848333"/>
                </a:lnTo>
                <a:lnTo>
                  <a:pt x="5054258" y="771034"/>
                </a:lnTo>
                <a:lnTo>
                  <a:pt x="5058566" y="701852"/>
                </a:lnTo>
                <a:lnTo>
                  <a:pt x="5062875" y="642897"/>
                </a:lnTo>
                <a:lnTo>
                  <a:pt x="5067184" y="595963"/>
                </a:lnTo>
                <a:lnTo>
                  <a:pt x="5071493" y="562477"/>
                </a:lnTo>
                <a:lnTo>
                  <a:pt x="5075802" y="543455"/>
                </a:lnTo>
                <a:lnTo>
                  <a:pt x="5080110" y="539469"/>
                </a:lnTo>
                <a:lnTo>
                  <a:pt x="5084419" y="550634"/>
                </a:lnTo>
                <a:lnTo>
                  <a:pt x="5088728" y="576603"/>
                </a:lnTo>
                <a:lnTo>
                  <a:pt x="5093037" y="616577"/>
                </a:lnTo>
                <a:lnTo>
                  <a:pt x="5097346" y="669331"/>
                </a:lnTo>
                <a:lnTo>
                  <a:pt x="5101655" y="733251"/>
                </a:lnTo>
                <a:lnTo>
                  <a:pt x="5105963" y="806387"/>
                </a:lnTo>
                <a:lnTo>
                  <a:pt x="5110272" y="886505"/>
                </a:lnTo>
                <a:lnTo>
                  <a:pt x="5114581" y="971164"/>
                </a:lnTo>
                <a:lnTo>
                  <a:pt x="5118890" y="1057787"/>
                </a:lnTo>
                <a:lnTo>
                  <a:pt x="5123199" y="1143737"/>
                </a:lnTo>
                <a:lnTo>
                  <a:pt x="5127508" y="1226402"/>
                </a:lnTo>
                <a:lnTo>
                  <a:pt x="5131816" y="1303273"/>
                </a:lnTo>
                <a:lnTo>
                  <a:pt x="5136125" y="1372017"/>
                </a:lnTo>
                <a:lnTo>
                  <a:pt x="5140434" y="1430555"/>
                </a:lnTo>
                <a:lnTo>
                  <a:pt x="5144743" y="1477119"/>
                </a:lnTo>
                <a:lnTo>
                  <a:pt x="5149052" y="1510307"/>
                </a:lnTo>
                <a:lnTo>
                  <a:pt x="5153361" y="1529127"/>
                </a:lnTo>
                <a:lnTo>
                  <a:pt x="5157669" y="1533027"/>
                </a:lnTo>
                <a:lnTo>
                  <a:pt x="5161978" y="1521908"/>
                </a:lnTo>
                <a:lnTo>
                  <a:pt x="5166287" y="1496130"/>
                </a:lnTo>
                <a:lnTo>
                  <a:pt x="5170596" y="1456501"/>
                </a:lnTo>
                <a:lnTo>
                  <a:pt x="5174905" y="1404247"/>
                </a:lnTo>
                <a:lnTo>
                  <a:pt x="5179214" y="1340981"/>
                </a:lnTo>
                <a:lnTo>
                  <a:pt x="5183522" y="1268648"/>
                </a:lnTo>
                <a:lnTo>
                  <a:pt x="5187831" y="1189468"/>
                </a:lnTo>
                <a:lnTo>
                  <a:pt x="5192140" y="1105869"/>
                </a:lnTo>
                <a:lnTo>
                  <a:pt x="5196449" y="1020408"/>
                </a:lnTo>
                <a:lnTo>
                  <a:pt x="5200758" y="935700"/>
                </a:lnTo>
                <a:lnTo>
                  <a:pt x="5205067" y="854332"/>
                </a:lnTo>
                <a:lnTo>
                  <a:pt x="5209375" y="778788"/>
                </a:lnTo>
                <a:lnTo>
                  <a:pt x="5213684" y="711372"/>
                </a:lnTo>
                <a:lnTo>
                  <a:pt x="5217993" y="654137"/>
                </a:lnTo>
                <a:lnTo>
                  <a:pt x="5222302" y="608825"/>
                </a:lnTo>
                <a:lnTo>
                  <a:pt x="5226611" y="576812"/>
                </a:lnTo>
                <a:lnTo>
                  <a:pt x="5230920" y="559069"/>
                </a:lnTo>
                <a:lnTo>
                  <a:pt x="5235228" y="556129"/>
                </a:lnTo>
                <a:lnTo>
                  <a:pt x="5239537" y="568075"/>
                </a:lnTo>
                <a:lnTo>
                  <a:pt x="5243846" y="594536"/>
                </a:lnTo>
                <a:lnTo>
                  <a:pt x="5248155" y="634698"/>
                </a:lnTo>
                <a:lnTo>
                  <a:pt x="5252464" y="687331"/>
                </a:lnTo>
                <a:lnTo>
                  <a:pt x="5256773" y="750827"/>
                </a:lnTo>
                <a:lnTo>
                  <a:pt x="5261081" y="823248"/>
                </a:lnTo>
                <a:lnTo>
                  <a:pt x="5265390" y="902384"/>
                </a:lnTo>
                <a:lnTo>
                  <a:pt x="5269699" y="985826"/>
                </a:lnTo>
                <a:lnTo>
                  <a:pt x="5274008" y="1071033"/>
                </a:lnTo>
                <a:lnTo>
                  <a:pt x="5278317" y="1155415"/>
                </a:lnTo>
                <a:lnTo>
                  <a:pt x="5282625" y="1236408"/>
                </a:lnTo>
                <a:lnTo>
                  <a:pt x="5286934" y="1311555"/>
                </a:lnTo>
                <a:lnTo>
                  <a:pt x="5291243" y="1378578"/>
                </a:lnTo>
                <a:lnTo>
                  <a:pt x="5295552" y="1435450"/>
                </a:lnTo>
                <a:lnTo>
                  <a:pt x="5299861" y="1480455"/>
                </a:lnTo>
                <a:lnTo>
                  <a:pt x="5304170" y="1512241"/>
                </a:lnTo>
                <a:lnTo>
                  <a:pt x="5308478" y="1529857"/>
                </a:lnTo>
                <a:lnTo>
                  <a:pt x="5312787" y="1532789"/>
                </a:lnTo>
                <a:lnTo>
                  <a:pt x="5317096" y="1520968"/>
                </a:lnTo>
                <a:lnTo>
                  <a:pt x="5321405" y="1494775"/>
                </a:lnTo>
                <a:lnTo>
                  <a:pt x="5325714" y="1455028"/>
                </a:lnTo>
                <a:lnTo>
                  <a:pt x="5330023" y="1402960"/>
                </a:lnTo>
                <a:lnTo>
                  <a:pt x="5334331" y="1340174"/>
                </a:lnTo>
                <a:lnTo>
                  <a:pt x="5338640" y="1268601"/>
                </a:lnTo>
                <a:lnTo>
                  <a:pt x="5342949" y="1190437"/>
                </a:lnTo>
                <a:lnTo>
                  <a:pt x="5347258" y="1108075"/>
                </a:lnTo>
                <a:lnTo>
                  <a:pt x="5351567" y="1024037"/>
                </a:lnTo>
                <a:lnTo>
                  <a:pt x="5355876" y="940891"/>
                </a:lnTo>
                <a:lnTo>
                  <a:pt x="5360184" y="861175"/>
                </a:lnTo>
                <a:lnTo>
                  <a:pt x="5364493" y="787321"/>
                </a:lnTo>
                <a:lnTo>
                  <a:pt x="5368802" y="721582"/>
                </a:lnTo>
                <a:lnTo>
                  <a:pt x="5373111" y="665957"/>
                </a:lnTo>
                <a:lnTo>
                  <a:pt x="5377420" y="622140"/>
                </a:lnTo>
                <a:lnTo>
                  <a:pt x="5381729" y="591459"/>
                </a:lnTo>
                <a:lnTo>
                  <a:pt x="5386037" y="574844"/>
                </a:lnTo>
                <a:lnTo>
                  <a:pt x="5390346" y="572794"/>
                </a:lnTo>
                <a:lnTo>
                  <a:pt x="5394655" y="585365"/>
                </a:lnTo>
                <a:lnTo>
                  <a:pt x="5398964" y="612166"/>
                </a:lnTo>
                <a:lnTo>
                  <a:pt x="5403273" y="652375"/>
                </a:lnTo>
                <a:lnTo>
                  <a:pt x="5407582" y="704760"/>
                </a:lnTo>
                <a:lnTo>
                  <a:pt x="5411890" y="767721"/>
                </a:lnTo>
                <a:lnTo>
                  <a:pt x="5416199" y="839338"/>
                </a:lnTo>
                <a:lnTo>
                  <a:pt x="5420508" y="917427"/>
                </a:lnTo>
                <a:lnTo>
                  <a:pt x="5424817" y="999611"/>
                </a:lnTo>
                <a:lnTo>
                  <a:pt x="5429126" y="1083390"/>
                </a:lnTo>
                <a:lnTo>
                  <a:pt x="5433435" y="1166217"/>
                </a:lnTo>
                <a:lnTo>
                  <a:pt x="5437743" y="1245579"/>
                </a:lnTo>
                <a:lnTo>
                  <a:pt x="5442052" y="1319068"/>
                </a:lnTo>
                <a:lnTo>
                  <a:pt x="5446361" y="1384459"/>
                </a:lnTo>
                <a:lnTo>
                  <a:pt x="5450670" y="1439775"/>
                </a:lnTo>
                <a:lnTo>
                  <a:pt x="5454979" y="1483349"/>
                </a:lnTo>
                <a:lnTo>
                  <a:pt x="5459288" y="1513871"/>
                </a:lnTo>
                <a:lnTo>
                  <a:pt x="5463596" y="1530433"/>
                </a:lnTo>
                <a:lnTo>
                  <a:pt x="5467905" y="1532550"/>
                </a:lnTo>
                <a:lnTo>
                  <a:pt x="5472214" y="1520179"/>
                </a:lnTo>
                <a:lnTo>
                  <a:pt x="5476523" y="1493717"/>
                </a:lnTo>
                <a:lnTo>
                  <a:pt x="5480832" y="1453991"/>
                </a:lnTo>
                <a:lnTo>
                  <a:pt x="5485140" y="1402231"/>
                </a:lnTo>
                <a:lnTo>
                  <a:pt x="5489449" y="1340031"/>
                </a:lnTo>
                <a:lnTo>
                  <a:pt x="5493758" y="1269303"/>
                </a:lnTo>
                <a:lnTo>
                  <a:pt x="5498067" y="1192215"/>
                </a:lnTo>
                <a:lnTo>
                  <a:pt x="5502376" y="1111128"/>
                </a:lnTo>
                <a:lnTo>
                  <a:pt x="5506685" y="1028521"/>
                </a:lnTo>
                <a:lnTo>
                  <a:pt x="5510993" y="946919"/>
                </a:lnTo>
                <a:lnTo>
                  <a:pt x="5515302" y="868811"/>
                </a:lnTo>
                <a:lnTo>
                  <a:pt x="5519611" y="796580"/>
                </a:lnTo>
                <a:lnTo>
                  <a:pt x="5523920" y="732425"/>
                </a:lnTo>
                <a:lnTo>
                  <a:pt x="5528229" y="678300"/>
                </a:lnTo>
                <a:lnTo>
                  <a:pt x="5532538" y="635849"/>
                </a:lnTo>
                <a:lnTo>
                  <a:pt x="5536846" y="606361"/>
                </a:lnTo>
                <a:lnTo>
                  <a:pt x="5541155" y="590726"/>
                </a:lnTo>
                <a:lnTo>
                  <a:pt x="5545464" y="589415"/>
                </a:lnTo>
                <a:lnTo>
                  <a:pt x="5549773" y="602460"/>
                </a:lnTo>
                <a:lnTo>
                  <a:pt x="5554082" y="629457"/>
                </a:lnTo>
                <a:lnTo>
                  <a:pt x="5558391" y="669578"/>
                </a:lnTo>
                <a:lnTo>
                  <a:pt x="5562699" y="721594"/>
                </a:lnTo>
                <a:lnTo>
                  <a:pt x="5567008" y="783918"/>
                </a:lnTo>
                <a:lnTo>
                  <a:pt x="5571317" y="854649"/>
                </a:lnTo>
                <a:lnTo>
                  <a:pt x="5575626" y="931632"/>
                </a:lnTo>
                <a:lnTo>
                  <a:pt x="5579935" y="1012525"/>
                </a:lnTo>
                <a:lnTo>
                  <a:pt x="5584244" y="1094869"/>
                </a:lnTo>
                <a:lnTo>
                  <a:pt x="5588552" y="1176162"/>
                </a:lnTo>
                <a:lnTo>
                  <a:pt x="5592861" y="1253937"/>
                </a:lnTo>
                <a:lnTo>
                  <a:pt x="5597170" y="1325838"/>
                </a:lnTo>
                <a:lnTo>
                  <a:pt x="5601479" y="1389688"/>
                </a:lnTo>
                <a:lnTo>
                  <a:pt x="5605788" y="1443559"/>
                </a:lnTo>
                <a:lnTo>
                  <a:pt x="5610097" y="1485828"/>
                </a:lnTo>
                <a:lnTo>
                  <a:pt x="5614405" y="1515226"/>
                </a:lnTo>
                <a:lnTo>
                  <a:pt x="5618714" y="1530878"/>
                </a:lnTo>
                <a:lnTo>
                  <a:pt x="5623023" y="1532329"/>
                </a:lnTo>
                <a:lnTo>
                  <a:pt x="5627332" y="1519555"/>
                </a:lnTo>
                <a:lnTo>
                  <a:pt x="5631641" y="1492966"/>
                </a:lnTo>
                <a:lnTo>
                  <a:pt x="5635950" y="1453391"/>
                </a:lnTo>
                <a:lnTo>
                  <a:pt x="5640258" y="1402056"/>
                </a:lnTo>
                <a:lnTo>
                  <a:pt x="5644567" y="1340540"/>
                </a:lnTo>
                <a:lnTo>
                  <a:pt x="5648876" y="1270733"/>
                </a:lnTo>
                <a:lnTo>
                  <a:pt x="5653185" y="1194775"/>
                </a:lnTo>
                <a:lnTo>
                  <a:pt x="5657494" y="1114990"/>
                </a:lnTo>
                <a:lnTo>
                  <a:pt x="5661803" y="1033818"/>
                </a:lnTo>
                <a:lnTo>
                  <a:pt x="5666111" y="953736"/>
                </a:lnTo>
                <a:lnTo>
                  <a:pt x="5670420" y="877188"/>
                </a:lnTo>
                <a:lnTo>
                  <a:pt x="5674729" y="806507"/>
                </a:lnTo>
                <a:lnTo>
                  <a:pt x="5679038" y="743845"/>
                </a:lnTo>
                <a:lnTo>
                  <a:pt x="5683347" y="691108"/>
                </a:lnTo>
                <a:lnTo>
                  <a:pt x="5687656" y="649897"/>
                </a:lnTo>
                <a:lnTo>
                  <a:pt x="5691964" y="621462"/>
                </a:lnTo>
                <a:lnTo>
                  <a:pt x="5696273" y="606663"/>
                </a:lnTo>
                <a:lnTo>
                  <a:pt x="5700582" y="605943"/>
                </a:lnTo>
                <a:lnTo>
                  <a:pt x="5704891" y="619317"/>
                </a:lnTo>
                <a:lnTo>
                  <a:pt x="5709200" y="646372"/>
                </a:lnTo>
                <a:lnTo>
                  <a:pt x="5713508" y="686276"/>
                </a:lnTo>
                <a:lnTo>
                  <a:pt x="5717817" y="737810"/>
                </a:lnTo>
                <a:lnTo>
                  <a:pt x="5722126" y="799402"/>
                </a:lnTo>
                <a:lnTo>
                  <a:pt x="5726435" y="869173"/>
                </a:lnTo>
                <a:lnTo>
                  <a:pt x="5730744" y="945000"/>
                </a:lnTo>
                <a:lnTo>
                  <a:pt x="5735053" y="1024576"/>
                </a:lnTo>
                <a:lnTo>
                  <a:pt x="5739361" y="1105484"/>
                </a:lnTo>
                <a:lnTo>
                  <a:pt x="5743670" y="1185267"/>
                </a:lnTo>
                <a:lnTo>
                  <a:pt x="5747979" y="1261505"/>
                </a:lnTo>
                <a:lnTo>
                  <a:pt x="5752288" y="1331890"/>
                </a:lnTo>
                <a:lnTo>
                  <a:pt x="5756597" y="1394293"/>
                </a:lnTo>
                <a:lnTo>
                  <a:pt x="5760906" y="1446830"/>
                </a:lnTo>
                <a:lnTo>
                  <a:pt x="5765214" y="1487919"/>
                </a:lnTo>
                <a:lnTo>
                  <a:pt x="5769523" y="1516329"/>
                </a:lnTo>
                <a:lnTo>
                  <a:pt x="5773832" y="1531214"/>
                </a:lnTo>
                <a:lnTo>
                  <a:pt x="5778141" y="1532143"/>
                </a:lnTo>
                <a:lnTo>
                  <a:pt x="5782450" y="1519107"/>
                </a:lnTo>
                <a:lnTo>
                  <a:pt x="5786759" y="1492525"/>
                </a:lnTo>
                <a:lnTo>
                  <a:pt x="5791067" y="1453225"/>
                </a:lnTo>
                <a:lnTo>
                  <a:pt x="5795376" y="1402422"/>
                </a:lnTo>
                <a:lnTo>
                  <a:pt x="5799685" y="1341681"/>
                </a:lnTo>
                <a:lnTo>
                  <a:pt x="5803994" y="1272865"/>
                </a:lnTo>
                <a:lnTo>
                  <a:pt x="5808303" y="1198083"/>
                </a:lnTo>
                <a:lnTo>
                  <a:pt x="5812612" y="1119623"/>
                </a:lnTo>
                <a:lnTo>
                  <a:pt x="5816920" y="1039881"/>
                </a:lnTo>
                <a:lnTo>
                  <a:pt x="5821229" y="961292"/>
                </a:lnTo>
                <a:lnTo>
                  <a:pt x="5825538" y="886252"/>
                </a:lnTo>
                <a:lnTo>
                  <a:pt x="5829847" y="817047"/>
                </a:lnTo>
                <a:lnTo>
                  <a:pt x="5834156" y="755782"/>
                </a:lnTo>
                <a:lnTo>
                  <a:pt x="5838465" y="704320"/>
                </a:lnTo>
                <a:lnTo>
                  <a:pt x="5842773" y="664224"/>
                </a:lnTo>
                <a:lnTo>
                  <a:pt x="5847082" y="636707"/>
                </a:lnTo>
                <a:lnTo>
                  <a:pt x="5851391" y="622603"/>
                </a:lnTo>
                <a:lnTo>
                  <a:pt x="5855700" y="622332"/>
                </a:lnTo>
                <a:lnTo>
                  <a:pt x="5860009" y="635896"/>
                </a:lnTo>
                <a:lnTo>
                  <a:pt x="5864318" y="662875"/>
                </a:lnTo>
                <a:lnTo>
                  <a:pt x="5868626" y="702443"/>
                </a:lnTo>
                <a:lnTo>
                  <a:pt x="5872935" y="753389"/>
                </a:lnTo>
                <a:lnTo>
                  <a:pt x="5877244" y="814161"/>
                </a:lnTo>
                <a:lnTo>
                  <a:pt x="5881553" y="882906"/>
                </a:lnTo>
                <a:lnTo>
                  <a:pt x="5885862" y="957533"/>
                </a:lnTo>
                <a:lnTo>
                  <a:pt x="5890171" y="1035773"/>
                </a:lnTo>
                <a:lnTo>
                  <a:pt x="5894479" y="1115250"/>
                </a:lnTo>
                <a:lnTo>
                  <a:pt x="5898788" y="1193552"/>
                </a:lnTo>
                <a:lnTo>
                  <a:pt x="5903097" y="1268307"/>
                </a:lnTo>
                <a:lnTo>
                  <a:pt x="5907406" y="1337251"/>
                </a:lnTo>
                <a:lnTo>
                  <a:pt x="5911715" y="1398301"/>
                </a:lnTo>
                <a:lnTo>
                  <a:pt x="5916023" y="1449614"/>
                </a:lnTo>
                <a:lnTo>
                  <a:pt x="5920332" y="1489647"/>
                </a:lnTo>
                <a:lnTo>
                  <a:pt x="5924641" y="1517201"/>
                </a:lnTo>
                <a:lnTo>
                  <a:pt x="5928950" y="1531457"/>
                </a:lnTo>
                <a:lnTo>
                  <a:pt x="5933259" y="1532003"/>
                </a:lnTo>
                <a:lnTo>
                  <a:pt x="5937568" y="1518841"/>
                </a:lnTo>
                <a:lnTo>
                  <a:pt x="5941876" y="1492393"/>
                </a:lnTo>
                <a:lnTo>
                  <a:pt x="5946185" y="1453484"/>
                </a:lnTo>
                <a:lnTo>
                  <a:pt x="5950494" y="1403315"/>
                </a:lnTo>
                <a:lnTo>
                  <a:pt x="5954803" y="1343430"/>
                </a:lnTo>
                <a:lnTo>
                  <a:pt x="5959112" y="1275667"/>
                </a:lnTo>
                <a:lnTo>
                  <a:pt x="5963421" y="1202101"/>
                </a:lnTo>
                <a:lnTo>
                  <a:pt x="5967729" y="1124981"/>
                </a:lnTo>
                <a:lnTo>
                  <a:pt x="5972038" y="1046662"/>
                </a:lnTo>
                <a:lnTo>
                  <a:pt x="5976347" y="969533"/>
                </a:lnTo>
                <a:lnTo>
                  <a:pt x="5980656" y="895945"/>
                </a:lnTo>
                <a:lnTo>
                  <a:pt x="5984965" y="828138"/>
                </a:lnTo>
                <a:lnTo>
                  <a:pt x="5989274" y="768175"/>
                </a:lnTo>
                <a:lnTo>
                  <a:pt x="5993582" y="717877"/>
                </a:lnTo>
                <a:lnTo>
                  <a:pt x="5997891" y="678772"/>
                </a:lnTo>
                <a:lnTo>
                  <a:pt x="6002200" y="652042"/>
                </a:lnTo>
                <a:lnTo>
                  <a:pt x="6006509" y="638494"/>
                </a:lnTo>
                <a:lnTo>
                  <a:pt x="6010818" y="638535"/>
                </a:lnTo>
                <a:lnTo>
                  <a:pt x="6015127" y="652156"/>
                </a:lnTo>
                <a:lnTo>
                  <a:pt x="6019435" y="678935"/>
                </a:lnTo>
                <a:lnTo>
                  <a:pt x="6023744" y="718052"/>
                </a:lnTo>
                <a:lnTo>
                  <a:pt x="6028053" y="768313"/>
                </a:lnTo>
                <a:lnTo>
                  <a:pt x="6032362" y="828185"/>
                </a:lnTo>
                <a:lnTo>
                  <a:pt x="6036671" y="895844"/>
                </a:lnTo>
                <a:lnTo>
                  <a:pt x="6040980" y="969234"/>
                </a:lnTo>
                <a:lnTo>
                  <a:pt x="6045288" y="1046124"/>
                </a:lnTo>
                <a:lnTo>
                  <a:pt x="6049597" y="1124180"/>
                </a:lnTo>
                <a:lnTo>
                  <a:pt x="6053906" y="1201036"/>
                </a:lnTo>
                <a:lnTo>
                  <a:pt x="6058215" y="1274363"/>
                </a:lnTo>
                <a:lnTo>
                  <a:pt x="6062524" y="1341943"/>
                </a:lnTo>
                <a:lnTo>
                  <a:pt x="6066833" y="1401734"/>
                </a:lnTo>
                <a:lnTo>
                  <a:pt x="6071141" y="1451934"/>
                </a:lnTo>
                <a:lnTo>
                  <a:pt x="6075450" y="1491033"/>
                </a:lnTo>
                <a:lnTo>
                  <a:pt x="6079759" y="1517861"/>
                </a:lnTo>
                <a:lnTo>
                  <a:pt x="6084068" y="1531621"/>
                </a:lnTo>
                <a:lnTo>
                  <a:pt x="6088377" y="1531917"/>
                </a:lnTo>
                <a:lnTo>
                  <a:pt x="6092686" y="1518758"/>
                </a:lnTo>
                <a:lnTo>
                  <a:pt x="6096994" y="1492566"/>
                </a:lnTo>
                <a:lnTo>
                  <a:pt x="6101303" y="1454155"/>
                </a:lnTo>
                <a:lnTo>
                  <a:pt x="6105612" y="1404714"/>
                </a:lnTo>
                <a:lnTo>
                  <a:pt x="6109921" y="1345761"/>
                </a:lnTo>
                <a:lnTo>
                  <a:pt x="6114230" y="1279106"/>
                </a:lnTo>
                <a:lnTo>
                  <a:pt x="6118538" y="1206788"/>
                </a:lnTo>
                <a:lnTo>
                  <a:pt x="6122847" y="1131017"/>
                </a:lnTo>
                <a:lnTo>
                  <a:pt x="6127156" y="1054106"/>
                </a:lnTo>
                <a:lnTo>
                  <a:pt x="6131465" y="978401"/>
                </a:lnTo>
                <a:lnTo>
                  <a:pt x="6135774" y="906206"/>
                </a:lnTo>
                <a:lnTo>
                  <a:pt x="6140083" y="839720"/>
                </a:lnTo>
                <a:lnTo>
                  <a:pt x="6144391" y="780963"/>
                </a:lnTo>
                <a:lnTo>
                  <a:pt x="6148700" y="731719"/>
                </a:lnTo>
                <a:lnTo>
                  <a:pt x="6153009" y="693483"/>
                </a:lnTo>
                <a:lnTo>
                  <a:pt x="6157318" y="667410"/>
                </a:lnTo>
                <a:lnTo>
                  <a:pt x="6161627" y="654288"/>
                </a:lnTo>
                <a:lnTo>
                  <a:pt x="6165936" y="654509"/>
                </a:lnTo>
                <a:lnTo>
                  <a:pt x="6170244" y="668059"/>
                </a:lnTo>
                <a:lnTo>
                  <a:pt x="6174553" y="694520"/>
                </a:lnTo>
                <a:lnTo>
                  <a:pt x="6178862" y="733081"/>
                </a:lnTo>
                <a:lnTo>
                  <a:pt x="6183171" y="782565"/>
                </a:lnTo>
                <a:lnTo>
                  <a:pt x="6187480" y="841464"/>
                </a:lnTo>
                <a:lnTo>
                  <a:pt x="6191789" y="907985"/>
                </a:lnTo>
                <a:lnTo>
                  <a:pt x="6196097" y="980107"/>
                </a:lnTo>
                <a:lnTo>
                  <a:pt x="6200406" y="1055640"/>
                </a:lnTo>
                <a:lnTo>
                  <a:pt x="6204715" y="1132291"/>
                </a:lnTo>
                <a:lnTo>
                  <a:pt x="6209024" y="1207737"/>
                </a:lnTo>
                <a:lnTo>
                  <a:pt x="6213333" y="1279695"/>
                </a:lnTo>
                <a:lnTo>
                  <a:pt x="6217642" y="1345988"/>
                </a:lnTo>
                <a:lnTo>
                  <a:pt x="6221950" y="1404616"/>
                </a:lnTo>
                <a:lnTo>
                  <a:pt x="6226259" y="1453810"/>
                </a:lnTo>
                <a:lnTo>
                  <a:pt x="6230568" y="1492094"/>
                </a:lnTo>
                <a:lnTo>
                  <a:pt x="6234877" y="1518322"/>
                </a:lnTo>
                <a:lnTo>
                  <a:pt x="6239186" y="1531716"/>
                </a:lnTo>
                <a:lnTo>
                  <a:pt x="6243495" y="1531889"/>
                </a:lnTo>
                <a:lnTo>
                  <a:pt x="6247803" y="1518855"/>
                </a:lnTo>
                <a:lnTo>
                  <a:pt x="6252112" y="1493032"/>
                </a:lnTo>
                <a:lnTo>
                  <a:pt x="6256421" y="1455222"/>
                </a:lnTo>
                <a:lnTo>
                  <a:pt x="6260730" y="1406594"/>
                </a:lnTo>
                <a:lnTo>
                  <a:pt x="6265039" y="1348642"/>
                </a:lnTo>
                <a:lnTo>
                  <a:pt x="6269348" y="1283142"/>
                </a:lnTo>
                <a:lnTo>
                  <a:pt x="6273656" y="1212099"/>
                </a:lnTo>
                <a:lnTo>
                  <a:pt x="6277965" y="1137681"/>
                </a:lnTo>
                <a:lnTo>
                  <a:pt x="6282274" y="1062161"/>
                </a:lnTo>
                <a:lnTo>
                  <a:pt x="6286583" y="987838"/>
                </a:lnTo>
                <a:lnTo>
                  <a:pt x="6290892" y="916977"/>
                </a:lnTo>
                <a:lnTo>
                  <a:pt x="6295201" y="851731"/>
                </a:lnTo>
                <a:lnTo>
                  <a:pt x="6299509" y="794084"/>
                </a:lnTo>
                <a:lnTo>
                  <a:pt x="6303818" y="745786"/>
                </a:lnTo>
                <a:lnTo>
                  <a:pt x="6308127" y="708299"/>
                </a:lnTo>
                <a:lnTo>
                  <a:pt x="6312436" y="682759"/>
                </a:lnTo>
                <a:lnTo>
                  <a:pt x="6316745" y="669935"/>
                </a:lnTo>
                <a:lnTo>
                  <a:pt x="6321054" y="670210"/>
                </a:lnTo>
                <a:lnTo>
                  <a:pt x="6325362" y="683570"/>
                </a:lnTo>
                <a:lnTo>
                  <a:pt x="6329671" y="709601"/>
                </a:lnTo>
                <a:lnTo>
                  <a:pt x="6333980" y="747506"/>
                </a:lnTo>
                <a:lnTo>
                  <a:pt x="6338289" y="796130"/>
                </a:lnTo>
                <a:lnTo>
                  <a:pt x="6342598" y="853991"/>
                </a:lnTo>
                <a:lnTo>
                  <a:pt x="6346906" y="919329"/>
                </a:lnTo>
                <a:lnTo>
                  <a:pt x="6351215" y="990159"/>
                </a:lnTo>
                <a:lnTo>
                  <a:pt x="6355524" y="1064331"/>
                </a:lnTo>
                <a:lnTo>
                  <a:pt x="6359833" y="1139596"/>
                </a:lnTo>
                <a:lnTo>
                  <a:pt x="6364142" y="1213674"/>
                </a:lnTo>
                <a:lnTo>
                  <a:pt x="6368451" y="1284323"/>
                </a:lnTo>
                <a:lnTo>
                  <a:pt x="6372759" y="1349408"/>
                </a:lnTo>
                <a:lnTo>
                  <a:pt x="6377068" y="1406966"/>
                </a:lnTo>
                <a:lnTo>
                  <a:pt x="6381377" y="1455262"/>
                </a:lnTo>
                <a:lnTo>
                  <a:pt x="6385686" y="1492847"/>
                </a:lnTo>
                <a:lnTo>
                  <a:pt x="6389995" y="1518596"/>
                </a:lnTo>
                <a:lnTo>
                  <a:pt x="6394304" y="1531747"/>
                </a:lnTo>
                <a:lnTo>
                  <a:pt x="6398612" y="1531919"/>
                </a:lnTo>
                <a:lnTo>
                  <a:pt x="6402921" y="1519127"/>
                </a:lnTo>
                <a:lnTo>
                  <a:pt x="6407230" y="1493779"/>
                </a:lnTo>
                <a:lnTo>
                  <a:pt x="6411539" y="1456664"/>
                </a:lnTo>
                <a:lnTo>
                  <a:pt x="6415848" y="1408928"/>
                </a:lnTo>
                <a:lnTo>
                  <a:pt x="6420157" y="1352037"/>
                </a:lnTo>
                <a:lnTo>
                  <a:pt x="6424465" y="1287734"/>
                </a:lnTo>
                <a:lnTo>
                  <a:pt x="6428774" y="1217985"/>
                </a:lnTo>
                <a:lnTo>
                  <a:pt x="6433083" y="1144920"/>
                </a:lnTo>
                <a:lnTo>
                  <a:pt x="6437392" y="1070767"/>
                </a:lnTo>
                <a:lnTo>
                  <a:pt x="6441701" y="997784"/>
                </a:lnTo>
                <a:lnTo>
                  <a:pt x="6446010" y="928193"/>
                </a:lnTo>
                <a:lnTo>
                  <a:pt x="6450318" y="864109"/>
                </a:lnTo>
                <a:lnTo>
                  <a:pt x="6454627" y="807477"/>
                </a:lnTo>
                <a:lnTo>
                  <a:pt x="6458936" y="760017"/>
                </a:lnTo>
                <a:lnTo>
                  <a:pt x="6463245" y="723165"/>
                </a:lnTo>
                <a:lnTo>
                  <a:pt x="6467554" y="698037"/>
                </a:lnTo>
                <a:lnTo>
                  <a:pt x="6471863" y="685389"/>
                </a:lnTo>
                <a:lnTo>
                  <a:pt x="6476171" y="685599"/>
                </a:lnTo>
                <a:lnTo>
                  <a:pt x="6480480" y="698653"/>
                </a:lnTo>
                <a:lnTo>
                  <a:pt x="6484789" y="724150"/>
                </a:lnTo>
                <a:lnTo>
                  <a:pt x="6489098" y="761309"/>
                </a:lnTo>
                <a:lnTo>
                  <a:pt x="6493407" y="808996"/>
                </a:lnTo>
                <a:lnTo>
                  <a:pt x="6497716" y="865760"/>
                </a:lnTo>
                <a:lnTo>
                  <a:pt x="6502024" y="929875"/>
                </a:lnTo>
                <a:lnTo>
                  <a:pt x="6506333" y="999394"/>
                </a:lnTo>
                <a:lnTo>
                  <a:pt x="6510642" y="1072208"/>
                </a:lnTo>
                <a:lnTo>
                  <a:pt x="6514951" y="1146110"/>
                </a:lnTo>
                <a:lnTo>
                  <a:pt x="6519260" y="1218863"/>
                </a:lnTo>
                <a:lnTo>
                  <a:pt x="6523569" y="1288266"/>
                </a:lnTo>
                <a:lnTo>
                  <a:pt x="6527877" y="1352223"/>
                </a:lnTo>
                <a:lnTo>
                  <a:pt x="6532186" y="1408804"/>
                </a:lnTo>
                <a:lnTo>
                  <a:pt x="6536495" y="1456306"/>
                </a:lnTo>
                <a:lnTo>
                  <a:pt x="6540804" y="1493304"/>
                </a:lnTo>
                <a:lnTo>
                  <a:pt x="6545113" y="1518692"/>
                </a:lnTo>
                <a:lnTo>
                  <a:pt x="6549421" y="1531717"/>
                </a:lnTo>
                <a:lnTo>
                  <a:pt x="6553730" y="1532004"/>
                </a:lnTo>
                <a:lnTo>
                  <a:pt x="6558039" y="1519562"/>
                </a:lnTo>
                <a:lnTo>
                  <a:pt x="6562348" y="1494790"/>
                </a:lnTo>
                <a:lnTo>
                  <a:pt x="6566657" y="1458457"/>
                </a:lnTo>
                <a:lnTo>
                  <a:pt x="6570966" y="1411685"/>
                </a:lnTo>
                <a:lnTo>
                  <a:pt x="6575274" y="1355909"/>
                </a:lnTo>
                <a:lnTo>
                  <a:pt x="6579583" y="1292837"/>
                </a:lnTo>
                <a:lnTo>
                  <a:pt x="6583892" y="1224398"/>
                </a:lnTo>
                <a:lnTo>
                  <a:pt x="6588201" y="1152679"/>
                </a:lnTo>
                <a:lnTo>
                  <a:pt x="6592510" y="1079867"/>
                </a:lnTo>
                <a:lnTo>
                  <a:pt x="6596819" y="1008178"/>
                </a:lnTo>
                <a:lnTo>
                  <a:pt x="6601127" y="939793"/>
                </a:lnTo>
                <a:lnTo>
                  <a:pt x="6605436" y="876790"/>
                </a:lnTo>
                <a:lnTo>
                  <a:pt x="6609745" y="821080"/>
                </a:lnTo>
                <a:lnTo>
                  <a:pt x="6614054" y="774353"/>
                </a:lnTo>
                <a:lnTo>
                  <a:pt x="6618363" y="738025"/>
                </a:lnTo>
                <a:lnTo>
                  <a:pt x="6622672" y="713192"/>
                </a:lnTo>
                <a:lnTo>
                  <a:pt x="6626980" y="700603"/>
                </a:lnTo>
                <a:lnTo>
                  <a:pt x="6631289" y="700634"/>
                </a:lnTo>
                <a:lnTo>
                  <a:pt x="6635598" y="713278"/>
                </a:lnTo>
                <a:lnTo>
                  <a:pt x="6639907" y="738143"/>
                </a:lnTo>
                <a:lnTo>
                  <a:pt x="6644216" y="774470"/>
                </a:lnTo>
                <a:lnTo>
                  <a:pt x="6648525" y="821152"/>
                </a:lnTo>
                <a:lnTo>
                  <a:pt x="6652833" y="876767"/>
                </a:lnTo>
                <a:lnTo>
                  <a:pt x="6657142" y="939626"/>
                </a:lnTo>
                <a:lnTo>
                  <a:pt x="6661451" y="1007821"/>
                </a:lnTo>
                <a:lnTo>
                  <a:pt x="6665760" y="1079284"/>
                </a:lnTo>
                <a:lnTo>
                  <a:pt x="6670069" y="1151850"/>
                </a:lnTo>
                <a:lnTo>
                  <a:pt x="6674378" y="1223324"/>
                </a:lnTo>
                <a:lnTo>
                  <a:pt x="6678686" y="1291543"/>
                </a:lnTo>
                <a:lnTo>
                  <a:pt x="6682995" y="1354449"/>
                </a:lnTo>
                <a:lnTo>
                  <a:pt x="6687304" y="1410146"/>
                </a:lnTo>
                <a:lnTo>
                  <a:pt x="6691613" y="1456956"/>
                </a:lnTo>
                <a:lnTo>
                  <a:pt x="6695922" y="1493476"/>
                </a:lnTo>
                <a:lnTo>
                  <a:pt x="6700231" y="1518615"/>
                </a:lnTo>
                <a:lnTo>
                  <a:pt x="6704539" y="1531627"/>
                </a:lnTo>
                <a:lnTo>
                  <a:pt x="6708848" y="1532138"/>
                </a:lnTo>
                <a:lnTo>
                  <a:pt x="6713157" y="1520149"/>
                </a:lnTo>
                <a:lnTo>
                  <a:pt x="6717466" y="1496044"/>
                </a:lnTo>
                <a:lnTo>
                  <a:pt x="6721775" y="1460573"/>
                </a:lnTo>
                <a:lnTo>
                  <a:pt x="6726084" y="1414828"/>
                </a:lnTo>
                <a:lnTo>
                  <a:pt x="6730392" y="1360215"/>
                </a:lnTo>
                <a:lnTo>
                  <a:pt x="6734701" y="1298404"/>
                </a:lnTo>
                <a:lnTo>
                  <a:pt x="6739010" y="1231284"/>
                </a:lnTo>
                <a:lnTo>
                  <a:pt x="6743319" y="1160901"/>
                </a:lnTo>
                <a:lnTo>
                  <a:pt x="6747628" y="1089401"/>
                </a:lnTo>
                <a:lnTo>
                  <a:pt x="6751936" y="1018958"/>
                </a:lnTo>
                <a:lnTo>
                  <a:pt x="6756245" y="951714"/>
                </a:lnTo>
                <a:lnTo>
                  <a:pt x="6760554" y="889712"/>
                </a:lnTo>
                <a:lnTo>
                  <a:pt x="6764863" y="834831"/>
                </a:lnTo>
                <a:lnTo>
                  <a:pt x="6769172" y="788737"/>
                </a:lnTo>
                <a:lnTo>
                  <a:pt x="6773481" y="752823"/>
                </a:lnTo>
                <a:lnTo>
                  <a:pt x="6777789" y="728175"/>
                </a:lnTo>
                <a:lnTo>
                  <a:pt x="6782098" y="715535"/>
                </a:lnTo>
                <a:lnTo>
                  <a:pt x="6786407" y="715280"/>
                </a:lnTo>
                <a:lnTo>
                  <a:pt x="6790716" y="727412"/>
                </a:lnTo>
                <a:lnTo>
                  <a:pt x="6795025" y="751556"/>
                </a:lnTo>
                <a:lnTo>
                  <a:pt x="6799334" y="786974"/>
                </a:lnTo>
                <a:lnTo>
                  <a:pt x="6803642" y="832587"/>
                </a:lnTo>
                <a:lnTo>
                  <a:pt x="6807951" y="887008"/>
                </a:lnTo>
                <a:lnTo>
                  <a:pt x="6812260" y="948584"/>
                </a:lnTo>
                <a:lnTo>
                  <a:pt x="6816569" y="1015447"/>
                </a:lnTo>
                <a:lnTo>
                  <a:pt x="6820878" y="1085570"/>
                </a:lnTo>
                <a:lnTo>
                  <a:pt x="6825187" y="1156830"/>
                </a:lnTo>
                <a:lnTo>
                  <a:pt x="6829495" y="1227072"/>
                </a:lnTo>
                <a:lnTo>
                  <a:pt x="6833804" y="1294172"/>
                </a:lnTo>
                <a:lnTo>
                  <a:pt x="6838113" y="1356106"/>
                </a:lnTo>
                <a:lnTo>
                  <a:pt x="6842422" y="1411007"/>
                </a:lnTo>
                <a:lnTo>
                  <a:pt x="6846731" y="1457224"/>
                </a:lnTo>
                <a:lnTo>
                  <a:pt x="6851040" y="1493371"/>
                </a:lnTo>
                <a:lnTo>
                  <a:pt x="6855348" y="1518368"/>
                </a:lnTo>
                <a:lnTo>
                  <a:pt x="6859657" y="1531475"/>
                </a:lnTo>
                <a:lnTo>
                  <a:pt x="6863966" y="1532311"/>
                </a:lnTo>
                <a:lnTo>
                  <a:pt x="6868275" y="1520871"/>
                </a:lnTo>
                <a:lnTo>
                  <a:pt x="6872584" y="1497519"/>
                </a:lnTo>
                <a:lnTo>
                  <a:pt x="6876893" y="1462982"/>
                </a:lnTo>
                <a:lnTo>
                  <a:pt x="6881201" y="1418323"/>
                </a:lnTo>
                <a:lnTo>
                  <a:pt x="6885510" y="1364913"/>
                </a:lnTo>
                <a:lnTo>
                  <a:pt x="6889819" y="1304386"/>
                </a:lnTo>
                <a:lnTo>
                  <a:pt x="6894128" y="1238589"/>
                </a:lnTo>
                <a:lnTo>
                  <a:pt x="6898437" y="1169529"/>
                </a:lnTo>
                <a:lnTo>
                  <a:pt x="6902746" y="1099307"/>
                </a:lnTo>
                <a:lnTo>
                  <a:pt x="6907054" y="1030061"/>
                </a:lnTo>
                <a:lnTo>
                  <a:pt x="6911363" y="963893"/>
                </a:lnTo>
                <a:lnTo>
                  <a:pt x="6915672" y="902812"/>
                </a:lnTo>
                <a:lnTo>
                  <a:pt x="6919981" y="848672"/>
                </a:lnTo>
                <a:lnTo>
                  <a:pt x="6924290" y="803111"/>
                </a:lnTo>
                <a:lnTo>
                  <a:pt x="6928599" y="767508"/>
                </a:lnTo>
                <a:lnTo>
                  <a:pt x="6932907" y="742939"/>
                </a:lnTo>
                <a:lnTo>
                  <a:pt x="6937216" y="730142"/>
                </a:lnTo>
                <a:lnTo>
                  <a:pt x="6941525" y="729500"/>
                </a:lnTo>
                <a:lnTo>
                  <a:pt x="6945834" y="741027"/>
                </a:lnTo>
                <a:lnTo>
                  <a:pt x="6950143" y="764366"/>
                </a:lnTo>
                <a:lnTo>
                  <a:pt x="6954452" y="798805"/>
                </a:lnTo>
                <a:lnTo>
                  <a:pt x="6958760" y="843295"/>
                </a:lnTo>
                <a:lnTo>
                  <a:pt x="6963069" y="896482"/>
                </a:lnTo>
                <a:lnTo>
                  <a:pt x="6967378" y="956753"/>
                </a:lnTo>
                <a:lnTo>
                  <a:pt x="6971687" y="1022281"/>
                </a:lnTo>
                <a:lnTo>
                  <a:pt x="6975996" y="1091078"/>
                </a:lnTo>
                <a:lnTo>
                  <a:pt x="6980304" y="1161065"/>
                </a:lnTo>
                <a:lnTo>
                  <a:pt x="6984613" y="1230123"/>
                </a:lnTo>
                <a:lnTo>
                  <a:pt x="6988922" y="1296169"/>
                </a:lnTo>
                <a:lnTo>
                  <a:pt x="6993231" y="1357208"/>
                </a:lnTo>
                <a:lnTo>
                  <a:pt x="6997540" y="1411402"/>
                </a:lnTo>
                <a:lnTo>
                  <a:pt x="7001849" y="1457122"/>
                </a:lnTo>
                <a:lnTo>
                  <a:pt x="7006157" y="1492996"/>
                </a:lnTo>
                <a:lnTo>
                  <a:pt x="7010466" y="1517953"/>
                </a:lnTo>
                <a:lnTo>
                  <a:pt x="7014775" y="1531254"/>
                </a:lnTo>
                <a:lnTo>
                  <a:pt x="7019084" y="1532513"/>
                </a:lnTo>
                <a:lnTo>
                  <a:pt x="7023393" y="1521710"/>
                </a:lnTo>
                <a:lnTo>
                  <a:pt x="7027702" y="1499190"/>
                </a:lnTo>
                <a:lnTo>
                  <a:pt x="7032010" y="1465652"/>
                </a:lnTo>
                <a:lnTo>
                  <a:pt x="7036319" y="1422131"/>
                </a:lnTo>
                <a:lnTo>
                  <a:pt x="7040628" y="1369959"/>
                </a:lnTo>
                <a:lnTo>
                  <a:pt x="7044937" y="1310733"/>
                </a:lnTo>
                <a:lnTo>
                  <a:pt x="7049246" y="1246259"/>
                </a:lnTo>
                <a:lnTo>
                  <a:pt x="7053555" y="1178503"/>
                </a:lnTo>
                <a:lnTo>
                  <a:pt x="7057863" y="1109526"/>
                </a:lnTo>
                <a:lnTo>
                  <a:pt x="7062172" y="1041424"/>
                </a:lnTo>
                <a:lnTo>
                  <a:pt x="7066481" y="976267"/>
                </a:lnTo>
                <a:lnTo>
                  <a:pt x="7070790" y="916031"/>
                </a:lnTo>
                <a:lnTo>
                  <a:pt x="7075099" y="862542"/>
                </a:lnTo>
                <a:lnTo>
                  <a:pt x="7079408" y="817419"/>
                </a:lnTo>
                <a:lnTo>
                  <a:pt x="7083716" y="782028"/>
                </a:lnTo>
                <a:lnTo>
                  <a:pt x="7088025" y="757436"/>
                </a:lnTo>
                <a:lnTo>
                  <a:pt x="7092334" y="744384"/>
                </a:lnTo>
                <a:lnTo>
                  <a:pt x="7096643" y="743262"/>
                </a:lnTo>
                <a:lnTo>
                  <a:pt x="7100952" y="754097"/>
                </a:lnTo>
                <a:lnTo>
                  <a:pt x="7105261" y="776555"/>
                </a:lnTo>
                <a:lnTo>
                  <a:pt x="7109569" y="809951"/>
                </a:lnTo>
                <a:lnTo>
                  <a:pt x="7113878" y="853267"/>
                </a:lnTo>
                <a:lnTo>
                  <a:pt x="7118187" y="905188"/>
                </a:lnTo>
                <a:lnTo>
                  <a:pt x="7122496" y="964138"/>
                </a:lnTo>
                <a:lnTo>
                  <a:pt x="7126805" y="1028331"/>
                </a:lnTo>
                <a:lnTo>
                  <a:pt x="7131114" y="1095822"/>
                </a:lnTo>
                <a:lnTo>
                  <a:pt x="7135422" y="1164569"/>
                </a:lnTo>
                <a:lnTo>
                  <a:pt x="7139731" y="1232495"/>
                </a:lnTo>
                <a:lnTo>
                  <a:pt x="7144040" y="1297549"/>
                </a:lnTo>
                <a:lnTo>
                  <a:pt x="7148349" y="1357769"/>
                </a:lnTo>
                <a:lnTo>
                  <a:pt x="7152658" y="1411342"/>
                </a:lnTo>
                <a:lnTo>
                  <a:pt x="7156967" y="1456656"/>
                </a:lnTo>
                <a:lnTo>
                  <a:pt x="7161275" y="1492354"/>
                </a:lnTo>
                <a:lnTo>
                  <a:pt x="7165584" y="1517368"/>
                </a:lnTo>
                <a:lnTo>
                  <a:pt x="7169893" y="1530959"/>
                </a:lnTo>
                <a:lnTo>
                  <a:pt x="7174202" y="1532730"/>
                </a:lnTo>
                <a:lnTo>
                  <a:pt x="7178511" y="1522646"/>
                </a:lnTo>
                <a:lnTo>
                  <a:pt x="7182819" y="1501028"/>
                </a:lnTo>
                <a:lnTo>
                  <a:pt x="7187128" y="1468550"/>
                </a:lnTo>
                <a:lnTo>
                  <a:pt x="7191437" y="1426210"/>
                </a:lnTo>
                <a:lnTo>
                  <a:pt x="7195746" y="1375306"/>
                </a:lnTo>
                <a:lnTo>
                  <a:pt x="7200055" y="1317393"/>
                </a:lnTo>
                <a:lnTo>
                  <a:pt x="7204364" y="1254239"/>
                </a:lnTo>
                <a:lnTo>
                  <a:pt x="7208672" y="1187766"/>
                </a:lnTo>
                <a:lnTo>
                  <a:pt x="7212981" y="1119995"/>
                </a:lnTo>
                <a:lnTo>
                  <a:pt x="7217290" y="1052987"/>
                </a:lnTo>
                <a:lnTo>
                  <a:pt x="7221599" y="988775"/>
                </a:lnTo>
                <a:lnTo>
                  <a:pt x="7225908" y="929307"/>
                </a:lnTo>
                <a:lnTo>
                  <a:pt x="7230217" y="876384"/>
                </a:lnTo>
                <a:lnTo>
                  <a:pt x="7234525" y="831609"/>
                </a:lnTo>
                <a:lnTo>
                  <a:pt x="7238834" y="796334"/>
                </a:lnTo>
                <a:lnTo>
                  <a:pt x="7243143" y="771624"/>
                </a:lnTo>
                <a:lnTo>
                  <a:pt x="7247452" y="758224"/>
                </a:lnTo>
                <a:lnTo>
                  <a:pt x="7251761" y="756532"/>
                </a:lnTo>
                <a:lnTo>
                  <a:pt x="7256070" y="766596"/>
                </a:lnTo>
                <a:lnTo>
                  <a:pt x="7260378" y="788104"/>
                </a:lnTo>
                <a:lnTo>
                  <a:pt x="7264687" y="820399"/>
                </a:lnTo>
                <a:lnTo>
                  <a:pt x="7268996" y="862500"/>
                </a:lnTo>
                <a:lnTo>
                  <a:pt x="7273305" y="913126"/>
                </a:lnTo>
                <a:lnTo>
                  <a:pt x="7277614" y="970744"/>
                </a:lnTo>
                <a:lnTo>
                  <a:pt x="7281923" y="1033607"/>
                </a:lnTo>
                <a:lnTo>
                  <a:pt x="7286231" y="1099812"/>
                </a:lnTo>
                <a:lnTo>
                  <a:pt x="7290540" y="1167357"/>
                </a:lnTo>
                <a:lnTo>
                  <a:pt x="7294849" y="1234202"/>
                </a:lnTo>
                <a:lnTo>
                  <a:pt x="7299158" y="1298329"/>
                </a:lnTo>
                <a:lnTo>
                  <a:pt x="7303467" y="1357804"/>
                </a:lnTo>
                <a:lnTo>
                  <a:pt x="7307776" y="1410838"/>
                </a:lnTo>
                <a:lnTo>
                  <a:pt x="7312084" y="1455835"/>
                </a:lnTo>
                <a:lnTo>
                  <a:pt x="7316393" y="1491447"/>
                </a:lnTo>
                <a:lnTo>
                  <a:pt x="7320702" y="1516611"/>
                </a:lnTo>
                <a:lnTo>
                  <a:pt x="7325011" y="1530579"/>
                </a:lnTo>
                <a:lnTo>
                  <a:pt x="7329320" y="1532946"/>
                </a:lnTo>
                <a:lnTo>
                  <a:pt x="7333629" y="1523656"/>
                </a:lnTo>
                <a:lnTo>
                  <a:pt x="7337937" y="1503007"/>
                </a:lnTo>
                <a:lnTo>
                  <a:pt x="7342246" y="1471640"/>
                </a:lnTo>
                <a:lnTo>
                  <a:pt x="7346555" y="1430520"/>
                </a:lnTo>
                <a:lnTo>
                  <a:pt x="7350864" y="1380907"/>
                </a:lnTo>
                <a:lnTo>
                  <a:pt x="7355173" y="1324316"/>
                </a:lnTo>
                <a:lnTo>
                  <a:pt x="7359482" y="1262473"/>
                </a:lnTo>
                <a:lnTo>
                  <a:pt x="7363790" y="1197258"/>
                </a:lnTo>
                <a:lnTo>
                  <a:pt x="7368099" y="1130656"/>
                </a:lnTo>
                <a:lnTo>
                  <a:pt x="7372408" y="1064688"/>
                </a:lnTo>
                <a:lnTo>
                  <a:pt x="7376717" y="1001357"/>
                </a:lnTo>
                <a:lnTo>
                  <a:pt x="7381026" y="942582"/>
                </a:lnTo>
                <a:lnTo>
                  <a:pt x="7385334" y="890143"/>
                </a:lnTo>
                <a:lnTo>
                  <a:pt x="7389643" y="845626"/>
                </a:lnTo>
                <a:lnTo>
                  <a:pt x="7393952" y="810377"/>
                </a:lnTo>
                <a:lnTo>
                  <a:pt x="7398261" y="785460"/>
                </a:lnTo>
                <a:lnTo>
                  <a:pt x="7402570" y="771624"/>
                </a:lnTo>
                <a:lnTo>
                  <a:pt x="7406879" y="769283"/>
                </a:lnTo>
                <a:lnTo>
                  <a:pt x="7411187" y="778501"/>
                </a:lnTo>
                <a:lnTo>
                  <a:pt x="7415496" y="798996"/>
                </a:lnTo>
                <a:lnTo>
                  <a:pt x="7419805" y="830141"/>
                </a:lnTo>
                <a:lnTo>
                  <a:pt x="7424114" y="870988"/>
                </a:lnTo>
                <a:lnTo>
                  <a:pt x="7428423" y="920298"/>
                </a:lnTo>
                <a:lnTo>
                  <a:pt x="7432732" y="976577"/>
                </a:lnTo>
                <a:lnTo>
                  <a:pt x="7437040" y="1038119"/>
                </a:lnTo>
                <a:lnTo>
                  <a:pt x="7441349" y="1103062"/>
                </a:lnTo>
                <a:lnTo>
                  <a:pt x="7445658" y="1169444"/>
                </a:lnTo>
                <a:lnTo>
                  <a:pt x="7449967" y="1235259"/>
                </a:lnTo>
                <a:lnTo>
                  <a:pt x="7454276" y="1298522"/>
                </a:lnTo>
                <a:lnTo>
                  <a:pt x="7458585" y="1357325"/>
                </a:lnTo>
                <a:lnTo>
                  <a:pt x="7462893" y="1409899"/>
                </a:lnTo>
                <a:lnTo>
                  <a:pt x="7467202" y="1454664"/>
                </a:lnTo>
                <a:lnTo>
                  <a:pt x="7471511" y="1490278"/>
                </a:lnTo>
                <a:lnTo>
                  <a:pt x="7475820" y="1515676"/>
                </a:lnTo>
                <a:lnTo>
                  <a:pt x="7480129" y="1530106"/>
                </a:lnTo>
                <a:lnTo>
                  <a:pt x="7484438" y="1533145"/>
                </a:lnTo>
                <a:lnTo>
                  <a:pt x="7488746" y="1524718"/>
                </a:lnTo>
                <a:lnTo>
                  <a:pt x="7493055" y="1505095"/>
                </a:lnTo>
                <a:lnTo>
                  <a:pt x="7497364" y="1474886"/>
                </a:lnTo>
                <a:lnTo>
                  <a:pt x="7501673" y="1435019"/>
                </a:lnTo>
                <a:lnTo>
                  <a:pt x="7505982" y="1386716"/>
                </a:lnTo>
                <a:lnTo>
                  <a:pt x="7510291" y="1331450"/>
                </a:lnTo>
                <a:lnTo>
                  <a:pt x="7514599" y="1270905"/>
                </a:lnTo>
                <a:lnTo>
                  <a:pt x="7518908" y="1206923"/>
                </a:lnTo>
                <a:lnTo>
                  <a:pt x="7523217" y="1141449"/>
                </a:lnTo>
                <a:lnTo>
                  <a:pt x="7527526" y="1076469"/>
                </a:lnTo>
                <a:lnTo>
                  <a:pt x="7531835" y="1013954"/>
                </a:lnTo>
                <a:lnTo>
                  <a:pt x="7536144" y="955799"/>
                </a:lnTo>
                <a:lnTo>
                  <a:pt x="7540452" y="903763"/>
                </a:lnTo>
                <a:lnTo>
                  <a:pt x="7544761" y="859422"/>
                </a:lnTo>
                <a:lnTo>
                  <a:pt x="7549070" y="824114"/>
                </a:lnTo>
                <a:lnTo>
                  <a:pt x="7553379" y="798904"/>
                </a:lnTo>
                <a:lnTo>
                  <a:pt x="7557688" y="784551"/>
                </a:lnTo>
                <a:lnTo>
                  <a:pt x="7561997" y="781485"/>
                </a:lnTo>
                <a:lnTo>
                  <a:pt x="7566305" y="789792"/>
                </a:lnTo>
                <a:lnTo>
                  <a:pt x="7570614" y="809217"/>
                </a:lnTo>
                <a:lnTo>
                  <a:pt x="7574923" y="839166"/>
                </a:lnTo>
                <a:lnTo>
                  <a:pt x="7579232" y="878730"/>
                </a:lnTo>
                <a:lnTo>
                  <a:pt x="7583541" y="926707"/>
                </a:lnTo>
                <a:lnTo>
                  <a:pt x="7587849" y="981643"/>
                </a:lnTo>
                <a:lnTo>
                  <a:pt x="7592158" y="1041877"/>
                </a:lnTo>
                <a:lnTo>
                  <a:pt x="7596467" y="1105585"/>
                </a:lnTo>
                <a:lnTo>
                  <a:pt x="7600776" y="1170843"/>
                </a:lnTo>
                <a:lnTo>
                  <a:pt x="7605085" y="1235681"/>
                </a:lnTo>
                <a:lnTo>
                  <a:pt x="7609394" y="1298141"/>
                </a:lnTo>
                <a:lnTo>
                  <a:pt x="7613702" y="1356344"/>
                </a:lnTo>
                <a:lnTo>
                  <a:pt x="7618011" y="1408535"/>
                </a:lnTo>
                <a:lnTo>
                  <a:pt x="7622320" y="1453149"/>
                </a:lnTo>
                <a:lnTo>
                  <a:pt x="7626629" y="1488846"/>
                </a:lnTo>
                <a:lnTo>
                  <a:pt x="7630938" y="1514560"/>
                </a:lnTo>
                <a:lnTo>
                  <a:pt x="7635247" y="1529527"/>
                </a:lnTo>
                <a:lnTo>
                  <a:pt x="7639555" y="1533310"/>
                </a:lnTo>
                <a:lnTo>
                  <a:pt x="7643864" y="1525808"/>
                </a:lnTo>
                <a:lnTo>
                  <a:pt x="7648173" y="1507263"/>
                </a:lnTo>
                <a:lnTo>
                  <a:pt x="7652482" y="1478252"/>
                </a:lnTo>
                <a:lnTo>
                  <a:pt x="7656791" y="1439666"/>
                </a:lnTo>
                <a:lnTo>
                  <a:pt x="7661100" y="1392685"/>
                </a:lnTo>
                <a:lnTo>
                  <a:pt x="7665408" y="1338743"/>
                </a:lnTo>
                <a:lnTo>
                  <a:pt x="7669717" y="1279482"/>
                </a:lnTo>
                <a:lnTo>
                  <a:pt x="7674026" y="1216704"/>
                </a:lnTo>
                <a:lnTo>
                  <a:pt x="7678335" y="1152315"/>
                </a:lnTo>
                <a:lnTo>
                  <a:pt x="7682644" y="1088269"/>
                </a:lnTo>
                <a:lnTo>
                  <a:pt x="7686953" y="1026508"/>
                </a:lnTo>
                <a:lnTo>
                  <a:pt x="7691261" y="968902"/>
                </a:lnTo>
                <a:lnTo>
                  <a:pt x="7695570" y="917194"/>
                </a:lnTo>
                <a:lnTo>
                  <a:pt x="7699879" y="872948"/>
                </a:lnTo>
                <a:lnTo>
                  <a:pt x="7704188" y="837500"/>
                </a:lnTo>
                <a:lnTo>
                  <a:pt x="7708497" y="811918"/>
                </a:lnTo>
                <a:lnTo>
                  <a:pt x="7712806" y="796974"/>
                </a:lnTo>
                <a:lnTo>
                  <a:pt x="7717114" y="793113"/>
                </a:lnTo>
                <a:lnTo>
                  <a:pt x="7721423" y="800449"/>
                </a:lnTo>
                <a:lnTo>
                  <a:pt x="7725732" y="818753"/>
                </a:lnTo>
                <a:lnTo>
                  <a:pt x="7730041" y="847469"/>
                </a:lnTo>
                <a:lnTo>
                  <a:pt x="7734350" y="885722"/>
                </a:lnTo>
                <a:lnTo>
                  <a:pt x="7738659" y="932354"/>
                </a:lnTo>
                <a:lnTo>
                  <a:pt x="7742967" y="985951"/>
                </a:lnTo>
                <a:lnTo>
                  <a:pt x="7747276" y="1044892"/>
                </a:lnTo>
                <a:lnTo>
                  <a:pt x="7751585" y="1107394"/>
                </a:lnTo>
                <a:lnTo>
                  <a:pt x="7755894" y="1171569"/>
                </a:lnTo>
                <a:lnTo>
                  <a:pt x="7760203" y="1235481"/>
                </a:lnTo>
                <a:lnTo>
                  <a:pt x="7764512" y="1297201"/>
                </a:lnTo>
                <a:lnTo>
                  <a:pt x="7768820" y="1354871"/>
                </a:lnTo>
                <a:lnTo>
                  <a:pt x="7773129" y="1406754"/>
                </a:lnTo>
                <a:lnTo>
                  <a:pt x="7777438" y="1451293"/>
                </a:lnTo>
                <a:lnTo>
                  <a:pt x="7781747" y="1487150"/>
                </a:lnTo>
                <a:lnTo>
                  <a:pt x="7786056" y="1513255"/>
                </a:lnTo>
                <a:lnTo>
                  <a:pt x="7790365" y="1528832"/>
                </a:lnTo>
                <a:lnTo>
                  <a:pt x="7794673" y="1533422"/>
                </a:lnTo>
                <a:lnTo>
                  <a:pt x="7798982" y="1526902"/>
                </a:lnTo>
                <a:lnTo>
                  <a:pt x="7803291" y="1509482"/>
                </a:lnTo>
                <a:lnTo>
                  <a:pt x="7807600" y="1481703"/>
                </a:lnTo>
                <a:lnTo>
                  <a:pt x="7811909" y="1444419"/>
                </a:lnTo>
                <a:lnTo>
                  <a:pt x="7816217" y="1398770"/>
                </a:lnTo>
                <a:lnTo>
                  <a:pt x="7820526" y="1346146"/>
                </a:lnTo>
                <a:lnTo>
                  <a:pt x="7824835" y="1288151"/>
                </a:lnTo>
                <a:lnTo>
                  <a:pt x="7829144" y="1226545"/>
                </a:lnTo>
                <a:lnTo>
                  <a:pt x="7833453" y="1163199"/>
                </a:lnTo>
                <a:lnTo>
                  <a:pt x="7837762" y="1100035"/>
                </a:lnTo>
                <a:lnTo>
                  <a:pt x="7842070" y="1038965"/>
                </a:lnTo>
                <a:lnTo>
                  <a:pt x="7846379" y="981839"/>
                </a:lnTo>
                <a:lnTo>
                  <a:pt x="7850688" y="930385"/>
                </a:lnTo>
                <a:lnTo>
                  <a:pt x="7854997" y="886158"/>
                </a:lnTo>
                <a:lnTo>
                  <a:pt x="7859306" y="850494"/>
                </a:lnTo>
                <a:lnTo>
                  <a:pt x="7863615" y="824467"/>
                </a:lnTo>
                <a:lnTo>
                  <a:pt x="7867923" y="808861"/>
                </a:lnTo>
                <a:lnTo>
                  <a:pt x="7872232" y="804144"/>
                </a:lnTo>
                <a:lnTo>
                  <a:pt x="7876541" y="810453"/>
                </a:lnTo>
                <a:lnTo>
                  <a:pt x="7880850" y="827594"/>
                </a:lnTo>
                <a:lnTo>
                  <a:pt x="7885159" y="855042"/>
                </a:lnTo>
                <a:lnTo>
                  <a:pt x="7889468" y="891966"/>
                </a:lnTo>
                <a:lnTo>
                  <a:pt x="7893776" y="937245"/>
                </a:lnTo>
                <a:lnTo>
                  <a:pt x="7898085" y="989508"/>
                </a:lnTo>
                <a:lnTo>
                  <a:pt x="7902394" y="1047174"/>
                </a:lnTo>
                <a:lnTo>
                  <a:pt x="7906703" y="1108501"/>
                </a:lnTo>
                <a:lnTo>
                  <a:pt x="7911012" y="1171636"/>
                </a:lnTo>
                <a:lnTo>
                  <a:pt x="7915321" y="1234674"/>
                </a:lnTo>
                <a:lnTo>
                  <a:pt x="7919629" y="1295714"/>
                </a:lnTo>
                <a:lnTo>
                  <a:pt x="7923938" y="1352918"/>
                </a:lnTo>
                <a:lnTo>
                  <a:pt x="7928247" y="1404564"/>
                </a:lnTo>
                <a:lnTo>
                  <a:pt x="7932556" y="1449100"/>
                </a:lnTo>
                <a:lnTo>
                  <a:pt x="7936865" y="1485191"/>
                </a:lnTo>
                <a:lnTo>
                  <a:pt x="7941174" y="1511757"/>
                </a:lnTo>
                <a:lnTo>
                  <a:pt x="7945482" y="1528008"/>
                </a:lnTo>
                <a:lnTo>
                  <a:pt x="7949791" y="1533464"/>
                </a:lnTo>
                <a:lnTo>
                  <a:pt x="7954100" y="1527976"/>
                </a:lnTo>
                <a:lnTo>
                  <a:pt x="7958409" y="1511720"/>
                </a:lnTo>
                <a:lnTo>
                  <a:pt x="7962718" y="1485203"/>
                </a:lnTo>
                <a:lnTo>
                  <a:pt x="7967027" y="1449238"/>
                </a:lnTo>
                <a:lnTo>
                  <a:pt x="7971335" y="1404924"/>
                </a:lnTo>
                <a:lnTo>
                  <a:pt x="7975644" y="1353611"/>
                </a:lnTo>
                <a:lnTo>
                  <a:pt x="7979953" y="1296859"/>
                </a:lnTo>
                <a:lnTo>
                  <a:pt x="7984262" y="1236393"/>
                </a:lnTo>
                <a:lnTo>
                  <a:pt x="7988571" y="1174047"/>
                </a:lnTo>
                <a:lnTo>
                  <a:pt x="7992880" y="1111710"/>
                </a:lnTo>
                <a:lnTo>
                  <a:pt x="7997188" y="1051271"/>
                </a:lnTo>
                <a:lnTo>
                  <a:pt x="8001497" y="994559"/>
                </a:lnTo>
                <a:lnTo>
                  <a:pt x="8005806" y="943289"/>
                </a:lnTo>
                <a:lnTo>
                  <a:pt x="8010115" y="899009"/>
                </a:lnTo>
                <a:lnTo>
                  <a:pt x="8014424" y="863057"/>
                </a:lnTo>
                <a:lnTo>
                  <a:pt x="8018732" y="836516"/>
                </a:lnTo>
                <a:lnTo>
                  <a:pt x="8023041" y="820185"/>
                </a:lnTo>
                <a:lnTo>
                  <a:pt x="8027350" y="814555"/>
                </a:lnTo>
                <a:lnTo>
                  <a:pt x="8031659" y="819789"/>
                </a:lnTo>
                <a:lnTo>
                  <a:pt x="8035968" y="835727"/>
                </a:lnTo>
                <a:lnTo>
                  <a:pt x="8040277" y="861882"/>
                </a:lnTo>
                <a:lnTo>
                  <a:pt x="8044585" y="897461"/>
                </a:lnTo>
                <a:lnTo>
                  <a:pt x="8048894" y="941384"/>
                </a:lnTo>
                <a:lnTo>
                  <a:pt x="8053203" y="992322"/>
                </a:lnTo>
                <a:lnTo>
                  <a:pt x="8057512" y="1048736"/>
                </a:lnTo>
                <a:lnTo>
                  <a:pt x="8061821" y="1108920"/>
                </a:lnTo>
                <a:lnTo>
                  <a:pt x="8066130" y="1171057"/>
                </a:lnTo>
                <a:lnTo>
                  <a:pt x="8070438" y="1233274"/>
                </a:lnTo>
                <a:lnTo>
                  <a:pt x="8074747" y="1293693"/>
                </a:lnTo>
                <a:lnTo>
                  <a:pt x="8079056" y="1350495"/>
                </a:lnTo>
                <a:lnTo>
                  <a:pt x="8083365" y="1401971"/>
                </a:lnTo>
                <a:lnTo>
                  <a:pt x="8087674" y="1446574"/>
                </a:lnTo>
                <a:lnTo>
                  <a:pt x="8091983" y="1482966"/>
                </a:lnTo>
                <a:lnTo>
                  <a:pt x="8096291" y="1510059"/>
                </a:lnTo>
                <a:lnTo>
                  <a:pt x="8100600" y="1527043"/>
                </a:lnTo>
                <a:lnTo>
                  <a:pt x="8104909" y="1533420"/>
                </a:lnTo>
                <a:lnTo>
                  <a:pt x="8109218" y="1529007"/>
                </a:lnTo>
                <a:lnTo>
                  <a:pt x="8113527" y="1513951"/>
                </a:lnTo>
                <a:lnTo>
                  <a:pt x="8117836" y="1488718"/>
                </a:lnTo>
                <a:lnTo>
                  <a:pt x="8122144" y="1454084"/>
                </a:lnTo>
                <a:lnTo>
                  <a:pt x="8126453" y="1411105"/>
                </a:lnTo>
                <a:lnTo>
                  <a:pt x="8130762" y="1361089"/>
                </a:lnTo>
                <a:lnTo>
                  <a:pt x="8135071" y="1305558"/>
                </a:lnTo>
                <a:lnTo>
                  <a:pt x="8139380" y="1246197"/>
                </a:lnTo>
                <a:lnTo>
                  <a:pt x="8143689" y="1184806"/>
                </a:lnTo>
                <a:lnTo>
                  <a:pt x="8147997" y="1123244"/>
                </a:lnTo>
                <a:lnTo>
                  <a:pt x="8152306" y="1063377"/>
                </a:lnTo>
                <a:lnTo>
                  <a:pt x="8156615" y="1007014"/>
                </a:lnTo>
                <a:lnTo>
                  <a:pt x="8160924" y="955859"/>
                </a:lnTo>
                <a:lnTo>
                  <a:pt x="8165233" y="911459"/>
                </a:lnTo>
                <a:lnTo>
                  <a:pt x="8169542" y="875152"/>
                </a:lnTo>
                <a:lnTo>
                  <a:pt x="8173850" y="848034"/>
                </a:lnTo>
                <a:lnTo>
                  <a:pt x="8178159" y="830921"/>
                </a:lnTo>
                <a:lnTo>
                  <a:pt x="8182468" y="824325"/>
                </a:lnTo>
                <a:lnTo>
                  <a:pt x="8186777" y="828443"/>
                </a:lnTo>
                <a:lnTo>
                  <a:pt x="8191086" y="843146"/>
                </a:lnTo>
                <a:lnTo>
                  <a:pt x="8195395" y="867985"/>
                </a:lnTo>
                <a:lnTo>
                  <a:pt x="8199703" y="902208"/>
                </a:lnTo>
                <a:lnTo>
                  <a:pt x="8204012" y="944776"/>
                </a:lnTo>
                <a:lnTo>
                  <a:pt x="8208321" y="994403"/>
                </a:lnTo>
                <a:lnTo>
                  <a:pt x="8212630" y="1049588"/>
                </a:lnTo>
                <a:lnTo>
                  <a:pt x="8216939" y="1108664"/>
                </a:lnTo>
                <a:lnTo>
                  <a:pt x="8221247" y="1169848"/>
                </a:lnTo>
                <a:lnTo>
                  <a:pt x="8225556" y="1231294"/>
                </a:lnTo>
                <a:lnTo>
                  <a:pt x="8229865" y="1291150"/>
                </a:lnTo>
                <a:lnTo>
                  <a:pt x="8234174" y="1347613"/>
                </a:lnTo>
                <a:lnTo>
                  <a:pt x="8238483" y="1398984"/>
                </a:lnTo>
                <a:lnTo>
                  <a:pt x="8242792" y="1443720"/>
                </a:lnTo>
                <a:lnTo>
                  <a:pt x="8247100" y="1480477"/>
                </a:lnTo>
                <a:lnTo>
                  <a:pt x="8251409" y="1508155"/>
                </a:lnTo>
                <a:lnTo>
                  <a:pt x="8255718" y="1525928"/>
                </a:lnTo>
                <a:lnTo>
                  <a:pt x="8260027" y="1533271"/>
                </a:lnTo>
                <a:lnTo>
                  <a:pt x="8264336" y="1529973"/>
                </a:lnTo>
                <a:lnTo>
                  <a:pt x="8268645" y="1516145"/>
                </a:lnTo>
                <a:lnTo>
                  <a:pt x="8272953" y="1492216"/>
                </a:lnTo>
                <a:lnTo>
                  <a:pt x="8277262" y="1458919"/>
                </a:lnTo>
                <a:lnTo>
                  <a:pt x="8281571" y="1417270"/>
                </a:lnTo>
                <a:lnTo>
                  <a:pt x="8285880" y="1368537"/>
                </a:lnTo>
                <a:lnTo>
                  <a:pt x="8290189" y="1314200"/>
                </a:lnTo>
                <a:lnTo>
                  <a:pt x="8294498" y="1255908"/>
                </a:lnTo>
                <a:lnTo>
                  <a:pt x="8298806" y="1195426"/>
                </a:lnTo>
                <a:lnTo>
                  <a:pt x="8303115" y="1134588"/>
                </a:lnTo>
                <a:lnTo>
                  <a:pt x="8307424" y="1075233"/>
                </a:lnTo>
                <a:lnTo>
                  <a:pt x="8311733" y="1019157"/>
                </a:lnTo>
                <a:lnTo>
                  <a:pt x="8316042" y="968055"/>
                </a:lnTo>
                <a:lnTo>
                  <a:pt x="8320351" y="923469"/>
                </a:lnTo>
                <a:lnTo>
                  <a:pt x="8324659" y="886746"/>
                </a:lnTo>
                <a:lnTo>
                  <a:pt x="8328968" y="858992"/>
                </a:lnTo>
                <a:lnTo>
                  <a:pt x="8333277" y="841043"/>
                </a:lnTo>
                <a:lnTo>
                  <a:pt x="8337586" y="833437"/>
                </a:lnTo>
                <a:lnTo>
                  <a:pt x="8341895" y="836401"/>
                </a:lnTo>
                <a:lnTo>
                  <a:pt x="8346204" y="849841"/>
                </a:lnTo>
                <a:lnTo>
                  <a:pt x="8350512" y="873348"/>
                </a:lnTo>
                <a:lnTo>
                  <a:pt x="8354821" y="906209"/>
                </a:lnTo>
                <a:lnTo>
                  <a:pt x="8359130" y="947429"/>
                </a:lnTo>
                <a:lnTo>
                  <a:pt x="8363439" y="995761"/>
                </a:lnTo>
                <a:lnTo>
                  <a:pt x="8367748" y="1049744"/>
                </a:lnTo>
                <a:lnTo>
                  <a:pt x="8372057" y="1107748"/>
                </a:lnTo>
                <a:lnTo>
                  <a:pt x="8376365" y="1168023"/>
                </a:lnTo>
                <a:lnTo>
                  <a:pt x="8380674" y="1228750"/>
                </a:lnTo>
                <a:lnTo>
                  <a:pt x="8384983" y="1288100"/>
                </a:lnTo>
                <a:lnTo>
                  <a:pt x="8389292" y="1344284"/>
                </a:lnTo>
                <a:lnTo>
                  <a:pt x="8393601" y="1395612"/>
                </a:lnTo>
                <a:lnTo>
                  <a:pt x="8397910" y="1440541"/>
                </a:lnTo>
                <a:lnTo>
                  <a:pt x="8402218" y="1477722"/>
                </a:lnTo>
                <a:lnTo>
                  <a:pt x="8406527" y="1506041"/>
                </a:lnTo>
                <a:lnTo>
                  <a:pt x="8410836" y="1524652"/>
                </a:lnTo>
                <a:lnTo>
                  <a:pt x="8415145" y="1533004"/>
                </a:lnTo>
                <a:lnTo>
                  <a:pt x="8419454" y="1530854"/>
                </a:lnTo>
                <a:lnTo>
                  <a:pt x="8423763" y="1518278"/>
                </a:lnTo>
                <a:lnTo>
                  <a:pt x="8428071" y="1495665"/>
                </a:lnTo>
                <a:lnTo>
                  <a:pt x="8432380" y="1463708"/>
                </a:lnTo>
                <a:lnTo>
                  <a:pt x="8436689" y="1423382"/>
                </a:lnTo>
                <a:lnTo>
                  <a:pt x="8440998" y="1375912"/>
                </a:lnTo>
                <a:lnTo>
                  <a:pt x="8445307" y="1322740"/>
                </a:lnTo>
                <a:lnTo>
                  <a:pt x="8449615" y="1265478"/>
                </a:lnTo>
                <a:lnTo>
                  <a:pt x="8453924" y="1205861"/>
                </a:lnTo>
                <a:lnTo>
                  <a:pt x="8458233" y="1145693"/>
                </a:lnTo>
                <a:lnTo>
                  <a:pt x="8462542" y="1086795"/>
                </a:lnTo>
                <a:lnTo>
                  <a:pt x="8466851" y="1030946"/>
                </a:lnTo>
                <a:lnTo>
                  <a:pt x="8471160" y="979835"/>
                </a:lnTo>
                <a:lnTo>
                  <a:pt x="8475468" y="935004"/>
                </a:lnTo>
                <a:lnTo>
                  <a:pt x="8479777" y="897806"/>
                </a:lnTo>
                <a:lnTo>
                  <a:pt x="8484086" y="869362"/>
                </a:lnTo>
                <a:lnTo>
                  <a:pt x="8488395" y="850529"/>
                </a:lnTo>
                <a:lnTo>
                  <a:pt x="8492704" y="841873"/>
                </a:lnTo>
                <a:lnTo>
                  <a:pt x="8497013" y="843652"/>
                </a:lnTo>
                <a:lnTo>
                  <a:pt x="8501321" y="855807"/>
                </a:lnTo>
                <a:lnTo>
                  <a:pt x="8505630" y="877971"/>
                </a:lnTo>
                <a:lnTo>
                  <a:pt x="8509939" y="909469"/>
                </a:lnTo>
                <a:lnTo>
                  <a:pt x="8514248" y="949349"/>
                </a:lnTo>
                <a:lnTo>
                  <a:pt x="8518557" y="996405"/>
                </a:lnTo>
                <a:lnTo>
                  <a:pt x="8522866" y="1049216"/>
                </a:lnTo>
                <a:lnTo>
                  <a:pt x="8527174" y="1106186"/>
                </a:lnTo>
                <a:lnTo>
                  <a:pt x="8531483" y="1165597"/>
                </a:lnTo>
                <a:lnTo>
                  <a:pt x="8535792" y="1225656"/>
                </a:lnTo>
                <a:lnTo>
                  <a:pt x="8540101" y="1284555"/>
                </a:lnTo>
                <a:lnTo>
                  <a:pt x="8544410" y="1340518"/>
                </a:lnTo>
                <a:lnTo>
                  <a:pt x="8548719" y="1391862"/>
                </a:lnTo>
                <a:lnTo>
                  <a:pt x="8553027" y="1437042"/>
                </a:lnTo>
                <a:lnTo>
                  <a:pt x="8557336" y="1474702"/>
                </a:lnTo>
                <a:lnTo>
                  <a:pt x="8561645" y="1503713"/>
                </a:lnTo>
                <a:lnTo>
                  <a:pt x="8565954" y="1523207"/>
                </a:lnTo>
                <a:lnTo>
                  <a:pt x="8570263" y="1532604"/>
                </a:lnTo>
                <a:lnTo>
                  <a:pt x="8574572" y="1531631"/>
                </a:lnTo>
                <a:lnTo>
                  <a:pt x="8578880" y="1520325"/>
                </a:lnTo>
                <a:lnTo>
                  <a:pt x="8583189" y="1499037"/>
                </a:lnTo>
                <a:lnTo>
                  <a:pt x="8587498" y="1468419"/>
                </a:lnTo>
                <a:lnTo>
                  <a:pt x="8591807" y="1429403"/>
                </a:lnTo>
                <a:lnTo>
                  <a:pt x="8596116" y="1383175"/>
                </a:lnTo>
                <a:lnTo>
                  <a:pt x="8600425" y="1331137"/>
                </a:lnTo>
                <a:lnTo>
                  <a:pt x="8604733" y="1274866"/>
                </a:lnTo>
                <a:lnTo>
                  <a:pt x="8609042" y="1216067"/>
                </a:lnTo>
                <a:lnTo>
                  <a:pt x="8613351" y="1156517"/>
                </a:lnTo>
                <a:lnTo>
                  <a:pt x="8617660" y="1098019"/>
                </a:lnTo>
                <a:lnTo>
                  <a:pt x="8621969" y="1042340"/>
                </a:lnTo>
                <a:lnTo>
                  <a:pt x="8626278" y="991161"/>
                </a:lnTo>
                <a:lnTo>
                  <a:pt x="8630586" y="946027"/>
                </a:lnTo>
                <a:lnTo>
                  <a:pt x="8634895" y="908301"/>
                </a:lnTo>
                <a:lnTo>
                  <a:pt x="8639204" y="879119"/>
                </a:lnTo>
                <a:lnTo>
                  <a:pt x="8643513" y="859360"/>
                </a:lnTo>
                <a:lnTo>
                  <a:pt x="8647822" y="849618"/>
                </a:lnTo>
                <a:lnTo>
                  <a:pt x="8652130" y="850184"/>
                </a:lnTo>
                <a:lnTo>
                  <a:pt x="8656439" y="861039"/>
                </a:lnTo>
                <a:lnTo>
                  <a:pt x="8660748" y="881851"/>
                </a:lnTo>
                <a:lnTo>
                  <a:pt x="8665057" y="911990"/>
                </a:lnTo>
                <a:lnTo>
                  <a:pt x="8669366" y="950544"/>
                </a:lnTo>
                <a:lnTo>
                  <a:pt x="8673675" y="996347"/>
                </a:lnTo>
                <a:lnTo>
                  <a:pt x="8677983" y="1048017"/>
                </a:lnTo>
                <a:lnTo>
                  <a:pt x="8682292" y="1103992"/>
                </a:lnTo>
                <a:lnTo>
                  <a:pt x="8686601" y="1162585"/>
                </a:lnTo>
                <a:lnTo>
                  <a:pt x="8690910" y="1222028"/>
                </a:lnTo>
                <a:lnTo>
                  <a:pt x="8695219" y="1280530"/>
                </a:lnTo>
                <a:lnTo>
                  <a:pt x="8699528" y="1336329"/>
                </a:lnTo>
                <a:lnTo>
                  <a:pt x="8703836" y="1387745"/>
                </a:lnTo>
                <a:lnTo>
                  <a:pt x="8708145" y="1433232"/>
                </a:lnTo>
                <a:lnTo>
                  <a:pt x="8712454" y="1471422"/>
                </a:lnTo>
                <a:lnTo>
                  <a:pt x="8716763" y="1501170"/>
                </a:lnTo>
                <a:lnTo>
                  <a:pt x="8721072" y="1521586"/>
                </a:lnTo>
                <a:lnTo>
                  <a:pt x="8725381" y="1532061"/>
                </a:lnTo>
                <a:lnTo>
                  <a:pt x="8729689" y="1532287"/>
                </a:lnTo>
                <a:lnTo>
                  <a:pt x="8733998" y="1522265"/>
                </a:lnTo>
                <a:lnTo>
                  <a:pt x="8738307" y="1502306"/>
                </a:lnTo>
                <a:lnTo>
                  <a:pt x="8742616" y="1473020"/>
                </a:lnTo>
                <a:lnTo>
                  <a:pt x="8746925" y="1435299"/>
                </a:lnTo>
                <a:lnTo>
                  <a:pt x="8751234" y="1390287"/>
                </a:lnTo>
                <a:lnTo>
                  <a:pt x="8755542" y="1339350"/>
                </a:lnTo>
                <a:lnTo>
                  <a:pt x="8759851" y="1284030"/>
                </a:lnTo>
                <a:lnTo>
                  <a:pt x="8764160" y="1226001"/>
                </a:lnTo>
                <a:lnTo>
                  <a:pt x="8768469" y="1167019"/>
                </a:lnTo>
                <a:lnTo>
                  <a:pt x="8772778" y="1108866"/>
                </a:lnTo>
                <a:lnTo>
                  <a:pt x="8777087" y="1053300"/>
                </a:lnTo>
                <a:lnTo>
                  <a:pt x="8781395" y="1001997"/>
                </a:lnTo>
                <a:lnTo>
                  <a:pt x="8785704" y="956508"/>
                </a:lnTo>
                <a:lnTo>
                  <a:pt x="8790013" y="918203"/>
                </a:lnTo>
                <a:lnTo>
                  <a:pt x="8794322" y="888238"/>
                </a:lnTo>
                <a:lnTo>
                  <a:pt x="8798631" y="867515"/>
                </a:lnTo>
                <a:lnTo>
                  <a:pt x="8802940" y="856658"/>
                </a:lnTo>
                <a:lnTo>
                  <a:pt x="8807248" y="855991"/>
                </a:lnTo>
                <a:lnTo>
                  <a:pt x="8811557" y="865532"/>
                </a:lnTo>
                <a:lnTo>
                  <a:pt x="8815866" y="884991"/>
                </a:lnTo>
                <a:lnTo>
                  <a:pt x="8820175" y="913778"/>
                </a:lnTo>
                <a:lnTo>
                  <a:pt x="8824484" y="951023"/>
                </a:lnTo>
                <a:lnTo>
                  <a:pt x="8828793" y="995599"/>
                </a:lnTo>
                <a:lnTo>
                  <a:pt x="8833101" y="1046161"/>
                </a:lnTo>
                <a:lnTo>
                  <a:pt x="8837410" y="1101183"/>
                </a:lnTo>
                <a:lnTo>
                  <a:pt x="8841719" y="1159004"/>
                </a:lnTo>
                <a:lnTo>
                  <a:pt x="8846028" y="1217882"/>
                </a:lnTo>
                <a:lnTo>
                  <a:pt x="8850337" y="1276042"/>
                </a:lnTo>
                <a:lnTo>
                  <a:pt x="8854645" y="1331731"/>
                </a:lnTo>
                <a:lnTo>
                  <a:pt x="8858954" y="1383272"/>
                </a:lnTo>
                <a:lnTo>
                  <a:pt x="8863263" y="1429116"/>
                </a:lnTo>
                <a:lnTo>
                  <a:pt x="8867572" y="1467884"/>
                </a:lnTo>
                <a:lnTo>
                  <a:pt x="8871881" y="1498412"/>
                </a:lnTo>
                <a:lnTo>
                  <a:pt x="8876190" y="1519784"/>
                </a:lnTo>
                <a:lnTo>
                  <a:pt x="8880498" y="1531364"/>
                </a:lnTo>
                <a:lnTo>
                  <a:pt x="8884807" y="1532808"/>
                </a:lnTo>
                <a:lnTo>
                  <a:pt x="8889116" y="1524079"/>
                </a:lnTo>
                <a:lnTo>
                  <a:pt x="8893425" y="1505449"/>
                </a:lnTo>
                <a:lnTo>
                  <a:pt x="8897734" y="1477485"/>
                </a:lnTo>
                <a:lnTo>
                  <a:pt x="8902043" y="1441039"/>
                </a:lnTo>
                <a:lnTo>
                  <a:pt x="8906351" y="1397216"/>
                </a:lnTo>
                <a:lnTo>
                  <a:pt x="8910660" y="1347343"/>
                </a:lnTo>
                <a:lnTo>
                  <a:pt x="8914969" y="1292931"/>
                </a:lnTo>
                <a:lnTo>
                  <a:pt x="8919278" y="1235626"/>
                </a:lnTo>
                <a:lnTo>
                  <a:pt x="8923587" y="1177159"/>
                </a:lnTo>
                <a:lnTo>
                  <a:pt x="8927896" y="1119298"/>
                </a:lnTo>
                <a:lnTo>
                  <a:pt x="8932204" y="1063791"/>
                </a:lnTo>
                <a:lnTo>
                  <a:pt x="8936513" y="1012312"/>
                </a:lnTo>
                <a:lnTo>
                  <a:pt x="8940822" y="966416"/>
                </a:lnTo>
                <a:lnTo>
                  <a:pt x="8945131" y="927487"/>
                </a:lnTo>
                <a:lnTo>
                  <a:pt x="8949440" y="896698"/>
                </a:lnTo>
                <a:lnTo>
                  <a:pt x="8953749" y="874978"/>
                </a:lnTo>
                <a:lnTo>
                  <a:pt x="8958057" y="862980"/>
                </a:lnTo>
                <a:lnTo>
                  <a:pt x="8962366" y="861063"/>
                </a:lnTo>
                <a:lnTo>
                  <a:pt x="8966675" y="869284"/>
                </a:lnTo>
                <a:lnTo>
                  <a:pt x="8970984" y="887392"/>
                </a:lnTo>
                <a:lnTo>
                  <a:pt x="8975293" y="914838"/>
                </a:lnTo>
                <a:lnTo>
                  <a:pt x="8979602" y="950794"/>
                </a:lnTo>
                <a:lnTo>
                  <a:pt x="8983910" y="994172"/>
                </a:lnTo>
                <a:lnTo>
                  <a:pt x="8988219" y="1043664"/>
                </a:lnTo>
                <a:lnTo>
                  <a:pt x="8992528" y="1097774"/>
                </a:lnTo>
                <a:lnTo>
                  <a:pt x="8996837" y="1154872"/>
                </a:lnTo>
                <a:lnTo>
                  <a:pt x="9001146" y="1213236"/>
                </a:lnTo>
                <a:lnTo>
                  <a:pt x="9005455" y="1271105"/>
                </a:lnTo>
                <a:lnTo>
                  <a:pt x="9009763" y="1326737"/>
                </a:lnTo>
                <a:lnTo>
                  <a:pt x="9014072" y="1378457"/>
                </a:lnTo>
                <a:lnTo>
                  <a:pt x="9018381" y="1424706"/>
                </a:lnTo>
                <a:lnTo>
                  <a:pt x="9022690" y="1464095"/>
                </a:lnTo>
                <a:lnTo>
                  <a:pt x="9026999" y="1495440"/>
                </a:lnTo>
                <a:lnTo>
                  <a:pt x="9031308" y="1517801"/>
                </a:lnTo>
                <a:lnTo>
                  <a:pt x="9035616" y="1530507"/>
                </a:lnTo>
                <a:lnTo>
                  <a:pt x="9039925" y="1533182"/>
                </a:lnTo>
                <a:lnTo>
                  <a:pt x="9044234" y="1525752"/>
                </a:lnTo>
                <a:lnTo>
                  <a:pt x="9048543" y="1508445"/>
                </a:lnTo>
                <a:lnTo>
                  <a:pt x="9052852" y="1481789"/>
                </a:lnTo>
                <a:lnTo>
                  <a:pt x="9057161" y="1446595"/>
                </a:lnTo>
                <a:lnTo>
                  <a:pt x="9061469" y="1403930"/>
                </a:lnTo>
                <a:lnTo>
                  <a:pt x="9065778" y="1355084"/>
                </a:lnTo>
                <a:lnTo>
                  <a:pt x="9070087" y="1301537"/>
                </a:lnTo>
                <a:lnTo>
                  <a:pt x="9074396" y="1244906"/>
                </a:lnTo>
                <a:lnTo>
                  <a:pt x="9078705" y="1186903"/>
                </a:lnTo>
                <a:lnTo>
                  <a:pt x="9083013" y="1129281"/>
                </a:lnTo>
                <a:lnTo>
                  <a:pt x="9087322" y="1073779"/>
                </a:lnTo>
                <a:lnTo>
                  <a:pt x="9091631" y="1022073"/>
                </a:lnTo>
                <a:lnTo>
                  <a:pt x="9095940" y="975723"/>
                </a:lnTo>
                <a:lnTo>
                  <a:pt x="9100249" y="936127"/>
                </a:lnTo>
                <a:lnTo>
                  <a:pt x="9104558" y="904479"/>
                </a:lnTo>
                <a:lnTo>
                  <a:pt x="9108866" y="881733"/>
                </a:lnTo>
                <a:lnTo>
                  <a:pt x="9113175" y="868573"/>
                </a:lnTo>
                <a:lnTo>
                  <a:pt x="9117484" y="865394"/>
                </a:lnTo>
                <a:lnTo>
                  <a:pt x="9121793" y="872292"/>
                </a:lnTo>
                <a:lnTo>
                  <a:pt x="9126102" y="889055"/>
                </a:lnTo>
                <a:lnTo>
                  <a:pt x="9130411" y="915177"/>
                </a:lnTo>
                <a:lnTo>
                  <a:pt x="9134719" y="949869"/>
                </a:lnTo>
                <a:lnTo>
                  <a:pt x="9139028" y="992081"/>
                </a:lnTo>
                <a:lnTo>
                  <a:pt x="9143337" y="1040540"/>
                </a:lnTo>
                <a:lnTo>
                  <a:pt x="9147646" y="1093784"/>
                </a:lnTo>
                <a:lnTo>
                  <a:pt x="9151955" y="1150207"/>
                </a:lnTo>
                <a:lnTo>
                  <a:pt x="9156264" y="1208107"/>
                </a:lnTo>
                <a:lnTo>
                  <a:pt x="9160572" y="1265739"/>
                </a:lnTo>
                <a:lnTo>
                  <a:pt x="9164881" y="1321366"/>
                </a:lnTo>
                <a:lnTo>
                  <a:pt x="9169190" y="1373312"/>
                </a:lnTo>
                <a:lnTo>
                  <a:pt x="9173499" y="1420013"/>
                </a:lnTo>
                <a:lnTo>
                  <a:pt x="9177808" y="1460064"/>
                </a:lnTo>
                <a:lnTo>
                  <a:pt x="9182117" y="1492261"/>
                </a:lnTo>
                <a:lnTo>
                  <a:pt x="9186425" y="1515635"/>
                </a:lnTo>
                <a:lnTo>
                  <a:pt x="9190734" y="1529487"/>
                </a:lnTo>
                <a:lnTo>
                  <a:pt x="9195043" y="1533403"/>
                </a:lnTo>
                <a:lnTo>
                  <a:pt x="9199352" y="1527269"/>
                </a:lnTo>
                <a:lnTo>
                  <a:pt x="9203661" y="1511277"/>
                </a:lnTo>
                <a:lnTo>
                  <a:pt x="9207970" y="1485912"/>
                </a:lnTo>
                <a:lnTo>
                  <a:pt x="9212278" y="1451944"/>
                </a:lnTo>
                <a:lnTo>
                  <a:pt x="9216587" y="1410402"/>
                </a:lnTo>
                <a:lnTo>
                  <a:pt x="9220896" y="1362542"/>
                </a:lnTo>
                <a:lnTo>
                  <a:pt x="9225205" y="1309813"/>
                </a:lnTo>
                <a:lnTo>
                  <a:pt x="9229514" y="1253808"/>
                </a:lnTo>
                <a:lnTo>
                  <a:pt x="9233823" y="1196217"/>
                </a:lnTo>
                <a:lnTo>
                  <a:pt x="9238131" y="1138782"/>
                </a:lnTo>
                <a:lnTo>
                  <a:pt x="9242440" y="1083235"/>
                </a:lnTo>
                <a:lnTo>
                  <a:pt x="9246749" y="1031253"/>
                </a:lnTo>
                <a:lnTo>
                  <a:pt x="9251058" y="984404"/>
                </a:lnTo>
                <a:lnTo>
                  <a:pt x="9255367" y="944102"/>
                </a:lnTo>
                <a:lnTo>
                  <a:pt x="9259676" y="911562"/>
                </a:lnTo>
                <a:lnTo>
                  <a:pt x="9263984" y="887765"/>
                </a:lnTo>
                <a:lnTo>
                  <a:pt x="9268293" y="873427"/>
                </a:lnTo>
                <a:lnTo>
                  <a:pt x="9272602" y="868980"/>
                </a:lnTo>
                <a:lnTo>
                  <a:pt x="9276911" y="874556"/>
                </a:lnTo>
                <a:lnTo>
                  <a:pt x="9281220" y="889986"/>
                </a:lnTo>
                <a:lnTo>
                  <a:pt x="9285528" y="914803"/>
                </a:lnTo>
                <a:lnTo>
                  <a:pt x="9289837" y="948257"/>
                </a:lnTo>
                <a:lnTo>
                  <a:pt x="9294146" y="989339"/>
                </a:lnTo>
                <a:lnTo>
                  <a:pt x="9298455" y="1036808"/>
                </a:lnTo>
                <a:lnTo>
                  <a:pt x="9302764" y="1089232"/>
                </a:lnTo>
                <a:lnTo>
                  <a:pt x="9307073" y="1145029"/>
                </a:lnTo>
                <a:lnTo>
                  <a:pt x="9311381" y="1202518"/>
                </a:lnTo>
                <a:lnTo>
                  <a:pt x="9315690" y="1259964"/>
                </a:lnTo>
                <a:lnTo>
                  <a:pt x="9319999" y="1315636"/>
                </a:lnTo>
                <a:lnTo>
                  <a:pt x="9324308" y="1367856"/>
                </a:lnTo>
                <a:lnTo>
                  <a:pt x="9328617" y="1415052"/>
                </a:lnTo>
                <a:lnTo>
                  <a:pt x="9332926" y="1455802"/>
                </a:lnTo>
                <a:lnTo>
                  <a:pt x="9337234" y="1488880"/>
                </a:lnTo>
                <a:lnTo>
                  <a:pt x="9341543" y="1513291"/>
                </a:lnTo>
                <a:lnTo>
                  <a:pt x="9345852" y="1528301"/>
                </a:lnTo>
                <a:lnTo>
                  <a:pt x="9350161" y="1533463"/>
                </a:lnTo>
                <a:lnTo>
                  <a:pt x="9354470" y="1528623"/>
                </a:lnTo>
                <a:lnTo>
                  <a:pt x="9358779" y="1513931"/>
                </a:lnTo>
                <a:lnTo>
                  <a:pt x="9363087" y="1489834"/>
                </a:lnTo>
                <a:lnTo>
                  <a:pt x="9367396" y="1457062"/>
                </a:lnTo>
                <a:lnTo>
                  <a:pt x="9371705" y="1416607"/>
                </a:lnTo>
                <a:lnTo>
                  <a:pt x="9376014" y="1369691"/>
                </a:lnTo>
                <a:lnTo>
                  <a:pt x="9380323" y="1317733"/>
                </a:lnTo>
                <a:lnTo>
                  <a:pt x="9384632" y="1262302"/>
                </a:lnTo>
                <a:lnTo>
                  <a:pt x="9388940" y="1205072"/>
                </a:lnTo>
                <a:lnTo>
                  <a:pt x="9393249" y="1147771"/>
                </a:lnTo>
                <a:lnTo>
                  <a:pt x="9397558" y="1092129"/>
                </a:lnTo>
                <a:lnTo>
                  <a:pt x="9401867" y="1039824"/>
                </a:lnTo>
                <a:lnTo>
                  <a:pt x="9406176" y="992435"/>
                </a:lnTo>
                <a:lnTo>
                  <a:pt x="9410485" y="951391"/>
                </a:lnTo>
                <a:lnTo>
                  <a:pt x="9414793" y="917930"/>
                </a:lnTo>
                <a:lnTo>
                  <a:pt x="9419102" y="893061"/>
                </a:lnTo>
                <a:lnTo>
                  <a:pt x="9423411" y="877533"/>
                </a:lnTo>
                <a:lnTo>
                  <a:pt x="9427720" y="871814"/>
                </a:lnTo>
                <a:lnTo>
                  <a:pt x="9432029" y="876075"/>
                </a:lnTo>
                <a:lnTo>
                  <a:pt x="9436338" y="890187"/>
                </a:lnTo>
                <a:lnTo>
                  <a:pt x="9440646" y="913723"/>
                </a:lnTo>
                <a:lnTo>
                  <a:pt x="9444955" y="945973"/>
                </a:lnTo>
                <a:lnTo>
                  <a:pt x="9449264" y="985962"/>
                </a:lnTo>
                <a:lnTo>
                  <a:pt x="9453573" y="1032485"/>
                </a:lnTo>
                <a:lnTo>
                  <a:pt x="9457882" y="1084137"/>
                </a:lnTo>
                <a:lnTo>
                  <a:pt x="9462191" y="1139360"/>
                </a:lnTo>
                <a:lnTo>
                  <a:pt x="9466499" y="1196488"/>
                </a:lnTo>
                <a:lnTo>
                  <a:pt x="9470808" y="1253800"/>
                </a:lnTo>
                <a:lnTo>
                  <a:pt x="9475117" y="1309567"/>
                </a:lnTo>
                <a:lnTo>
                  <a:pt x="9479426" y="1362107"/>
                </a:lnTo>
                <a:lnTo>
                  <a:pt x="9483735" y="1409839"/>
                </a:lnTo>
                <a:lnTo>
                  <a:pt x="9488043" y="1451322"/>
                </a:lnTo>
                <a:lnTo>
                  <a:pt x="9492352" y="1485308"/>
                </a:lnTo>
                <a:lnTo>
                  <a:pt x="9496661" y="1510774"/>
                </a:lnTo>
                <a:lnTo>
                  <a:pt x="9500970" y="1526954"/>
                </a:lnTo>
                <a:lnTo>
                  <a:pt x="9505279" y="1533362"/>
                </a:lnTo>
                <a:lnTo>
                  <a:pt x="9509588" y="1529806"/>
                </a:lnTo>
                <a:lnTo>
                  <a:pt x="9513896" y="1516398"/>
                </a:lnTo>
                <a:lnTo>
                  <a:pt x="9518205" y="1493543"/>
                </a:lnTo>
                <a:lnTo>
                  <a:pt x="9522514" y="1461933"/>
                </a:lnTo>
                <a:lnTo>
                  <a:pt x="9526823" y="1422524"/>
                </a:lnTo>
                <a:lnTo>
                  <a:pt x="9531132" y="1376506"/>
                </a:lnTo>
                <a:lnTo>
                  <a:pt x="9535441" y="1325270"/>
                </a:lnTo>
                <a:lnTo>
                  <a:pt x="9539749" y="1270362"/>
                </a:lnTo>
                <a:lnTo>
                  <a:pt x="9544058" y="1213440"/>
                </a:lnTo>
                <a:lnTo>
                  <a:pt x="9548367" y="1156222"/>
                </a:lnTo>
                <a:lnTo>
                  <a:pt x="9552676" y="1100435"/>
                </a:lnTo>
                <a:lnTo>
                  <a:pt x="9556985" y="1047762"/>
                </a:lnTo>
                <a:lnTo>
                  <a:pt x="9561294" y="999792"/>
                </a:lnTo>
                <a:lnTo>
                  <a:pt x="9565602" y="957973"/>
                </a:lnTo>
                <a:lnTo>
                  <a:pt x="9569911" y="923566"/>
                </a:lnTo>
                <a:lnTo>
                  <a:pt x="9574220" y="897609"/>
                </a:lnTo>
                <a:lnTo>
                  <a:pt x="9578529" y="880883"/>
                </a:lnTo>
                <a:lnTo>
                  <a:pt x="9582838" y="873894"/>
                </a:lnTo>
                <a:lnTo>
                  <a:pt x="9587147" y="876851"/>
                </a:lnTo>
                <a:lnTo>
                  <a:pt x="9591455" y="889665"/>
                </a:lnTo>
                <a:lnTo>
                  <a:pt x="9595764" y="911948"/>
                </a:lnTo>
                <a:lnTo>
                  <a:pt x="9600073" y="943028"/>
                </a:lnTo>
                <a:lnTo>
                  <a:pt x="9604382" y="981967"/>
                </a:lnTo>
                <a:lnTo>
                  <a:pt x="9608691" y="1027590"/>
                </a:lnTo>
                <a:lnTo>
                  <a:pt x="9613000" y="1078520"/>
                </a:lnTo>
                <a:lnTo>
                  <a:pt x="9617308" y="1133221"/>
                </a:lnTo>
                <a:lnTo>
                  <a:pt x="9621617" y="1190043"/>
                </a:lnTo>
                <a:lnTo>
                  <a:pt x="9625926" y="1247272"/>
                </a:lnTo>
                <a:lnTo>
                  <a:pt x="9630235" y="1303182"/>
                </a:lnTo>
                <a:lnTo>
                  <a:pt x="9634544" y="1356087"/>
                </a:lnTo>
                <a:lnTo>
                  <a:pt x="9638853" y="1404392"/>
                </a:lnTo>
                <a:lnTo>
                  <a:pt x="9643161" y="1446641"/>
                </a:lnTo>
                <a:lnTo>
                  <a:pt x="9647470" y="1481559"/>
                </a:lnTo>
                <a:lnTo>
                  <a:pt x="9651779" y="1508095"/>
                </a:lnTo>
                <a:lnTo>
                  <a:pt x="9656088" y="1525449"/>
                </a:lnTo>
                <a:lnTo>
                  <a:pt x="9660397" y="1533099"/>
                </a:lnTo>
                <a:lnTo>
                  <a:pt x="9664706" y="1530816"/>
                </a:lnTo>
                <a:lnTo>
                  <a:pt x="9669014" y="1518669"/>
                </a:lnTo>
                <a:lnTo>
                  <a:pt x="9673323" y="1497026"/>
                </a:lnTo>
                <a:lnTo>
                  <a:pt x="9677632" y="1466541"/>
                </a:lnTo>
                <a:lnTo>
                  <a:pt x="9681941" y="1428134"/>
                </a:lnTo>
                <a:lnTo>
                  <a:pt x="9686250" y="1382966"/>
                </a:lnTo>
                <a:lnTo>
                  <a:pt x="9690559" y="1332400"/>
                </a:lnTo>
                <a:lnTo>
                  <a:pt x="9694867" y="1277962"/>
                </a:lnTo>
                <a:lnTo>
                  <a:pt x="9699176" y="1221294"/>
                </a:lnTo>
                <a:lnTo>
                  <a:pt x="9703485" y="1164108"/>
                </a:lnTo>
                <a:lnTo>
                  <a:pt x="9707794" y="1108128"/>
                </a:lnTo>
                <a:lnTo>
                  <a:pt x="9712103" y="1055043"/>
                </a:lnTo>
                <a:lnTo>
                  <a:pt x="9716411" y="1006456"/>
                </a:lnTo>
                <a:lnTo>
                  <a:pt x="9720720" y="963832"/>
                </a:lnTo>
                <a:lnTo>
                  <a:pt x="9725029" y="928457"/>
                </a:lnTo>
                <a:lnTo>
                  <a:pt x="9729338" y="901398"/>
                </a:lnTo>
                <a:lnTo>
                  <a:pt x="9733647" y="883471"/>
                </a:lnTo>
                <a:lnTo>
                  <a:pt x="9737956" y="875217"/>
                </a:lnTo>
                <a:lnTo>
                  <a:pt x="9742264" y="876885"/>
                </a:lnTo>
                <a:lnTo>
                  <a:pt x="9746573" y="888425"/>
                </a:lnTo>
                <a:lnTo>
                  <a:pt x="9750882" y="909488"/>
                </a:lnTo>
                <a:lnTo>
                  <a:pt x="9755191" y="939438"/>
                </a:lnTo>
                <a:lnTo>
                  <a:pt x="9759500" y="977371"/>
                </a:lnTo>
                <a:lnTo>
                  <a:pt x="9763809" y="1022144"/>
                </a:lnTo>
                <a:lnTo>
                  <a:pt x="9768117" y="1072405"/>
                </a:lnTo>
                <a:lnTo>
                  <a:pt x="9772426" y="1126639"/>
                </a:lnTo>
                <a:lnTo>
                  <a:pt x="9776735" y="1183208"/>
                </a:lnTo>
                <a:lnTo>
                  <a:pt x="9781044" y="1240406"/>
                </a:lnTo>
                <a:lnTo>
                  <a:pt x="9785353" y="1296508"/>
                </a:lnTo>
                <a:lnTo>
                  <a:pt x="9789662" y="1349820"/>
                </a:lnTo>
                <a:lnTo>
                  <a:pt x="9793970" y="1398736"/>
                </a:lnTo>
                <a:lnTo>
                  <a:pt x="9798279" y="1441778"/>
                </a:lnTo>
                <a:lnTo>
                  <a:pt x="9802588" y="1477649"/>
                </a:lnTo>
                <a:lnTo>
                  <a:pt x="9806897" y="1505266"/>
                </a:lnTo>
                <a:lnTo>
                  <a:pt x="9811206" y="1523797"/>
                </a:lnTo>
                <a:lnTo>
                  <a:pt x="9815515" y="1532681"/>
                </a:lnTo>
                <a:lnTo>
                  <a:pt x="9819823" y="1531652"/>
                </a:lnTo>
                <a:lnTo>
                  <a:pt x="9824132" y="1520740"/>
                </a:lnTo>
                <a:lnTo>
                  <a:pt x="9828441" y="1500275"/>
                </a:lnTo>
                <a:lnTo>
                  <a:pt x="9832750" y="1470874"/>
                </a:lnTo>
                <a:lnTo>
                  <a:pt x="9837059" y="1433423"/>
                </a:lnTo>
                <a:lnTo>
                  <a:pt x="9841368" y="1389054"/>
                </a:lnTo>
                <a:lnTo>
                  <a:pt x="9845676" y="1339104"/>
                </a:lnTo>
                <a:lnTo>
                  <a:pt x="9849985" y="1285080"/>
                </a:lnTo>
                <a:lnTo>
                  <a:pt x="9854294" y="1228613"/>
                </a:lnTo>
                <a:lnTo>
                  <a:pt x="9858603" y="1171406"/>
                </a:lnTo>
                <a:lnTo>
                  <a:pt x="9862912" y="1115186"/>
                </a:lnTo>
                <a:lnTo>
                  <a:pt x="9867221" y="1061647"/>
                </a:lnTo>
                <a:lnTo>
                  <a:pt x="9871529" y="1012407"/>
                </a:lnTo>
                <a:lnTo>
                  <a:pt x="9875838" y="968950"/>
                </a:lnTo>
                <a:lnTo>
                  <a:pt x="9880147" y="932588"/>
                </a:lnTo>
                <a:lnTo>
                  <a:pt x="9884456" y="904418"/>
                </a:lnTo>
                <a:lnTo>
                  <a:pt x="9888765" y="885291"/>
                </a:lnTo>
                <a:lnTo>
                  <a:pt x="9893074" y="875783"/>
                </a:lnTo>
                <a:lnTo>
                  <a:pt x="9897382" y="876182"/>
                </a:lnTo>
                <a:lnTo>
                  <a:pt x="9901691" y="886475"/>
                </a:lnTo>
                <a:lnTo>
                  <a:pt x="9906000" y="906354"/>
                </a:lnTo>
              </a:path>
            </a:pathLst>
          </a:custGeom>
          <a:noFill/>
          <a:ln w="13335">
            <a:solidFill>
              <a:srgbClr val="6F9AB9"/>
            </a:solidFill>
            <a:prstDash val="solid"/>
          </a:ln>
        </p:spPr>
      </p:sp>
      <p:sp>
        <p:nvSpPr>
          <p:cNvPr id="164" name="path-161">
            <a:extLst>
              <a:ext uri="{FF2B5EF4-FFF2-40B4-BE49-F238E27FC236}">
                <a16:creationId xmlns:a16="http://schemas.microsoft.com/office/drawing/2014/main" id="{D67A0971-1EBE-4C8A-8284-F1FC7FC2EB26}"/>
              </a:ext>
            </a:extLst>
          </p:cNvPr>
          <p:cNvSpPr>
            <a:spLocks noGrp="1"/>
          </p:cNvSpPr>
          <p:nvPr/>
        </p:nvSpPr>
        <p:spPr>
          <a:xfrm>
            <a:off x="2076450" y="7472605"/>
            <a:ext cx="9906000" cy="446719"/>
          </a:xfrm>
          <a:custGeom>
            <a:avLst/>
            <a:gdLst/>
            <a:ahLst/>
            <a:cxnLst/>
            <a:rect l="0" t="0" r="0" b="0"/>
            <a:pathLst>
              <a:path w="9906000" h="446719">
                <a:moveTo>
                  <a:pt x="0" y="0"/>
                </a:moveTo>
                <a:lnTo>
                  <a:pt x="30109" y="2045"/>
                </a:lnTo>
                <a:lnTo>
                  <a:pt x="60219" y="4082"/>
                </a:lnTo>
                <a:lnTo>
                  <a:pt x="90328" y="6111"/>
                </a:lnTo>
                <a:lnTo>
                  <a:pt x="120438" y="8131"/>
                </a:lnTo>
                <a:lnTo>
                  <a:pt x="150547" y="10142"/>
                </a:lnTo>
                <a:lnTo>
                  <a:pt x="180657" y="12146"/>
                </a:lnTo>
                <a:lnTo>
                  <a:pt x="210766" y="14140"/>
                </a:lnTo>
                <a:lnTo>
                  <a:pt x="240875" y="16127"/>
                </a:lnTo>
                <a:lnTo>
                  <a:pt x="270985" y="18105"/>
                </a:lnTo>
                <a:lnTo>
                  <a:pt x="301094" y="20075"/>
                </a:lnTo>
                <a:lnTo>
                  <a:pt x="331204" y="22037"/>
                </a:lnTo>
                <a:lnTo>
                  <a:pt x="361313" y="23990"/>
                </a:lnTo>
                <a:lnTo>
                  <a:pt x="391422" y="25936"/>
                </a:lnTo>
                <a:lnTo>
                  <a:pt x="421532" y="27873"/>
                </a:lnTo>
                <a:lnTo>
                  <a:pt x="451641" y="29802"/>
                </a:lnTo>
                <a:lnTo>
                  <a:pt x="481751" y="31722"/>
                </a:lnTo>
                <a:lnTo>
                  <a:pt x="511860" y="33635"/>
                </a:lnTo>
                <a:lnTo>
                  <a:pt x="541970" y="35540"/>
                </a:lnTo>
                <a:lnTo>
                  <a:pt x="572079" y="37436"/>
                </a:lnTo>
                <a:lnTo>
                  <a:pt x="602188" y="39325"/>
                </a:lnTo>
                <a:lnTo>
                  <a:pt x="632298" y="41206"/>
                </a:lnTo>
                <a:lnTo>
                  <a:pt x="662407" y="43079"/>
                </a:lnTo>
                <a:lnTo>
                  <a:pt x="692517" y="44944"/>
                </a:lnTo>
                <a:lnTo>
                  <a:pt x="722626" y="46801"/>
                </a:lnTo>
                <a:lnTo>
                  <a:pt x="752736" y="48651"/>
                </a:lnTo>
                <a:lnTo>
                  <a:pt x="782845" y="50493"/>
                </a:lnTo>
                <a:lnTo>
                  <a:pt x="812954" y="52328"/>
                </a:lnTo>
                <a:lnTo>
                  <a:pt x="843064" y="54155"/>
                </a:lnTo>
                <a:lnTo>
                  <a:pt x="873173" y="55974"/>
                </a:lnTo>
                <a:lnTo>
                  <a:pt x="903283" y="57787"/>
                </a:lnTo>
                <a:lnTo>
                  <a:pt x="933392" y="59591"/>
                </a:lnTo>
                <a:lnTo>
                  <a:pt x="963502" y="61389"/>
                </a:lnTo>
                <a:lnTo>
                  <a:pt x="993611" y="63180"/>
                </a:lnTo>
                <a:lnTo>
                  <a:pt x="1023720" y="64963"/>
                </a:lnTo>
                <a:lnTo>
                  <a:pt x="1053830" y="66740"/>
                </a:lnTo>
                <a:lnTo>
                  <a:pt x="1083939" y="68509"/>
                </a:lnTo>
                <a:lnTo>
                  <a:pt x="1114049" y="70272"/>
                </a:lnTo>
                <a:lnTo>
                  <a:pt x="1144158" y="72028"/>
                </a:lnTo>
                <a:lnTo>
                  <a:pt x="1174267" y="73777"/>
                </a:lnTo>
                <a:lnTo>
                  <a:pt x="1204377" y="75520"/>
                </a:lnTo>
                <a:lnTo>
                  <a:pt x="1234486" y="77256"/>
                </a:lnTo>
                <a:lnTo>
                  <a:pt x="1264596" y="78985"/>
                </a:lnTo>
                <a:lnTo>
                  <a:pt x="1294705" y="80709"/>
                </a:lnTo>
                <a:lnTo>
                  <a:pt x="1324815" y="82426"/>
                </a:lnTo>
                <a:lnTo>
                  <a:pt x="1354924" y="84137"/>
                </a:lnTo>
                <a:lnTo>
                  <a:pt x="1385033" y="85842"/>
                </a:lnTo>
                <a:lnTo>
                  <a:pt x="1415143" y="87540"/>
                </a:lnTo>
                <a:lnTo>
                  <a:pt x="1445252" y="89233"/>
                </a:lnTo>
                <a:lnTo>
                  <a:pt x="1475362" y="90921"/>
                </a:lnTo>
                <a:lnTo>
                  <a:pt x="1505471" y="92602"/>
                </a:lnTo>
                <a:lnTo>
                  <a:pt x="1535581" y="94278"/>
                </a:lnTo>
                <a:lnTo>
                  <a:pt x="1565690" y="95949"/>
                </a:lnTo>
                <a:lnTo>
                  <a:pt x="1595799" y="97614"/>
                </a:lnTo>
                <a:lnTo>
                  <a:pt x="1625909" y="99274"/>
                </a:lnTo>
                <a:lnTo>
                  <a:pt x="1656018" y="100929"/>
                </a:lnTo>
                <a:lnTo>
                  <a:pt x="1686128" y="102578"/>
                </a:lnTo>
                <a:lnTo>
                  <a:pt x="1716237" y="104223"/>
                </a:lnTo>
                <a:lnTo>
                  <a:pt x="1746347" y="105863"/>
                </a:lnTo>
                <a:lnTo>
                  <a:pt x="1776456" y="107498"/>
                </a:lnTo>
                <a:lnTo>
                  <a:pt x="1806565" y="109128"/>
                </a:lnTo>
                <a:lnTo>
                  <a:pt x="1836675" y="110754"/>
                </a:lnTo>
                <a:lnTo>
                  <a:pt x="1866784" y="112375"/>
                </a:lnTo>
                <a:lnTo>
                  <a:pt x="1896894" y="113992"/>
                </a:lnTo>
                <a:lnTo>
                  <a:pt x="1927003" y="115605"/>
                </a:lnTo>
                <a:lnTo>
                  <a:pt x="1957112" y="117214"/>
                </a:lnTo>
                <a:lnTo>
                  <a:pt x="1987222" y="118819"/>
                </a:lnTo>
                <a:lnTo>
                  <a:pt x="2017331" y="120419"/>
                </a:lnTo>
                <a:lnTo>
                  <a:pt x="2047441" y="122017"/>
                </a:lnTo>
                <a:lnTo>
                  <a:pt x="2077550" y="123610"/>
                </a:lnTo>
                <a:lnTo>
                  <a:pt x="2107660" y="125200"/>
                </a:lnTo>
                <a:lnTo>
                  <a:pt x="2137769" y="126786"/>
                </a:lnTo>
                <a:lnTo>
                  <a:pt x="2167878" y="128369"/>
                </a:lnTo>
                <a:lnTo>
                  <a:pt x="2197988" y="129949"/>
                </a:lnTo>
                <a:lnTo>
                  <a:pt x="2228097" y="131525"/>
                </a:lnTo>
                <a:lnTo>
                  <a:pt x="2258207" y="133099"/>
                </a:lnTo>
                <a:lnTo>
                  <a:pt x="2288316" y="134670"/>
                </a:lnTo>
                <a:lnTo>
                  <a:pt x="2318426" y="136238"/>
                </a:lnTo>
                <a:lnTo>
                  <a:pt x="2348535" y="137803"/>
                </a:lnTo>
                <a:lnTo>
                  <a:pt x="2378644" y="139366"/>
                </a:lnTo>
                <a:lnTo>
                  <a:pt x="2408754" y="140926"/>
                </a:lnTo>
                <a:lnTo>
                  <a:pt x="2438863" y="142483"/>
                </a:lnTo>
                <a:lnTo>
                  <a:pt x="2468973" y="144039"/>
                </a:lnTo>
                <a:lnTo>
                  <a:pt x="2499082" y="145592"/>
                </a:lnTo>
                <a:lnTo>
                  <a:pt x="2529191" y="147144"/>
                </a:lnTo>
                <a:lnTo>
                  <a:pt x="2559301" y="148693"/>
                </a:lnTo>
                <a:lnTo>
                  <a:pt x="2589410" y="150240"/>
                </a:lnTo>
                <a:lnTo>
                  <a:pt x="2619520" y="151786"/>
                </a:lnTo>
                <a:lnTo>
                  <a:pt x="2649629" y="153330"/>
                </a:lnTo>
                <a:lnTo>
                  <a:pt x="2679739" y="154873"/>
                </a:lnTo>
                <a:lnTo>
                  <a:pt x="2709848" y="156414"/>
                </a:lnTo>
                <a:lnTo>
                  <a:pt x="2739957" y="157954"/>
                </a:lnTo>
                <a:lnTo>
                  <a:pt x="2770067" y="159492"/>
                </a:lnTo>
                <a:lnTo>
                  <a:pt x="2800176" y="161030"/>
                </a:lnTo>
                <a:lnTo>
                  <a:pt x="2830286" y="162566"/>
                </a:lnTo>
                <a:lnTo>
                  <a:pt x="2860395" y="164102"/>
                </a:lnTo>
                <a:lnTo>
                  <a:pt x="2890505" y="165636"/>
                </a:lnTo>
                <a:lnTo>
                  <a:pt x="2920614" y="167170"/>
                </a:lnTo>
                <a:lnTo>
                  <a:pt x="2950723" y="168703"/>
                </a:lnTo>
                <a:lnTo>
                  <a:pt x="2980833" y="170236"/>
                </a:lnTo>
                <a:lnTo>
                  <a:pt x="3010942" y="171768"/>
                </a:lnTo>
                <a:lnTo>
                  <a:pt x="3041052" y="173299"/>
                </a:lnTo>
                <a:lnTo>
                  <a:pt x="3071161" y="174831"/>
                </a:lnTo>
                <a:lnTo>
                  <a:pt x="3101271" y="176362"/>
                </a:lnTo>
                <a:lnTo>
                  <a:pt x="3131380" y="177893"/>
                </a:lnTo>
                <a:lnTo>
                  <a:pt x="3161489" y="179423"/>
                </a:lnTo>
                <a:lnTo>
                  <a:pt x="3191599" y="180954"/>
                </a:lnTo>
                <a:lnTo>
                  <a:pt x="3221708" y="182485"/>
                </a:lnTo>
                <a:lnTo>
                  <a:pt x="3251818" y="184016"/>
                </a:lnTo>
                <a:lnTo>
                  <a:pt x="3281927" y="185548"/>
                </a:lnTo>
                <a:lnTo>
                  <a:pt x="3312036" y="187079"/>
                </a:lnTo>
                <a:lnTo>
                  <a:pt x="3342146" y="188611"/>
                </a:lnTo>
                <a:lnTo>
                  <a:pt x="3372255" y="190144"/>
                </a:lnTo>
                <a:lnTo>
                  <a:pt x="3402365" y="191677"/>
                </a:lnTo>
                <a:lnTo>
                  <a:pt x="3432474" y="193210"/>
                </a:lnTo>
                <a:lnTo>
                  <a:pt x="3462584" y="194744"/>
                </a:lnTo>
                <a:lnTo>
                  <a:pt x="3492693" y="196279"/>
                </a:lnTo>
                <a:lnTo>
                  <a:pt x="3522802" y="197815"/>
                </a:lnTo>
                <a:lnTo>
                  <a:pt x="3552912" y="199351"/>
                </a:lnTo>
                <a:lnTo>
                  <a:pt x="3583021" y="200888"/>
                </a:lnTo>
                <a:lnTo>
                  <a:pt x="3613131" y="202426"/>
                </a:lnTo>
                <a:lnTo>
                  <a:pt x="3643240" y="203965"/>
                </a:lnTo>
                <a:lnTo>
                  <a:pt x="3673350" y="205506"/>
                </a:lnTo>
                <a:lnTo>
                  <a:pt x="3703459" y="207047"/>
                </a:lnTo>
                <a:lnTo>
                  <a:pt x="3733568" y="208589"/>
                </a:lnTo>
                <a:lnTo>
                  <a:pt x="3763678" y="210132"/>
                </a:lnTo>
                <a:lnTo>
                  <a:pt x="3793787" y="211677"/>
                </a:lnTo>
                <a:lnTo>
                  <a:pt x="3823897" y="213223"/>
                </a:lnTo>
                <a:lnTo>
                  <a:pt x="3854006" y="214770"/>
                </a:lnTo>
                <a:lnTo>
                  <a:pt x="3884116" y="216318"/>
                </a:lnTo>
                <a:lnTo>
                  <a:pt x="3914225" y="217868"/>
                </a:lnTo>
                <a:lnTo>
                  <a:pt x="3944334" y="219419"/>
                </a:lnTo>
                <a:lnTo>
                  <a:pt x="3974444" y="220971"/>
                </a:lnTo>
                <a:lnTo>
                  <a:pt x="4004553" y="222525"/>
                </a:lnTo>
                <a:lnTo>
                  <a:pt x="4034663" y="224080"/>
                </a:lnTo>
                <a:lnTo>
                  <a:pt x="4064772" y="225636"/>
                </a:lnTo>
                <a:lnTo>
                  <a:pt x="4094881" y="227194"/>
                </a:lnTo>
                <a:lnTo>
                  <a:pt x="4124991" y="228753"/>
                </a:lnTo>
                <a:lnTo>
                  <a:pt x="4155100" y="230314"/>
                </a:lnTo>
                <a:lnTo>
                  <a:pt x="4185210" y="231876"/>
                </a:lnTo>
                <a:lnTo>
                  <a:pt x="4215319" y="233440"/>
                </a:lnTo>
                <a:lnTo>
                  <a:pt x="4245429" y="235005"/>
                </a:lnTo>
                <a:lnTo>
                  <a:pt x="4275538" y="236572"/>
                </a:lnTo>
                <a:lnTo>
                  <a:pt x="4305647" y="238140"/>
                </a:lnTo>
                <a:lnTo>
                  <a:pt x="4335757" y="239709"/>
                </a:lnTo>
                <a:lnTo>
                  <a:pt x="4365866" y="241280"/>
                </a:lnTo>
                <a:lnTo>
                  <a:pt x="4395976" y="242852"/>
                </a:lnTo>
                <a:lnTo>
                  <a:pt x="4426085" y="244425"/>
                </a:lnTo>
                <a:lnTo>
                  <a:pt x="4456195" y="246000"/>
                </a:lnTo>
                <a:lnTo>
                  <a:pt x="4486304" y="247577"/>
                </a:lnTo>
                <a:lnTo>
                  <a:pt x="4516413" y="249154"/>
                </a:lnTo>
                <a:lnTo>
                  <a:pt x="4546523" y="250733"/>
                </a:lnTo>
                <a:lnTo>
                  <a:pt x="4576632" y="252313"/>
                </a:lnTo>
                <a:lnTo>
                  <a:pt x="4606742" y="253895"/>
                </a:lnTo>
                <a:lnTo>
                  <a:pt x="4636851" y="255477"/>
                </a:lnTo>
                <a:lnTo>
                  <a:pt x="4666960" y="257061"/>
                </a:lnTo>
                <a:lnTo>
                  <a:pt x="4697070" y="258646"/>
                </a:lnTo>
                <a:lnTo>
                  <a:pt x="4727179" y="260232"/>
                </a:lnTo>
                <a:lnTo>
                  <a:pt x="4757289" y="261819"/>
                </a:lnTo>
                <a:lnTo>
                  <a:pt x="4787398" y="263407"/>
                </a:lnTo>
                <a:lnTo>
                  <a:pt x="4817508" y="264996"/>
                </a:lnTo>
                <a:lnTo>
                  <a:pt x="4847617" y="266586"/>
                </a:lnTo>
                <a:lnTo>
                  <a:pt x="4877726" y="268176"/>
                </a:lnTo>
                <a:lnTo>
                  <a:pt x="4907836" y="269767"/>
                </a:lnTo>
                <a:lnTo>
                  <a:pt x="4937945" y="271359"/>
                </a:lnTo>
                <a:lnTo>
                  <a:pt x="4968055" y="272952"/>
                </a:lnTo>
                <a:lnTo>
                  <a:pt x="4998164" y="274545"/>
                </a:lnTo>
                <a:lnTo>
                  <a:pt x="5028274" y="276139"/>
                </a:lnTo>
                <a:lnTo>
                  <a:pt x="5058383" y="277733"/>
                </a:lnTo>
                <a:lnTo>
                  <a:pt x="5088492" y="279327"/>
                </a:lnTo>
                <a:lnTo>
                  <a:pt x="5118602" y="280922"/>
                </a:lnTo>
                <a:lnTo>
                  <a:pt x="5148711" y="282517"/>
                </a:lnTo>
                <a:lnTo>
                  <a:pt x="5178821" y="284112"/>
                </a:lnTo>
                <a:lnTo>
                  <a:pt x="5208930" y="285707"/>
                </a:lnTo>
                <a:lnTo>
                  <a:pt x="5239040" y="287302"/>
                </a:lnTo>
                <a:lnTo>
                  <a:pt x="5269149" y="288896"/>
                </a:lnTo>
                <a:lnTo>
                  <a:pt x="5299258" y="290491"/>
                </a:lnTo>
                <a:lnTo>
                  <a:pt x="5329368" y="292085"/>
                </a:lnTo>
                <a:lnTo>
                  <a:pt x="5359477" y="293679"/>
                </a:lnTo>
                <a:lnTo>
                  <a:pt x="5389587" y="295272"/>
                </a:lnTo>
                <a:lnTo>
                  <a:pt x="5419696" y="296864"/>
                </a:lnTo>
                <a:lnTo>
                  <a:pt x="5449805" y="298456"/>
                </a:lnTo>
                <a:lnTo>
                  <a:pt x="5479915" y="300046"/>
                </a:lnTo>
                <a:lnTo>
                  <a:pt x="5510024" y="301636"/>
                </a:lnTo>
                <a:lnTo>
                  <a:pt x="5540134" y="303225"/>
                </a:lnTo>
                <a:lnTo>
                  <a:pt x="5570243" y="304812"/>
                </a:lnTo>
                <a:lnTo>
                  <a:pt x="5600353" y="306399"/>
                </a:lnTo>
                <a:lnTo>
                  <a:pt x="5630462" y="307983"/>
                </a:lnTo>
                <a:lnTo>
                  <a:pt x="5660571" y="309566"/>
                </a:lnTo>
                <a:lnTo>
                  <a:pt x="5690681" y="311148"/>
                </a:lnTo>
                <a:lnTo>
                  <a:pt x="5720790" y="312727"/>
                </a:lnTo>
                <a:lnTo>
                  <a:pt x="5750900" y="314305"/>
                </a:lnTo>
                <a:lnTo>
                  <a:pt x="5781009" y="315881"/>
                </a:lnTo>
                <a:lnTo>
                  <a:pt x="5811119" y="317454"/>
                </a:lnTo>
                <a:lnTo>
                  <a:pt x="5841228" y="319025"/>
                </a:lnTo>
                <a:lnTo>
                  <a:pt x="5871337" y="320594"/>
                </a:lnTo>
                <a:lnTo>
                  <a:pt x="5901447" y="322160"/>
                </a:lnTo>
                <a:lnTo>
                  <a:pt x="5931556" y="323723"/>
                </a:lnTo>
                <a:lnTo>
                  <a:pt x="5961666" y="325284"/>
                </a:lnTo>
                <a:lnTo>
                  <a:pt x="5991775" y="326841"/>
                </a:lnTo>
                <a:lnTo>
                  <a:pt x="6021884" y="328395"/>
                </a:lnTo>
                <a:lnTo>
                  <a:pt x="6051994" y="329946"/>
                </a:lnTo>
                <a:lnTo>
                  <a:pt x="6082103" y="331493"/>
                </a:lnTo>
                <a:lnTo>
                  <a:pt x="6112213" y="333037"/>
                </a:lnTo>
                <a:lnTo>
                  <a:pt x="6142322" y="334577"/>
                </a:lnTo>
                <a:lnTo>
                  <a:pt x="6172432" y="336114"/>
                </a:lnTo>
                <a:lnTo>
                  <a:pt x="6202541" y="337646"/>
                </a:lnTo>
                <a:lnTo>
                  <a:pt x="6232650" y="339174"/>
                </a:lnTo>
                <a:lnTo>
                  <a:pt x="6262760" y="340697"/>
                </a:lnTo>
                <a:lnTo>
                  <a:pt x="6292869" y="342216"/>
                </a:lnTo>
                <a:lnTo>
                  <a:pt x="6322979" y="343730"/>
                </a:lnTo>
                <a:lnTo>
                  <a:pt x="6353088" y="345240"/>
                </a:lnTo>
                <a:lnTo>
                  <a:pt x="6383198" y="346745"/>
                </a:lnTo>
                <a:lnTo>
                  <a:pt x="6413307" y="348244"/>
                </a:lnTo>
                <a:lnTo>
                  <a:pt x="6443416" y="349738"/>
                </a:lnTo>
                <a:lnTo>
                  <a:pt x="6473526" y="351226"/>
                </a:lnTo>
                <a:lnTo>
                  <a:pt x="6503635" y="352709"/>
                </a:lnTo>
                <a:lnTo>
                  <a:pt x="6533745" y="354187"/>
                </a:lnTo>
                <a:lnTo>
                  <a:pt x="6563854" y="355658"/>
                </a:lnTo>
                <a:lnTo>
                  <a:pt x="6593964" y="357123"/>
                </a:lnTo>
                <a:lnTo>
                  <a:pt x="6624073" y="358581"/>
                </a:lnTo>
                <a:lnTo>
                  <a:pt x="6654182" y="360034"/>
                </a:lnTo>
                <a:lnTo>
                  <a:pt x="6684292" y="361479"/>
                </a:lnTo>
                <a:lnTo>
                  <a:pt x="6714401" y="362918"/>
                </a:lnTo>
                <a:lnTo>
                  <a:pt x="6744511" y="364350"/>
                </a:lnTo>
                <a:lnTo>
                  <a:pt x="6774620" y="365775"/>
                </a:lnTo>
                <a:lnTo>
                  <a:pt x="6804729" y="367192"/>
                </a:lnTo>
                <a:lnTo>
                  <a:pt x="6834839" y="368602"/>
                </a:lnTo>
                <a:lnTo>
                  <a:pt x="6864948" y="370005"/>
                </a:lnTo>
                <a:lnTo>
                  <a:pt x="6895058" y="371399"/>
                </a:lnTo>
                <a:lnTo>
                  <a:pt x="6925167" y="372786"/>
                </a:lnTo>
                <a:lnTo>
                  <a:pt x="6955277" y="374164"/>
                </a:lnTo>
                <a:lnTo>
                  <a:pt x="6985386" y="375534"/>
                </a:lnTo>
                <a:lnTo>
                  <a:pt x="7015495" y="376896"/>
                </a:lnTo>
                <a:lnTo>
                  <a:pt x="7045605" y="378249"/>
                </a:lnTo>
                <a:lnTo>
                  <a:pt x="7075714" y="379593"/>
                </a:lnTo>
                <a:lnTo>
                  <a:pt x="7105824" y="380928"/>
                </a:lnTo>
                <a:lnTo>
                  <a:pt x="7135933" y="382254"/>
                </a:lnTo>
                <a:lnTo>
                  <a:pt x="7166043" y="383570"/>
                </a:lnTo>
                <a:lnTo>
                  <a:pt x="7196152" y="384878"/>
                </a:lnTo>
                <a:lnTo>
                  <a:pt x="7226261" y="386175"/>
                </a:lnTo>
                <a:lnTo>
                  <a:pt x="7256371" y="387463"/>
                </a:lnTo>
                <a:lnTo>
                  <a:pt x="7286480" y="388740"/>
                </a:lnTo>
                <a:lnTo>
                  <a:pt x="7316590" y="390008"/>
                </a:lnTo>
                <a:lnTo>
                  <a:pt x="7346699" y="391265"/>
                </a:lnTo>
                <a:lnTo>
                  <a:pt x="7376809" y="392512"/>
                </a:lnTo>
                <a:lnTo>
                  <a:pt x="7406918" y="393748"/>
                </a:lnTo>
                <a:lnTo>
                  <a:pt x="7437027" y="394973"/>
                </a:lnTo>
                <a:lnTo>
                  <a:pt x="7467137" y="396187"/>
                </a:lnTo>
                <a:lnTo>
                  <a:pt x="7497246" y="397390"/>
                </a:lnTo>
                <a:lnTo>
                  <a:pt x="7527356" y="398582"/>
                </a:lnTo>
                <a:lnTo>
                  <a:pt x="7557465" y="399763"/>
                </a:lnTo>
                <a:lnTo>
                  <a:pt x="7587574" y="400931"/>
                </a:lnTo>
                <a:lnTo>
                  <a:pt x="7617684" y="402088"/>
                </a:lnTo>
                <a:lnTo>
                  <a:pt x="7647793" y="403233"/>
                </a:lnTo>
                <a:lnTo>
                  <a:pt x="7677903" y="404367"/>
                </a:lnTo>
                <a:lnTo>
                  <a:pt x="7708012" y="405487"/>
                </a:lnTo>
                <a:lnTo>
                  <a:pt x="7738122" y="406596"/>
                </a:lnTo>
                <a:lnTo>
                  <a:pt x="7768231" y="407692"/>
                </a:lnTo>
                <a:lnTo>
                  <a:pt x="7798340" y="408775"/>
                </a:lnTo>
                <a:lnTo>
                  <a:pt x="7828450" y="409845"/>
                </a:lnTo>
                <a:lnTo>
                  <a:pt x="7858559" y="410903"/>
                </a:lnTo>
                <a:lnTo>
                  <a:pt x="7888669" y="411947"/>
                </a:lnTo>
                <a:lnTo>
                  <a:pt x="7918778" y="412978"/>
                </a:lnTo>
                <a:lnTo>
                  <a:pt x="7948888" y="413996"/>
                </a:lnTo>
                <a:lnTo>
                  <a:pt x="7978997" y="415001"/>
                </a:lnTo>
                <a:lnTo>
                  <a:pt x="8009106" y="415991"/>
                </a:lnTo>
                <a:lnTo>
                  <a:pt x="8039216" y="416968"/>
                </a:lnTo>
                <a:lnTo>
                  <a:pt x="8069325" y="417931"/>
                </a:lnTo>
                <a:lnTo>
                  <a:pt x="8099435" y="418880"/>
                </a:lnTo>
                <a:lnTo>
                  <a:pt x="8129544" y="419814"/>
                </a:lnTo>
                <a:lnTo>
                  <a:pt x="8159653" y="420735"/>
                </a:lnTo>
                <a:lnTo>
                  <a:pt x="8189763" y="421641"/>
                </a:lnTo>
                <a:lnTo>
                  <a:pt x="8219872" y="422532"/>
                </a:lnTo>
                <a:lnTo>
                  <a:pt x="8249982" y="423409"/>
                </a:lnTo>
                <a:lnTo>
                  <a:pt x="8280091" y="424271"/>
                </a:lnTo>
                <a:lnTo>
                  <a:pt x="8310201" y="425118"/>
                </a:lnTo>
                <a:lnTo>
                  <a:pt x="8340310" y="425950"/>
                </a:lnTo>
                <a:lnTo>
                  <a:pt x="8370419" y="426767"/>
                </a:lnTo>
                <a:lnTo>
                  <a:pt x="8400529" y="427569"/>
                </a:lnTo>
                <a:lnTo>
                  <a:pt x="8430638" y="428355"/>
                </a:lnTo>
                <a:lnTo>
                  <a:pt x="8460748" y="429126"/>
                </a:lnTo>
                <a:lnTo>
                  <a:pt x="8490857" y="429882"/>
                </a:lnTo>
                <a:lnTo>
                  <a:pt x="8520967" y="430622"/>
                </a:lnTo>
                <a:lnTo>
                  <a:pt x="8551076" y="431346"/>
                </a:lnTo>
                <a:lnTo>
                  <a:pt x="8581185" y="432054"/>
                </a:lnTo>
                <a:lnTo>
                  <a:pt x="8611295" y="432746"/>
                </a:lnTo>
                <a:lnTo>
                  <a:pt x="8641404" y="433423"/>
                </a:lnTo>
                <a:lnTo>
                  <a:pt x="8671514" y="434083"/>
                </a:lnTo>
                <a:lnTo>
                  <a:pt x="8701623" y="434727"/>
                </a:lnTo>
                <a:lnTo>
                  <a:pt x="8731733" y="435355"/>
                </a:lnTo>
                <a:lnTo>
                  <a:pt x="8761842" y="435967"/>
                </a:lnTo>
                <a:lnTo>
                  <a:pt x="8791951" y="436562"/>
                </a:lnTo>
                <a:lnTo>
                  <a:pt x="8822061" y="437141"/>
                </a:lnTo>
                <a:lnTo>
                  <a:pt x="8852170" y="437703"/>
                </a:lnTo>
                <a:lnTo>
                  <a:pt x="8882280" y="438249"/>
                </a:lnTo>
                <a:lnTo>
                  <a:pt x="8912389" y="438778"/>
                </a:lnTo>
                <a:lnTo>
                  <a:pt x="8942498" y="439290"/>
                </a:lnTo>
                <a:lnTo>
                  <a:pt x="8972608" y="439786"/>
                </a:lnTo>
                <a:lnTo>
                  <a:pt x="9002717" y="440264"/>
                </a:lnTo>
                <a:lnTo>
                  <a:pt x="9032827" y="440726"/>
                </a:lnTo>
                <a:lnTo>
                  <a:pt x="9062936" y="441171"/>
                </a:lnTo>
                <a:lnTo>
                  <a:pt x="9093046" y="441599"/>
                </a:lnTo>
                <a:lnTo>
                  <a:pt x="9123155" y="442010"/>
                </a:lnTo>
                <a:lnTo>
                  <a:pt x="9153264" y="442404"/>
                </a:lnTo>
                <a:lnTo>
                  <a:pt x="9183374" y="442781"/>
                </a:lnTo>
                <a:lnTo>
                  <a:pt x="9213483" y="443140"/>
                </a:lnTo>
                <a:lnTo>
                  <a:pt x="9243593" y="443483"/>
                </a:lnTo>
                <a:lnTo>
                  <a:pt x="9273702" y="443808"/>
                </a:lnTo>
                <a:lnTo>
                  <a:pt x="9303812" y="444116"/>
                </a:lnTo>
                <a:lnTo>
                  <a:pt x="9333921" y="444407"/>
                </a:lnTo>
                <a:lnTo>
                  <a:pt x="9364030" y="444681"/>
                </a:lnTo>
                <a:lnTo>
                  <a:pt x="9394140" y="444938"/>
                </a:lnTo>
                <a:lnTo>
                  <a:pt x="9424249" y="445177"/>
                </a:lnTo>
                <a:lnTo>
                  <a:pt x="9454359" y="445399"/>
                </a:lnTo>
                <a:lnTo>
                  <a:pt x="9484468" y="445604"/>
                </a:lnTo>
                <a:lnTo>
                  <a:pt x="9514578" y="445791"/>
                </a:lnTo>
                <a:lnTo>
                  <a:pt x="9544687" y="445962"/>
                </a:lnTo>
                <a:lnTo>
                  <a:pt x="9574796" y="446115"/>
                </a:lnTo>
                <a:lnTo>
                  <a:pt x="9604906" y="446250"/>
                </a:lnTo>
                <a:lnTo>
                  <a:pt x="9635015" y="446369"/>
                </a:lnTo>
                <a:lnTo>
                  <a:pt x="9665125" y="446470"/>
                </a:lnTo>
                <a:lnTo>
                  <a:pt x="9695234" y="446554"/>
                </a:lnTo>
                <a:lnTo>
                  <a:pt x="9725343" y="446621"/>
                </a:lnTo>
                <a:lnTo>
                  <a:pt x="9755453" y="446671"/>
                </a:lnTo>
                <a:lnTo>
                  <a:pt x="9785562" y="446703"/>
                </a:lnTo>
                <a:lnTo>
                  <a:pt x="9815672" y="446719"/>
                </a:lnTo>
                <a:lnTo>
                  <a:pt x="9845781" y="446717"/>
                </a:lnTo>
                <a:lnTo>
                  <a:pt x="9875891" y="446698"/>
                </a:lnTo>
                <a:lnTo>
                  <a:pt x="9906000" y="446662"/>
                </a:lnTo>
              </a:path>
            </a:pathLst>
          </a:custGeom>
          <a:noFill/>
          <a:ln w="26670">
            <a:solidFill>
              <a:srgbClr val="246A96"/>
            </a:solidFill>
            <a:prstDash val="solid"/>
          </a:ln>
        </p:spPr>
      </p:sp>
      <p:sp>
        <p:nvSpPr>
          <p:cNvPr id="165" name="path-162">
            <a:extLst>
              <a:ext uri="{FF2B5EF4-FFF2-40B4-BE49-F238E27FC236}">
                <a16:creationId xmlns:a16="http://schemas.microsoft.com/office/drawing/2014/main" id="{15A56FA2-26FD-4F9D-8A6A-F7C18B4CBCF2}"/>
              </a:ext>
            </a:extLst>
          </p:cNvPr>
          <p:cNvSpPr>
            <a:spLocks noGrp="1"/>
          </p:cNvSpPr>
          <p:nvPr/>
        </p:nvSpPr>
        <p:spPr>
          <a:xfrm>
            <a:off x="2076450" y="6305550"/>
            <a:ext cx="953" cy="2143125"/>
          </a:xfrm>
          <a:custGeom>
            <a:avLst/>
            <a:gdLst/>
            <a:ahLst/>
            <a:cxnLst/>
            <a:rect l="0" t="0" r="0" b="0"/>
            <a:pathLst>
              <a:path w="953" h="2143125">
                <a:moveTo>
                  <a:pt x="0" y="0"/>
                </a:moveTo>
                <a:lnTo>
                  <a:pt x="0" y="2143125"/>
                </a:lnTo>
              </a:path>
            </a:pathLst>
          </a:custGeom>
          <a:noFill/>
          <a:ln w="13335">
            <a:solidFill>
              <a:srgbClr val="CCD9E2"/>
            </a:solidFill>
            <a:prstDash val="solid"/>
          </a:ln>
        </p:spPr>
      </p:sp>
      <p:sp>
        <p:nvSpPr>
          <p:cNvPr id="166" name="path-163">
            <a:extLst>
              <a:ext uri="{FF2B5EF4-FFF2-40B4-BE49-F238E27FC236}">
                <a16:creationId xmlns:a16="http://schemas.microsoft.com/office/drawing/2014/main" id="{E4051F3D-8ABD-49ED-ADDA-B764A9EC0F09}"/>
              </a:ext>
            </a:extLst>
          </p:cNvPr>
          <p:cNvSpPr>
            <a:spLocks noGrp="1"/>
          </p:cNvSpPr>
          <p:nvPr/>
        </p:nvSpPr>
        <p:spPr>
          <a:xfrm>
            <a:off x="4552950" y="6305550"/>
            <a:ext cx="953" cy="2143125"/>
          </a:xfrm>
          <a:custGeom>
            <a:avLst/>
            <a:gdLst/>
            <a:ahLst/>
            <a:cxnLst/>
            <a:rect l="0" t="0" r="0" b="0"/>
            <a:pathLst>
              <a:path w="953" h="2143125">
                <a:moveTo>
                  <a:pt x="0" y="0"/>
                </a:moveTo>
                <a:lnTo>
                  <a:pt x="0" y="2143125"/>
                </a:lnTo>
              </a:path>
            </a:pathLst>
          </a:custGeom>
          <a:noFill/>
          <a:ln w="13335">
            <a:solidFill>
              <a:srgbClr val="2C7A86"/>
            </a:solidFill>
            <a:prstDash val="dash"/>
          </a:ln>
        </p:spPr>
      </p:sp>
      <p:sp>
        <p:nvSpPr>
          <p:cNvPr id="167" name="path-164">
            <a:extLst>
              <a:ext uri="{FF2B5EF4-FFF2-40B4-BE49-F238E27FC236}">
                <a16:creationId xmlns:a16="http://schemas.microsoft.com/office/drawing/2014/main" id="{7A184A0F-AFF9-4FAE-90E0-AFD479FA69AB}"/>
              </a:ext>
            </a:extLst>
          </p:cNvPr>
          <p:cNvSpPr>
            <a:spLocks noGrp="1"/>
          </p:cNvSpPr>
          <p:nvPr/>
        </p:nvSpPr>
        <p:spPr>
          <a:xfrm>
            <a:off x="7029450" y="6305550"/>
            <a:ext cx="953" cy="2143125"/>
          </a:xfrm>
          <a:custGeom>
            <a:avLst/>
            <a:gdLst/>
            <a:ahLst/>
            <a:cxnLst/>
            <a:rect l="0" t="0" r="0" b="0"/>
            <a:pathLst>
              <a:path w="953" h="2143125">
                <a:moveTo>
                  <a:pt x="0" y="0"/>
                </a:moveTo>
                <a:lnTo>
                  <a:pt x="0" y="2143125"/>
                </a:lnTo>
              </a:path>
            </a:pathLst>
          </a:custGeom>
          <a:noFill/>
          <a:ln w="13335">
            <a:solidFill>
              <a:srgbClr val="2C7A86"/>
            </a:solidFill>
            <a:prstDash val="dash"/>
          </a:ln>
        </p:spPr>
      </p:sp>
      <p:sp>
        <p:nvSpPr>
          <p:cNvPr id="168" name="path-165">
            <a:extLst>
              <a:ext uri="{FF2B5EF4-FFF2-40B4-BE49-F238E27FC236}">
                <a16:creationId xmlns:a16="http://schemas.microsoft.com/office/drawing/2014/main" id="{39879C6B-E9B0-4E1B-9600-D21F39C24CE7}"/>
              </a:ext>
            </a:extLst>
          </p:cNvPr>
          <p:cNvSpPr>
            <a:spLocks noGrp="1"/>
          </p:cNvSpPr>
          <p:nvPr/>
        </p:nvSpPr>
        <p:spPr>
          <a:xfrm>
            <a:off x="9505950" y="6305550"/>
            <a:ext cx="953" cy="2143125"/>
          </a:xfrm>
          <a:custGeom>
            <a:avLst/>
            <a:gdLst/>
            <a:ahLst/>
            <a:cxnLst/>
            <a:rect l="0" t="0" r="0" b="0"/>
            <a:pathLst>
              <a:path w="953" h="2143125">
                <a:moveTo>
                  <a:pt x="0" y="0"/>
                </a:moveTo>
                <a:lnTo>
                  <a:pt x="0" y="2143125"/>
                </a:lnTo>
              </a:path>
            </a:pathLst>
          </a:custGeom>
          <a:noFill/>
          <a:ln w="13335">
            <a:solidFill>
              <a:srgbClr val="CCD9E2"/>
            </a:solidFill>
            <a:prstDash val="dash"/>
          </a:ln>
        </p:spPr>
      </p:sp>
      <p:sp>
        <p:nvSpPr>
          <p:cNvPr id="169" name="path-166">
            <a:extLst>
              <a:ext uri="{FF2B5EF4-FFF2-40B4-BE49-F238E27FC236}">
                <a16:creationId xmlns:a16="http://schemas.microsoft.com/office/drawing/2014/main" id="{44605C84-9A67-4B90-A1B2-4982DB8A792A}"/>
              </a:ext>
            </a:extLst>
          </p:cNvPr>
          <p:cNvSpPr>
            <a:spLocks noGrp="1"/>
          </p:cNvSpPr>
          <p:nvPr/>
        </p:nvSpPr>
        <p:spPr>
          <a:xfrm>
            <a:off x="11982450" y="6305550"/>
            <a:ext cx="953" cy="2143125"/>
          </a:xfrm>
          <a:custGeom>
            <a:avLst/>
            <a:gdLst/>
            <a:ahLst/>
            <a:cxnLst/>
            <a:rect l="0" t="0" r="0" b="0"/>
            <a:pathLst>
              <a:path w="953" h="2143125">
                <a:moveTo>
                  <a:pt x="0" y="0"/>
                </a:moveTo>
                <a:lnTo>
                  <a:pt x="0" y="2143125"/>
                </a:lnTo>
              </a:path>
            </a:pathLst>
          </a:custGeom>
          <a:noFill/>
          <a:ln w="13335">
            <a:solidFill>
              <a:srgbClr val="CCD9E2"/>
            </a:solidFill>
            <a:prstDash val="solid"/>
          </a:ln>
        </p:spPr>
      </p:sp>
      <p:sp>
        <p:nvSpPr>
          <p:cNvPr id="170" name="path-167">
            <a:extLst>
              <a:ext uri="{FF2B5EF4-FFF2-40B4-BE49-F238E27FC236}">
                <a16:creationId xmlns:a16="http://schemas.microsoft.com/office/drawing/2014/main" id="{9523C3A1-5A99-41A5-BB62-47F17F8EF473}"/>
              </a:ext>
            </a:extLst>
          </p:cNvPr>
          <p:cNvSpPr>
            <a:spLocks noGrp="1"/>
          </p:cNvSpPr>
          <p:nvPr/>
        </p:nvSpPr>
        <p:spPr>
          <a:xfrm>
            <a:off x="1666875" y="8248650"/>
            <a:ext cx="10744200" cy="953"/>
          </a:xfrm>
          <a:custGeom>
            <a:avLst/>
            <a:gdLst/>
            <a:ahLst/>
            <a:cxnLst/>
            <a:rect l="0" t="0" r="0" b="0"/>
            <a:pathLst>
              <a:path w="10744200" h="953">
                <a:moveTo>
                  <a:pt x="0" y="0"/>
                </a:moveTo>
                <a:lnTo>
                  <a:pt x="10744200" y="0"/>
                </a:lnTo>
              </a:path>
            </a:pathLst>
          </a:custGeom>
          <a:noFill/>
          <a:ln w="14288">
            <a:solidFill>
              <a:srgbClr val="203344"/>
            </a:solidFill>
            <a:prstDash val="solid"/>
          </a:ln>
        </p:spPr>
      </p:sp>
      <p:sp>
        <p:nvSpPr>
          <p:cNvPr id="171" name="path-168">
            <a:extLst>
              <a:ext uri="{FF2B5EF4-FFF2-40B4-BE49-F238E27FC236}">
                <a16:creationId xmlns:a16="http://schemas.microsoft.com/office/drawing/2014/main" id="{C6992C50-3C71-4AC3-83F4-2D86040D3176}"/>
              </a:ext>
            </a:extLst>
          </p:cNvPr>
          <p:cNvSpPr>
            <a:spLocks noGrp="1"/>
          </p:cNvSpPr>
          <p:nvPr/>
        </p:nvSpPr>
        <p:spPr>
          <a:xfrm>
            <a:off x="12249150" y="8248650"/>
            <a:ext cx="245745" cy="953"/>
          </a:xfrm>
          <a:custGeom>
            <a:avLst/>
            <a:gdLst/>
            <a:ahLst/>
            <a:cxnLst/>
            <a:rect l="0" t="0" r="0" b="0"/>
            <a:pathLst>
              <a:path w="245745" h="953">
                <a:moveTo>
                  <a:pt x="0" y="0"/>
                </a:moveTo>
                <a:lnTo>
                  <a:pt x="245745" y="0"/>
                </a:lnTo>
              </a:path>
            </a:pathLst>
          </a:custGeom>
          <a:noFill/>
          <a:ln w="14288">
            <a:solidFill>
              <a:srgbClr val="203344"/>
            </a:solidFill>
            <a:prstDash val="solid"/>
          </a:ln>
        </p:spPr>
      </p:sp>
      <p:sp>
        <p:nvSpPr>
          <p:cNvPr id="172" name="path-169">
            <a:extLst>
              <a:ext uri="{FF2B5EF4-FFF2-40B4-BE49-F238E27FC236}">
                <a16:creationId xmlns:a16="http://schemas.microsoft.com/office/drawing/2014/main" id="{A028EBC0-B6B9-44F3-A44D-9EE0EC9911D1}"/>
              </a:ext>
            </a:extLst>
          </p:cNvPr>
          <p:cNvSpPr>
            <a:spLocks noGrp="1"/>
          </p:cNvSpPr>
          <p:nvPr/>
        </p:nvSpPr>
        <p:spPr>
          <a:xfrm>
            <a:off x="12477750" y="8214360"/>
            <a:ext cx="85725" cy="68580"/>
          </a:xfrm>
          <a:custGeom>
            <a:avLst/>
            <a:gdLst/>
            <a:ahLst/>
            <a:cxnLst/>
            <a:rect l="0" t="0" r="0" b="0"/>
            <a:pathLst>
              <a:path w="85725" h="68580">
                <a:moveTo>
                  <a:pt x="85725" y="34290"/>
                </a:moveTo>
                <a:lnTo>
                  <a:pt x="0" y="68580"/>
                </a:lnTo>
                <a:lnTo>
                  <a:pt x="0" y="0"/>
                </a:lnTo>
                <a:close/>
              </a:path>
            </a:pathLst>
          </a:custGeom>
          <a:solidFill>
            <a:srgbClr val="203344"/>
          </a:solidFill>
          <a:ln w="0">
            <a:noFill/>
            <a:prstDash val="solid"/>
          </a:ln>
        </p:spPr>
      </p:sp>
      <p:sp>
        <p:nvSpPr>
          <p:cNvPr id="173" name="visual-170">
            <a:extLst>
              <a:ext uri="{FF2B5EF4-FFF2-40B4-BE49-F238E27FC236}">
                <a16:creationId xmlns:a16="http://schemas.microsoft.com/office/drawing/2014/main" id="{34337B9A-E685-4063-83F6-E9AF65E25196}"/>
              </a:ext>
            </a:extLst>
          </p:cNvPr>
          <p:cNvSpPr>
            <a:spLocks noGrp="1"/>
          </p:cNvSpPr>
          <p:nvPr/>
        </p:nvSpPr>
        <p:spPr>
          <a:xfrm>
            <a:off x="12534900" y="8058150"/>
            <a:ext cx="28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i="1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i="1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t</a:t>
            </a:r>
          </a:p>
        </p:txBody>
      </p:sp>
      <p:sp>
        <p:nvSpPr>
          <p:cNvPr id="174" name="visual-171">
            <a:extLst>
              <a:ext uri="{FF2B5EF4-FFF2-40B4-BE49-F238E27FC236}">
                <a16:creationId xmlns:a16="http://schemas.microsoft.com/office/drawing/2014/main" id="{5E761236-2040-4E56-AEEF-45EE62A07F98}"/>
              </a:ext>
            </a:extLst>
          </p:cNvPr>
          <p:cNvSpPr>
            <a:spLocks noGrp="1"/>
          </p:cNvSpPr>
          <p:nvPr/>
        </p:nvSpPr>
        <p:spPr>
          <a:xfrm>
            <a:off x="542925" y="6934200"/>
            <a:ext cx="14382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Squared RF</a:t>
            </a:r>
          </a:p>
        </p:txBody>
      </p:sp>
      <p:sp>
        <p:nvSpPr>
          <p:cNvPr id="175" name="visual-172">
            <a:extLst>
              <a:ext uri="{FF2B5EF4-FFF2-40B4-BE49-F238E27FC236}">
                <a16:creationId xmlns:a16="http://schemas.microsoft.com/office/drawing/2014/main" id="{3BE26339-A3DD-4E0D-9715-78FB0B2F5301}"/>
              </a:ext>
            </a:extLst>
          </p:cNvPr>
          <p:cNvSpPr>
            <a:spLocks noGrp="1"/>
          </p:cNvSpPr>
          <p:nvPr/>
        </p:nvSpPr>
        <p:spPr>
          <a:xfrm>
            <a:off x="542925" y="7267575"/>
            <a:ext cx="14763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at element i</a:t>
            </a:r>
          </a:p>
        </p:txBody>
      </p:sp>
      <p:sp>
        <p:nvSpPr>
          <p:cNvPr id="176" name="path-173">
            <a:extLst>
              <a:ext uri="{FF2B5EF4-FFF2-40B4-BE49-F238E27FC236}">
                <a16:creationId xmlns:a16="http://schemas.microsoft.com/office/drawing/2014/main" id="{AF9496FC-1716-4272-9E15-303302C9F0B0}"/>
              </a:ext>
            </a:extLst>
          </p:cNvPr>
          <p:cNvSpPr>
            <a:spLocks noGrp="1"/>
          </p:cNvSpPr>
          <p:nvPr/>
        </p:nvSpPr>
        <p:spPr>
          <a:xfrm>
            <a:off x="552450" y="7924800"/>
            <a:ext cx="238125" cy="953"/>
          </a:xfrm>
          <a:custGeom>
            <a:avLst/>
            <a:gdLst/>
            <a:ahLst/>
            <a:cxnLst/>
            <a:rect l="0" t="0" r="0" b="0"/>
            <a:pathLst>
              <a:path w="238125" h="953">
                <a:moveTo>
                  <a:pt x="0" y="0"/>
                </a:moveTo>
                <a:lnTo>
                  <a:pt x="238125" y="0"/>
                </a:lnTo>
              </a:path>
            </a:pathLst>
          </a:custGeom>
          <a:noFill/>
          <a:ln w="25718">
            <a:solidFill>
              <a:srgbClr val="246A96"/>
            </a:solidFill>
            <a:prstDash val="solid"/>
          </a:ln>
        </p:spPr>
      </p:sp>
      <p:sp>
        <p:nvSpPr>
          <p:cNvPr id="177" name="visual-174">
            <a:extLst>
              <a:ext uri="{FF2B5EF4-FFF2-40B4-BE49-F238E27FC236}">
                <a16:creationId xmlns:a16="http://schemas.microsoft.com/office/drawing/2014/main" id="{7E436A23-FDF5-4C5D-A33B-B6EC45AD1137}"/>
              </a:ext>
            </a:extLst>
          </p:cNvPr>
          <p:cNvSpPr>
            <a:spLocks noGrp="1"/>
          </p:cNvSpPr>
          <p:nvPr/>
        </p:nvSpPr>
        <p:spPr>
          <a:xfrm>
            <a:off x="857250" y="7762875"/>
            <a:ext cx="1152525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>
                <a:solidFill>
                  <a:srgbClr val="246A9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>
                <a:solidFill>
                  <a:srgbClr val="246A96"/>
                </a:solidFill>
                <a:latin typeface="Times New Roman"/>
                <a:ea typeface="Times New Roman"/>
                <a:cs typeface="Times New Roman"/>
              </a:rPr>
              <a:t>Mean power</a:t>
            </a:r>
          </a:p>
        </p:txBody>
      </p:sp>
      <p:sp>
        <p:nvSpPr>
          <p:cNvPr id="178" name="visual-175">
            <a:extLst>
              <a:ext uri="{FF2B5EF4-FFF2-40B4-BE49-F238E27FC236}">
                <a16:creationId xmlns:a16="http://schemas.microsoft.com/office/drawing/2014/main" id="{F34C7970-16CE-4877-AA34-A3FCBC1088E2}"/>
              </a:ext>
            </a:extLst>
          </p:cNvPr>
          <p:cNvSpPr>
            <a:spLocks noGrp="1"/>
          </p:cNvSpPr>
          <p:nvPr/>
        </p:nvSpPr>
        <p:spPr>
          <a:xfrm>
            <a:off x="1609725" y="8391525"/>
            <a:ext cx="11049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00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kT</a:t>
            </a:r>
            <a:r>
              <a:rPr sz="1512" baseline="-23000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s</a:t>
            </a:r>
          </a:p>
        </p:txBody>
      </p:sp>
      <p:sp>
        <p:nvSpPr>
          <p:cNvPr id="179" name="visual-176">
            <a:extLst>
              <a:ext uri="{FF2B5EF4-FFF2-40B4-BE49-F238E27FC236}">
                <a16:creationId xmlns:a16="http://schemas.microsoft.com/office/drawing/2014/main" id="{0E47B9B8-5395-41BA-A441-5A1ADEBF6F38}"/>
              </a:ext>
            </a:extLst>
          </p:cNvPr>
          <p:cNvSpPr>
            <a:spLocks noGrp="1"/>
          </p:cNvSpPr>
          <p:nvPr/>
        </p:nvSpPr>
        <p:spPr>
          <a:xfrm>
            <a:off x="11239500" y="8391525"/>
            <a:ext cx="185737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00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(k + 1)T</a:t>
            </a:r>
            <a:r>
              <a:rPr sz="1512" baseline="-23000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s</a:t>
            </a:r>
          </a:p>
        </p:txBody>
      </p:sp>
      <p:sp>
        <p:nvSpPr>
          <p:cNvPr id="180" name="path-177">
            <a:extLst>
              <a:ext uri="{FF2B5EF4-FFF2-40B4-BE49-F238E27FC236}">
                <a16:creationId xmlns:a16="http://schemas.microsoft.com/office/drawing/2014/main" id="{98A2C414-DA2F-4A95-9251-DEC17C31F898}"/>
              </a:ext>
            </a:extLst>
          </p:cNvPr>
          <p:cNvSpPr>
            <a:spLocks noGrp="1"/>
          </p:cNvSpPr>
          <p:nvPr/>
        </p:nvSpPr>
        <p:spPr>
          <a:xfrm>
            <a:off x="4552950" y="8610600"/>
            <a:ext cx="953" cy="76200"/>
          </a:xfrm>
          <a:custGeom>
            <a:avLst/>
            <a:gdLst/>
            <a:ahLst/>
            <a:cxnLst/>
            <a:rect l="0" t="0" r="0" b="0"/>
            <a:pathLst>
              <a:path w="953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/>
          <a:ln w="17145">
            <a:solidFill>
              <a:srgbClr val="2C7A86"/>
            </a:solidFill>
            <a:prstDash val="solid"/>
          </a:ln>
        </p:spPr>
      </p:sp>
      <p:sp>
        <p:nvSpPr>
          <p:cNvPr id="181" name="path-178">
            <a:extLst>
              <a:ext uri="{FF2B5EF4-FFF2-40B4-BE49-F238E27FC236}">
                <a16:creationId xmlns:a16="http://schemas.microsoft.com/office/drawing/2014/main" id="{951FC7CA-91EC-4C8B-93FB-D028D438970F}"/>
              </a:ext>
            </a:extLst>
          </p:cNvPr>
          <p:cNvSpPr>
            <a:spLocks noGrp="1"/>
          </p:cNvSpPr>
          <p:nvPr/>
        </p:nvSpPr>
        <p:spPr>
          <a:xfrm>
            <a:off x="4552950" y="8686800"/>
            <a:ext cx="2476500" cy="953"/>
          </a:xfrm>
          <a:custGeom>
            <a:avLst/>
            <a:gdLst/>
            <a:ahLst/>
            <a:cxnLst/>
            <a:rect l="0" t="0" r="0" b="0"/>
            <a:pathLst>
              <a:path w="2476500" h="953">
                <a:moveTo>
                  <a:pt x="0" y="0"/>
                </a:moveTo>
                <a:lnTo>
                  <a:pt x="2476500" y="0"/>
                </a:lnTo>
              </a:path>
            </a:pathLst>
          </a:custGeom>
          <a:noFill/>
          <a:ln w="17145">
            <a:solidFill>
              <a:srgbClr val="2C7A86"/>
            </a:solidFill>
            <a:prstDash val="solid"/>
          </a:ln>
        </p:spPr>
      </p:sp>
      <p:sp>
        <p:nvSpPr>
          <p:cNvPr id="182" name="path-179">
            <a:extLst>
              <a:ext uri="{FF2B5EF4-FFF2-40B4-BE49-F238E27FC236}">
                <a16:creationId xmlns:a16="http://schemas.microsoft.com/office/drawing/2014/main" id="{40DEC428-17D7-4F3C-9B26-7CDE27266F55}"/>
              </a:ext>
            </a:extLst>
          </p:cNvPr>
          <p:cNvSpPr>
            <a:spLocks noGrp="1"/>
          </p:cNvSpPr>
          <p:nvPr/>
        </p:nvSpPr>
        <p:spPr>
          <a:xfrm>
            <a:off x="7029450" y="8610600"/>
            <a:ext cx="953" cy="76200"/>
          </a:xfrm>
          <a:custGeom>
            <a:avLst/>
            <a:gdLst/>
            <a:ahLst/>
            <a:cxnLst/>
            <a:rect l="0" t="0" r="0" b="0"/>
            <a:pathLst>
              <a:path w="953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noFill/>
          <a:ln w="17145">
            <a:solidFill>
              <a:srgbClr val="2C7A86"/>
            </a:solidFill>
            <a:prstDash val="solid"/>
          </a:ln>
        </p:spPr>
      </p:sp>
      <p:sp>
        <p:nvSpPr>
          <p:cNvPr id="183" name="visual-180">
            <a:extLst>
              <a:ext uri="{FF2B5EF4-FFF2-40B4-BE49-F238E27FC236}">
                <a16:creationId xmlns:a16="http://schemas.microsoft.com/office/drawing/2014/main" id="{D2E8A7AF-892A-4E94-A1F6-A307F86CB0C3}"/>
              </a:ext>
            </a:extLst>
          </p:cNvPr>
          <p:cNvSpPr>
            <a:spLocks noGrp="1"/>
          </p:cNvSpPr>
          <p:nvPr/>
        </p:nvSpPr>
        <p:spPr>
          <a:xfrm>
            <a:off x="4848225" y="8724900"/>
            <a:ext cx="18859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75">
                <a:solidFill>
                  <a:srgbClr val="2C7A8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>
                <a:solidFill>
                  <a:srgbClr val="2C7A86"/>
                </a:solidFill>
                <a:latin typeface="Times New Roman"/>
                <a:ea typeface="Times New Roman"/>
                <a:cs typeface="Times New Roman"/>
              </a:rPr>
              <a:t>Δt = T</a:t>
            </a:r>
            <a:r>
              <a:rPr sz="1566" baseline="-23000">
                <a:solidFill>
                  <a:srgbClr val="2C7A86"/>
                </a:solidFill>
                <a:latin typeface="Times New Roman"/>
                <a:ea typeface="Times New Roman"/>
                <a:cs typeface="Times New Roman"/>
              </a:rPr>
              <a:t>s</a:t>
            </a:r>
            <a:r>
              <a:rPr sz="2175">
                <a:solidFill>
                  <a:srgbClr val="2C7A86"/>
                </a:solidFill>
                <a:latin typeface="Times New Roman"/>
                <a:ea typeface="Times New Roman"/>
                <a:cs typeface="Times New Roman"/>
              </a:rPr>
              <a:t>/M</a:t>
            </a:r>
          </a:p>
        </p:txBody>
      </p:sp>
      <p:sp>
        <p:nvSpPr>
          <p:cNvPr id="184" name="visual-181">
            <a:extLst>
              <a:ext uri="{FF2B5EF4-FFF2-40B4-BE49-F238E27FC236}">
                <a16:creationId xmlns:a16="http://schemas.microsoft.com/office/drawing/2014/main" id="{C0CC2DC6-A8C6-4C36-93BE-314DFC3BD5E9}"/>
              </a:ext>
            </a:extLst>
          </p:cNvPr>
          <p:cNvSpPr>
            <a:spLocks noGrp="1"/>
          </p:cNvSpPr>
          <p:nvPr/>
        </p:nvSpPr>
        <p:spPr>
          <a:xfrm>
            <a:off x="4248150" y="9048750"/>
            <a:ext cx="30861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75">
                <a:solidFill>
                  <a:srgbClr val="2C7A8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>
                <a:solidFill>
                  <a:srgbClr val="2C7A86"/>
                </a:solidFill>
                <a:latin typeface="Times New Roman"/>
                <a:ea typeface="Times New Roman"/>
                <a:cs typeface="Times New Roman"/>
              </a:rPr>
              <a:t>Integrate this area</a:t>
            </a:r>
          </a:p>
        </p:txBody>
      </p:sp>
      <p:sp>
        <p:nvSpPr>
          <p:cNvPr id="185" name="path-182">
            <a:extLst>
              <a:ext uri="{FF2B5EF4-FFF2-40B4-BE49-F238E27FC236}">
                <a16:creationId xmlns:a16="http://schemas.microsoft.com/office/drawing/2014/main" id="{74557EDC-A2D3-4BEE-B201-5FBB26E86365}"/>
              </a:ext>
            </a:extLst>
          </p:cNvPr>
          <p:cNvSpPr>
            <a:spLocks noGrp="1"/>
          </p:cNvSpPr>
          <p:nvPr/>
        </p:nvSpPr>
        <p:spPr>
          <a:xfrm>
            <a:off x="1885950" y="10191750"/>
            <a:ext cx="10334625" cy="953"/>
          </a:xfrm>
          <a:custGeom>
            <a:avLst/>
            <a:gdLst/>
            <a:ahLst/>
            <a:cxnLst/>
            <a:rect l="0" t="0" r="0" b="0"/>
            <a:pathLst>
              <a:path w="10334625" h="953">
                <a:moveTo>
                  <a:pt x="0" y="0"/>
                </a:moveTo>
                <a:lnTo>
                  <a:pt x="10334625" y="0"/>
                </a:lnTo>
              </a:path>
            </a:pathLst>
          </a:custGeom>
          <a:noFill/>
          <a:ln w="13335">
            <a:solidFill>
              <a:srgbClr val="CCD9E2"/>
            </a:solidFill>
            <a:prstDash val="solid"/>
          </a:ln>
        </p:spPr>
      </p:sp>
      <p:sp>
        <p:nvSpPr>
          <p:cNvPr id="186" name="path-183">
            <a:extLst>
              <a:ext uri="{FF2B5EF4-FFF2-40B4-BE49-F238E27FC236}">
                <a16:creationId xmlns:a16="http://schemas.microsoft.com/office/drawing/2014/main" id="{991729DD-AEA2-48E0-8728-94CA09C95AE7}"/>
              </a:ext>
            </a:extLst>
          </p:cNvPr>
          <p:cNvSpPr>
            <a:spLocks noGrp="1"/>
          </p:cNvSpPr>
          <p:nvPr/>
        </p:nvSpPr>
        <p:spPr>
          <a:xfrm>
            <a:off x="3314700" y="9410700"/>
            <a:ext cx="953" cy="34290"/>
          </a:xfrm>
          <a:custGeom>
            <a:avLst/>
            <a:gdLst/>
            <a:ahLst/>
            <a:cxnLst/>
            <a:rect l="0" t="0" r="0" b="0"/>
            <a:pathLst>
              <a:path w="953" h="34290">
                <a:moveTo>
                  <a:pt x="0" y="0"/>
                </a:moveTo>
                <a:lnTo>
                  <a:pt x="0" y="34290"/>
                </a:lnTo>
              </a:path>
            </a:pathLst>
          </a:custGeom>
          <a:noFill/>
          <a:ln w="16193">
            <a:solidFill>
              <a:srgbClr val="246A96"/>
            </a:solidFill>
            <a:prstDash val="solid"/>
          </a:ln>
        </p:spPr>
      </p:sp>
      <p:sp>
        <p:nvSpPr>
          <p:cNvPr id="187" name="path-184">
            <a:extLst>
              <a:ext uri="{FF2B5EF4-FFF2-40B4-BE49-F238E27FC236}">
                <a16:creationId xmlns:a16="http://schemas.microsoft.com/office/drawing/2014/main" id="{AEDB3A8E-3954-4F12-8927-42C027A8A499}"/>
              </a:ext>
            </a:extLst>
          </p:cNvPr>
          <p:cNvSpPr>
            <a:spLocks noGrp="1"/>
          </p:cNvSpPr>
          <p:nvPr/>
        </p:nvSpPr>
        <p:spPr>
          <a:xfrm>
            <a:off x="3284220" y="9429750"/>
            <a:ext cx="60960" cy="76200"/>
          </a:xfrm>
          <a:custGeom>
            <a:avLst/>
            <a:gdLst/>
            <a:ahLst/>
            <a:cxnLst/>
            <a:rect l="0" t="0" r="0" b="0"/>
            <a:pathLst>
              <a:path w="60960" h="76200">
                <a:moveTo>
                  <a:pt x="30480" y="76200"/>
                </a:moveTo>
                <a:lnTo>
                  <a:pt x="0" y="0"/>
                </a:lnTo>
                <a:lnTo>
                  <a:pt x="60960" y="0"/>
                </a:lnTo>
                <a:close/>
              </a:path>
            </a:pathLst>
          </a:cu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188" name="path-185">
            <a:extLst>
              <a:ext uri="{FF2B5EF4-FFF2-40B4-BE49-F238E27FC236}">
                <a16:creationId xmlns:a16="http://schemas.microsoft.com/office/drawing/2014/main" id="{42A2A3BC-1EAB-4C69-8500-29940365E9A5}"/>
              </a:ext>
            </a:extLst>
          </p:cNvPr>
          <p:cNvSpPr>
            <a:spLocks noGrp="1"/>
          </p:cNvSpPr>
          <p:nvPr/>
        </p:nvSpPr>
        <p:spPr>
          <a:xfrm>
            <a:off x="3314700" y="9620250"/>
            <a:ext cx="953" cy="571500"/>
          </a:xfrm>
          <a:custGeom>
            <a:avLst/>
            <a:gdLst/>
            <a:ahLst/>
            <a:cxnLst/>
            <a:rect l="0" t="0" r="0" b="0"/>
            <a:pathLst>
              <a:path w="953" h="571500">
                <a:moveTo>
                  <a:pt x="0" y="571500"/>
                </a:moveTo>
                <a:lnTo>
                  <a:pt x="0" y="0"/>
                </a:lnTo>
              </a:path>
            </a:pathLst>
          </a:custGeom>
          <a:noFill/>
          <a:ln w="34290">
            <a:solidFill>
              <a:srgbClr val="246A96"/>
            </a:solidFill>
            <a:prstDash val="solid"/>
          </a:ln>
        </p:spPr>
      </p:sp>
      <p:sp>
        <p:nvSpPr>
          <p:cNvPr id="189" name="visual-186">
            <a:extLst>
              <a:ext uri="{FF2B5EF4-FFF2-40B4-BE49-F238E27FC236}">
                <a16:creationId xmlns:a16="http://schemas.microsoft.com/office/drawing/2014/main" id="{3ADE666F-EE34-46A7-9627-920C553F415E}"/>
              </a:ext>
            </a:extLst>
          </p:cNvPr>
          <p:cNvSpPr>
            <a:spLocks noGrp="1"/>
          </p:cNvSpPr>
          <p:nvPr/>
        </p:nvSpPr>
        <p:spPr>
          <a:xfrm>
            <a:off x="3248025" y="9553575"/>
            <a:ext cx="133350" cy="133350"/>
          </a:xfrm>
          <a:prstGeom prst="ellipse">
            <a:avLst/>
          </a:pr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190" name="path-187">
            <a:extLst>
              <a:ext uri="{FF2B5EF4-FFF2-40B4-BE49-F238E27FC236}">
                <a16:creationId xmlns:a16="http://schemas.microsoft.com/office/drawing/2014/main" id="{A7E7B1EF-2EA8-4489-AB78-AF8104BC1E4A}"/>
              </a:ext>
            </a:extLst>
          </p:cNvPr>
          <p:cNvSpPr>
            <a:spLocks noGrp="1"/>
          </p:cNvSpPr>
          <p:nvPr/>
        </p:nvSpPr>
        <p:spPr>
          <a:xfrm>
            <a:off x="5791200" y="9410700"/>
            <a:ext cx="953" cy="143076"/>
          </a:xfrm>
          <a:custGeom>
            <a:avLst/>
            <a:gdLst/>
            <a:ahLst/>
            <a:cxnLst/>
            <a:rect l="0" t="0" r="0" b="0"/>
            <a:pathLst>
              <a:path w="953" h="143076">
                <a:moveTo>
                  <a:pt x="0" y="0"/>
                </a:moveTo>
                <a:lnTo>
                  <a:pt x="0" y="143076"/>
                </a:lnTo>
              </a:path>
            </a:pathLst>
          </a:custGeom>
          <a:noFill/>
          <a:ln w="16193">
            <a:solidFill>
              <a:srgbClr val="2C7A86"/>
            </a:solidFill>
            <a:prstDash val="solid"/>
          </a:ln>
        </p:spPr>
      </p:sp>
      <p:sp>
        <p:nvSpPr>
          <p:cNvPr id="191" name="path-188">
            <a:extLst>
              <a:ext uri="{FF2B5EF4-FFF2-40B4-BE49-F238E27FC236}">
                <a16:creationId xmlns:a16="http://schemas.microsoft.com/office/drawing/2014/main" id="{84B7BB07-6B8F-408A-A3FB-57A79C784FA2}"/>
              </a:ext>
            </a:extLst>
          </p:cNvPr>
          <p:cNvSpPr>
            <a:spLocks noGrp="1"/>
          </p:cNvSpPr>
          <p:nvPr/>
        </p:nvSpPr>
        <p:spPr>
          <a:xfrm>
            <a:off x="5760720" y="9538536"/>
            <a:ext cx="60960" cy="76200"/>
          </a:xfrm>
          <a:custGeom>
            <a:avLst/>
            <a:gdLst/>
            <a:ahLst/>
            <a:cxnLst/>
            <a:rect l="0" t="0" r="0" b="0"/>
            <a:pathLst>
              <a:path w="60960" h="76200">
                <a:moveTo>
                  <a:pt x="30480" y="76200"/>
                </a:moveTo>
                <a:lnTo>
                  <a:pt x="0" y="0"/>
                </a:lnTo>
                <a:lnTo>
                  <a:pt x="60960" y="0"/>
                </a:lnTo>
                <a:close/>
              </a:path>
            </a:pathLst>
          </a:custGeom>
          <a:solidFill>
            <a:srgbClr val="2C7A86"/>
          </a:solidFill>
          <a:ln w="0">
            <a:noFill/>
            <a:prstDash val="solid"/>
          </a:ln>
        </p:spPr>
      </p:sp>
      <p:sp>
        <p:nvSpPr>
          <p:cNvPr id="192" name="path-189">
            <a:extLst>
              <a:ext uri="{FF2B5EF4-FFF2-40B4-BE49-F238E27FC236}">
                <a16:creationId xmlns:a16="http://schemas.microsoft.com/office/drawing/2014/main" id="{C9CEF0F4-F4EC-48BC-B519-60BC7F6A0763}"/>
              </a:ext>
            </a:extLst>
          </p:cNvPr>
          <p:cNvSpPr>
            <a:spLocks noGrp="1"/>
          </p:cNvSpPr>
          <p:nvPr/>
        </p:nvSpPr>
        <p:spPr>
          <a:xfrm>
            <a:off x="5791200" y="9729036"/>
            <a:ext cx="953" cy="462714"/>
          </a:xfrm>
          <a:custGeom>
            <a:avLst/>
            <a:gdLst/>
            <a:ahLst/>
            <a:cxnLst/>
            <a:rect l="0" t="0" r="0" b="0"/>
            <a:pathLst>
              <a:path w="953" h="462714">
                <a:moveTo>
                  <a:pt x="0" y="462714"/>
                </a:moveTo>
                <a:lnTo>
                  <a:pt x="0" y="0"/>
                </a:lnTo>
              </a:path>
            </a:pathLst>
          </a:custGeom>
          <a:noFill/>
          <a:ln w="34290">
            <a:solidFill>
              <a:srgbClr val="2C7A86"/>
            </a:solidFill>
            <a:prstDash val="solid"/>
          </a:ln>
        </p:spPr>
      </p:sp>
      <p:sp>
        <p:nvSpPr>
          <p:cNvPr id="193" name="visual-190">
            <a:extLst>
              <a:ext uri="{FF2B5EF4-FFF2-40B4-BE49-F238E27FC236}">
                <a16:creationId xmlns:a16="http://schemas.microsoft.com/office/drawing/2014/main" id="{7DD6581C-B94B-45DA-BC3B-F1254C23D4A0}"/>
              </a:ext>
            </a:extLst>
          </p:cNvPr>
          <p:cNvSpPr>
            <a:spLocks noGrp="1"/>
          </p:cNvSpPr>
          <p:nvPr/>
        </p:nvSpPr>
        <p:spPr>
          <a:xfrm>
            <a:off x="5724525" y="9662361"/>
            <a:ext cx="133350" cy="133350"/>
          </a:xfrm>
          <a:prstGeom prst="ellipse">
            <a:avLst/>
          </a:prstGeom>
          <a:solidFill>
            <a:srgbClr val="2C7A86"/>
          </a:solidFill>
          <a:ln w="0">
            <a:noFill/>
            <a:prstDash val="solid"/>
          </a:ln>
        </p:spPr>
      </p:sp>
      <p:sp>
        <p:nvSpPr>
          <p:cNvPr id="194" name="path-191">
            <a:extLst>
              <a:ext uri="{FF2B5EF4-FFF2-40B4-BE49-F238E27FC236}">
                <a16:creationId xmlns:a16="http://schemas.microsoft.com/office/drawing/2014/main" id="{100C5FB1-C3AF-4526-A995-49DDC0B563E7}"/>
              </a:ext>
            </a:extLst>
          </p:cNvPr>
          <p:cNvSpPr>
            <a:spLocks noGrp="1"/>
          </p:cNvSpPr>
          <p:nvPr/>
        </p:nvSpPr>
        <p:spPr>
          <a:xfrm>
            <a:off x="8267700" y="9410700"/>
            <a:ext cx="953" cy="248062"/>
          </a:xfrm>
          <a:custGeom>
            <a:avLst/>
            <a:gdLst/>
            <a:ahLst/>
            <a:cxnLst/>
            <a:rect l="0" t="0" r="0" b="0"/>
            <a:pathLst>
              <a:path w="953" h="248062">
                <a:moveTo>
                  <a:pt x="0" y="0"/>
                </a:moveTo>
                <a:lnTo>
                  <a:pt x="0" y="248062"/>
                </a:lnTo>
              </a:path>
            </a:pathLst>
          </a:custGeom>
          <a:noFill/>
          <a:ln w="16193">
            <a:solidFill>
              <a:srgbClr val="246A96"/>
            </a:solidFill>
            <a:prstDash val="solid"/>
          </a:ln>
        </p:spPr>
      </p:sp>
      <p:sp>
        <p:nvSpPr>
          <p:cNvPr id="195" name="path-192">
            <a:extLst>
              <a:ext uri="{FF2B5EF4-FFF2-40B4-BE49-F238E27FC236}">
                <a16:creationId xmlns:a16="http://schemas.microsoft.com/office/drawing/2014/main" id="{D15009B5-BCFE-4AFF-9414-8B6262A85320}"/>
              </a:ext>
            </a:extLst>
          </p:cNvPr>
          <p:cNvSpPr>
            <a:spLocks noGrp="1"/>
          </p:cNvSpPr>
          <p:nvPr/>
        </p:nvSpPr>
        <p:spPr>
          <a:xfrm>
            <a:off x="8237220" y="9643522"/>
            <a:ext cx="60960" cy="76200"/>
          </a:xfrm>
          <a:custGeom>
            <a:avLst/>
            <a:gdLst/>
            <a:ahLst/>
            <a:cxnLst/>
            <a:rect l="0" t="0" r="0" b="0"/>
            <a:pathLst>
              <a:path w="60960" h="76200">
                <a:moveTo>
                  <a:pt x="30480" y="76200"/>
                </a:moveTo>
                <a:lnTo>
                  <a:pt x="0" y="0"/>
                </a:lnTo>
                <a:lnTo>
                  <a:pt x="60960" y="0"/>
                </a:lnTo>
                <a:close/>
              </a:path>
            </a:pathLst>
          </a:cu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196" name="path-193">
            <a:extLst>
              <a:ext uri="{FF2B5EF4-FFF2-40B4-BE49-F238E27FC236}">
                <a16:creationId xmlns:a16="http://schemas.microsoft.com/office/drawing/2014/main" id="{80009C98-67FD-4C37-BB83-ECC0BA4B6503}"/>
              </a:ext>
            </a:extLst>
          </p:cNvPr>
          <p:cNvSpPr>
            <a:spLocks noGrp="1"/>
          </p:cNvSpPr>
          <p:nvPr/>
        </p:nvSpPr>
        <p:spPr>
          <a:xfrm>
            <a:off x="8267700" y="9834022"/>
            <a:ext cx="953" cy="357728"/>
          </a:xfrm>
          <a:custGeom>
            <a:avLst/>
            <a:gdLst/>
            <a:ahLst/>
            <a:cxnLst/>
            <a:rect l="0" t="0" r="0" b="0"/>
            <a:pathLst>
              <a:path w="953" h="357728">
                <a:moveTo>
                  <a:pt x="0" y="357728"/>
                </a:moveTo>
                <a:lnTo>
                  <a:pt x="0" y="0"/>
                </a:lnTo>
              </a:path>
            </a:pathLst>
          </a:custGeom>
          <a:noFill/>
          <a:ln w="34290">
            <a:solidFill>
              <a:srgbClr val="246A96"/>
            </a:solidFill>
            <a:prstDash val="solid"/>
          </a:ln>
        </p:spPr>
      </p:sp>
      <p:sp>
        <p:nvSpPr>
          <p:cNvPr id="197" name="visual-194">
            <a:extLst>
              <a:ext uri="{FF2B5EF4-FFF2-40B4-BE49-F238E27FC236}">
                <a16:creationId xmlns:a16="http://schemas.microsoft.com/office/drawing/2014/main" id="{6851CB7C-81E4-4CCE-8392-E4C6B1EEA7AF}"/>
              </a:ext>
            </a:extLst>
          </p:cNvPr>
          <p:cNvSpPr>
            <a:spLocks noGrp="1"/>
          </p:cNvSpPr>
          <p:nvPr/>
        </p:nvSpPr>
        <p:spPr>
          <a:xfrm>
            <a:off x="8201025" y="9767347"/>
            <a:ext cx="133350" cy="133350"/>
          </a:xfrm>
          <a:prstGeom prst="ellipse">
            <a:avLst/>
          </a:pr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198" name="path-195">
            <a:extLst>
              <a:ext uri="{FF2B5EF4-FFF2-40B4-BE49-F238E27FC236}">
                <a16:creationId xmlns:a16="http://schemas.microsoft.com/office/drawing/2014/main" id="{9675F1A9-3E56-455B-B3E2-DE3B307C092E}"/>
              </a:ext>
            </a:extLst>
          </p:cNvPr>
          <p:cNvSpPr>
            <a:spLocks noGrp="1"/>
          </p:cNvSpPr>
          <p:nvPr/>
        </p:nvSpPr>
        <p:spPr>
          <a:xfrm>
            <a:off x="10744200" y="9410700"/>
            <a:ext cx="953" cy="324611"/>
          </a:xfrm>
          <a:custGeom>
            <a:avLst/>
            <a:gdLst/>
            <a:ahLst/>
            <a:cxnLst/>
            <a:rect l="0" t="0" r="0" b="0"/>
            <a:pathLst>
              <a:path w="953" h="324611">
                <a:moveTo>
                  <a:pt x="0" y="0"/>
                </a:moveTo>
                <a:lnTo>
                  <a:pt x="0" y="324611"/>
                </a:lnTo>
              </a:path>
            </a:pathLst>
          </a:custGeom>
          <a:noFill/>
          <a:ln w="16193">
            <a:solidFill>
              <a:srgbClr val="246A96"/>
            </a:solidFill>
            <a:prstDash val="solid"/>
          </a:ln>
        </p:spPr>
      </p:sp>
      <p:sp>
        <p:nvSpPr>
          <p:cNvPr id="199" name="path-196">
            <a:extLst>
              <a:ext uri="{FF2B5EF4-FFF2-40B4-BE49-F238E27FC236}">
                <a16:creationId xmlns:a16="http://schemas.microsoft.com/office/drawing/2014/main" id="{50D32187-A62D-43CE-BCCA-EDB11A9BA226}"/>
              </a:ext>
            </a:extLst>
          </p:cNvPr>
          <p:cNvSpPr>
            <a:spLocks noGrp="1"/>
          </p:cNvSpPr>
          <p:nvPr/>
        </p:nvSpPr>
        <p:spPr>
          <a:xfrm>
            <a:off x="10713720" y="9720071"/>
            <a:ext cx="60960" cy="76200"/>
          </a:xfrm>
          <a:custGeom>
            <a:avLst/>
            <a:gdLst/>
            <a:ahLst/>
            <a:cxnLst/>
            <a:rect l="0" t="0" r="0" b="0"/>
            <a:pathLst>
              <a:path w="60960" h="76200">
                <a:moveTo>
                  <a:pt x="30480" y="76200"/>
                </a:moveTo>
                <a:lnTo>
                  <a:pt x="0" y="0"/>
                </a:lnTo>
                <a:lnTo>
                  <a:pt x="60960" y="0"/>
                </a:lnTo>
                <a:close/>
              </a:path>
            </a:pathLst>
          </a:cu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200" name="path-197">
            <a:extLst>
              <a:ext uri="{FF2B5EF4-FFF2-40B4-BE49-F238E27FC236}">
                <a16:creationId xmlns:a16="http://schemas.microsoft.com/office/drawing/2014/main" id="{2BD06AF8-75F8-4025-9F54-BF0C41042611}"/>
              </a:ext>
            </a:extLst>
          </p:cNvPr>
          <p:cNvSpPr>
            <a:spLocks noGrp="1"/>
          </p:cNvSpPr>
          <p:nvPr/>
        </p:nvSpPr>
        <p:spPr>
          <a:xfrm>
            <a:off x="10744200" y="9910571"/>
            <a:ext cx="953" cy="281179"/>
          </a:xfrm>
          <a:custGeom>
            <a:avLst/>
            <a:gdLst/>
            <a:ahLst/>
            <a:cxnLst/>
            <a:rect l="0" t="0" r="0" b="0"/>
            <a:pathLst>
              <a:path w="953" h="281179">
                <a:moveTo>
                  <a:pt x="0" y="281179"/>
                </a:moveTo>
                <a:lnTo>
                  <a:pt x="0" y="0"/>
                </a:lnTo>
              </a:path>
            </a:pathLst>
          </a:custGeom>
          <a:noFill/>
          <a:ln w="34290">
            <a:solidFill>
              <a:srgbClr val="246A96"/>
            </a:solidFill>
            <a:prstDash val="solid"/>
          </a:ln>
        </p:spPr>
      </p:sp>
      <p:sp>
        <p:nvSpPr>
          <p:cNvPr id="201" name="visual-198">
            <a:extLst>
              <a:ext uri="{FF2B5EF4-FFF2-40B4-BE49-F238E27FC236}">
                <a16:creationId xmlns:a16="http://schemas.microsoft.com/office/drawing/2014/main" id="{771EDEF0-3D17-4449-9CEF-2C5B8504AF3F}"/>
              </a:ext>
            </a:extLst>
          </p:cNvPr>
          <p:cNvSpPr>
            <a:spLocks noGrp="1"/>
          </p:cNvSpPr>
          <p:nvPr/>
        </p:nvSpPr>
        <p:spPr>
          <a:xfrm>
            <a:off x="10677525" y="9843896"/>
            <a:ext cx="133350" cy="133350"/>
          </a:xfrm>
          <a:prstGeom prst="ellipse">
            <a:avLst/>
          </a:pr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202" name="visual-199">
            <a:extLst>
              <a:ext uri="{FF2B5EF4-FFF2-40B4-BE49-F238E27FC236}">
                <a16:creationId xmlns:a16="http://schemas.microsoft.com/office/drawing/2014/main" id="{8019D39F-1432-48FE-9AD8-6F7D09EFFC74}"/>
              </a:ext>
            </a:extLst>
          </p:cNvPr>
          <p:cNvSpPr>
            <a:spLocks noGrp="1"/>
          </p:cNvSpPr>
          <p:nvPr/>
        </p:nvSpPr>
        <p:spPr>
          <a:xfrm>
            <a:off x="2486025" y="10287000"/>
            <a:ext cx="9401175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325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One energy sample per subslot</a:t>
            </a:r>
          </a:p>
        </p:txBody>
      </p:sp>
      <p:sp>
        <p:nvSpPr>
          <p:cNvPr id="203" name="visual-200">
            <a:extLst>
              <a:ext uri="{FF2B5EF4-FFF2-40B4-BE49-F238E27FC236}">
                <a16:creationId xmlns:a16="http://schemas.microsoft.com/office/drawing/2014/main" id="{7F96B6C1-8F0C-477B-9681-EF16C1126DC7}"/>
              </a:ext>
            </a:extLst>
          </p:cNvPr>
          <p:cNvSpPr>
            <a:spLocks noGrp="1"/>
          </p:cNvSpPr>
          <p:nvPr/>
        </p:nvSpPr>
        <p:spPr>
          <a:xfrm>
            <a:off x="3305175" y="10687050"/>
            <a:ext cx="77819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0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Sample indexed at its midpoint t</a:t>
            </a:r>
            <a:r>
              <a:rPr sz="1512" baseline="-2300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k,m</a:t>
            </a:r>
          </a:p>
        </p:txBody>
      </p:sp>
      <p:sp>
        <p:nvSpPr>
          <p:cNvPr id="204" name="visual-201">
            <a:extLst>
              <a:ext uri="{FF2B5EF4-FFF2-40B4-BE49-F238E27FC236}">
                <a16:creationId xmlns:a16="http://schemas.microsoft.com/office/drawing/2014/main" id="{79BD3A46-E9C4-422D-B37B-79A2A19C737D}"/>
              </a:ext>
            </a:extLst>
          </p:cNvPr>
          <p:cNvSpPr>
            <a:spLocks noGrp="1"/>
          </p:cNvSpPr>
          <p:nvPr/>
        </p:nvSpPr>
        <p:spPr>
          <a:xfrm>
            <a:off x="13363575" y="5695950"/>
            <a:ext cx="33432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475" b="1">
                <a:solidFill>
                  <a:srgbClr val="246A9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75" b="1">
                <a:solidFill>
                  <a:srgbClr val="246A96"/>
                </a:solidFill>
                <a:latin typeface="Times New Roman"/>
                <a:ea typeface="Times New Roman"/>
                <a:cs typeface="Times New Roman"/>
              </a:rPr>
              <a:t>Retain the full pattern</a:t>
            </a:r>
          </a:p>
        </p:txBody>
      </p:sp>
      <p:sp>
        <p:nvSpPr>
          <p:cNvPr id="205" name="path-202">
            <a:extLst>
              <a:ext uri="{FF2B5EF4-FFF2-40B4-BE49-F238E27FC236}">
                <a16:creationId xmlns:a16="http://schemas.microsoft.com/office/drawing/2014/main" id="{9FF96C7C-24EF-475E-A6CF-7BEB8387CA2C}"/>
              </a:ext>
            </a:extLst>
          </p:cNvPr>
          <p:cNvSpPr>
            <a:spLocks noGrp="1"/>
          </p:cNvSpPr>
          <p:nvPr/>
        </p:nvSpPr>
        <p:spPr>
          <a:xfrm>
            <a:off x="13744575" y="6810375"/>
            <a:ext cx="180975" cy="180975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88AABF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06" name="path-203">
            <a:extLst>
              <a:ext uri="{FF2B5EF4-FFF2-40B4-BE49-F238E27FC236}">
                <a16:creationId xmlns:a16="http://schemas.microsoft.com/office/drawing/2014/main" id="{024FA99A-F20E-4E3B-AC34-8A217196F856}"/>
              </a:ext>
            </a:extLst>
          </p:cNvPr>
          <p:cNvSpPr>
            <a:spLocks noGrp="1"/>
          </p:cNvSpPr>
          <p:nvPr/>
        </p:nvSpPr>
        <p:spPr>
          <a:xfrm>
            <a:off x="13973175" y="6810375"/>
            <a:ext cx="180975" cy="180975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8D9E3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07" name="path-204">
            <a:extLst>
              <a:ext uri="{FF2B5EF4-FFF2-40B4-BE49-F238E27FC236}">
                <a16:creationId xmlns:a16="http://schemas.microsoft.com/office/drawing/2014/main" id="{0707ABB8-DB8F-487A-88C0-1E2ED9983FEA}"/>
              </a:ext>
            </a:extLst>
          </p:cNvPr>
          <p:cNvSpPr>
            <a:spLocks noGrp="1"/>
          </p:cNvSpPr>
          <p:nvPr/>
        </p:nvSpPr>
        <p:spPr>
          <a:xfrm>
            <a:off x="14201775" y="6810375"/>
            <a:ext cx="180975" cy="180975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E0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08" name="path-205">
            <a:extLst>
              <a:ext uri="{FF2B5EF4-FFF2-40B4-BE49-F238E27FC236}">
                <a16:creationId xmlns:a16="http://schemas.microsoft.com/office/drawing/2014/main" id="{FB3C05F5-A496-4DAD-A7C0-41732FDA33AA}"/>
              </a:ext>
            </a:extLst>
          </p:cNvPr>
          <p:cNvSpPr>
            <a:spLocks noGrp="1"/>
          </p:cNvSpPr>
          <p:nvPr/>
        </p:nvSpPr>
        <p:spPr>
          <a:xfrm>
            <a:off x="14430375" y="6810375"/>
            <a:ext cx="180975" cy="180975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EDD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09" name="path-206">
            <a:extLst>
              <a:ext uri="{FF2B5EF4-FFF2-40B4-BE49-F238E27FC236}">
                <a16:creationId xmlns:a16="http://schemas.microsoft.com/office/drawing/2014/main" id="{4FF21ACA-5F35-4F6B-8986-6EAE7DA890C3}"/>
              </a:ext>
            </a:extLst>
          </p:cNvPr>
          <p:cNvSpPr>
            <a:spLocks noGrp="1"/>
          </p:cNvSpPr>
          <p:nvPr/>
        </p:nvSpPr>
        <p:spPr>
          <a:xfrm>
            <a:off x="14658975" y="6810375"/>
            <a:ext cx="180975" cy="180975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9FBBCC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10" name="path-207">
            <a:extLst>
              <a:ext uri="{FF2B5EF4-FFF2-40B4-BE49-F238E27FC236}">
                <a16:creationId xmlns:a16="http://schemas.microsoft.com/office/drawing/2014/main" id="{C4F1E675-60D7-4D50-8064-90587D0B9620}"/>
              </a:ext>
            </a:extLst>
          </p:cNvPr>
          <p:cNvSpPr>
            <a:spLocks noGrp="1"/>
          </p:cNvSpPr>
          <p:nvPr/>
        </p:nvSpPr>
        <p:spPr>
          <a:xfrm>
            <a:off x="14887575" y="6810375"/>
            <a:ext cx="180975" cy="180975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497B9C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11" name="path-208">
            <a:extLst>
              <a:ext uri="{FF2B5EF4-FFF2-40B4-BE49-F238E27FC236}">
                <a16:creationId xmlns:a16="http://schemas.microsoft.com/office/drawing/2014/main" id="{EB7AA31C-ED5B-495D-B004-A1BCA2E7C087}"/>
              </a:ext>
            </a:extLst>
          </p:cNvPr>
          <p:cNvSpPr>
            <a:spLocks noGrp="1"/>
          </p:cNvSpPr>
          <p:nvPr/>
        </p:nvSpPr>
        <p:spPr>
          <a:xfrm>
            <a:off x="15116175" y="6810375"/>
            <a:ext cx="180975" cy="180975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3F749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12" name="path-209">
            <a:extLst>
              <a:ext uri="{FF2B5EF4-FFF2-40B4-BE49-F238E27FC236}">
                <a16:creationId xmlns:a16="http://schemas.microsoft.com/office/drawing/2014/main" id="{431EECBF-2B48-4CEA-AB71-56D6F6197C3D}"/>
              </a:ext>
            </a:extLst>
          </p:cNvPr>
          <p:cNvSpPr>
            <a:spLocks noGrp="1"/>
          </p:cNvSpPr>
          <p:nvPr/>
        </p:nvSpPr>
        <p:spPr>
          <a:xfrm>
            <a:off x="15344775" y="6810375"/>
            <a:ext cx="180975" cy="180975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91B0C4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13" name="path-210">
            <a:extLst>
              <a:ext uri="{FF2B5EF4-FFF2-40B4-BE49-F238E27FC236}">
                <a16:creationId xmlns:a16="http://schemas.microsoft.com/office/drawing/2014/main" id="{0850F9A1-1F1D-4DD2-8090-08DB10C8F8FD}"/>
              </a:ext>
            </a:extLst>
          </p:cNvPr>
          <p:cNvSpPr>
            <a:spLocks noGrp="1"/>
          </p:cNvSpPr>
          <p:nvPr/>
        </p:nvSpPr>
        <p:spPr>
          <a:xfrm>
            <a:off x="15573375" y="6810375"/>
            <a:ext cx="180975" cy="180975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BDBE5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14" name="path-211">
            <a:extLst>
              <a:ext uri="{FF2B5EF4-FFF2-40B4-BE49-F238E27FC236}">
                <a16:creationId xmlns:a16="http://schemas.microsoft.com/office/drawing/2014/main" id="{903ABD25-E7F1-4D39-9C8B-C48D12462F17}"/>
              </a:ext>
            </a:extLst>
          </p:cNvPr>
          <p:cNvSpPr>
            <a:spLocks noGrp="1"/>
          </p:cNvSpPr>
          <p:nvPr/>
        </p:nvSpPr>
        <p:spPr>
          <a:xfrm>
            <a:off x="15801975" y="6810375"/>
            <a:ext cx="180975" cy="180975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E0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15" name="path-212">
            <a:extLst>
              <a:ext uri="{FF2B5EF4-FFF2-40B4-BE49-F238E27FC236}">
                <a16:creationId xmlns:a16="http://schemas.microsoft.com/office/drawing/2014/main" id="{2E25A650-7FAB-4ED1-88A7-248475CCB60B}"/>
              </a:ext>
            </a:extLst>
          </p:cNvPr>
          <p:cNvSpPr>
            <a:spLocks noGrp="1"/>
          </p:cNvSpPr>
          <p:nvPr/>
        </p:nvSpPr>
        <p:spPr>
          <a:xfrm>
            <a:off x="16030575" y="6810375"/>
            <a:ext cx="180975" cy="180975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CDC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16" name="path-213">
            <a:extLst>
              <a:ext uri="{FF2B5EF4-FFF2-40B4-BE49-F238E27FC236}">
                <a16:creationId xmlns:a16="http://schemas.microsoft.com/office/drawing/2014/main" id="{756439CF-CB40-458F-832F-798FFD943376}"/>
              </a:ext>
            </a:extLst>
          </p:cNvPr>
          <p:cNvSpPr>
            <a:spLocks noGrp="1"/>
          </p:cNvSpPr>
          <p:nvPr/>
        </p:nvSpPr>
        <p:spPr>
          <a:xfrm>
            <a:off x="16259175" y="6810375"/>
            <a:ext cx="180975" cy="180975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97B5C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17" name="path-214">
            <a:extLst>
              <a:ext uri="{FF2B5EF4-FFF2-40B4-BE49-F238E27FC236}">
                <a16:creationId xmlns:a16="http://schemas.microsoft.com/office/drawing/2014/main" id="{C94F6480-92ED-4D57-9B49-E301AFEF0B14}"/>
              </a:ext>
            </a:extLst>
          </p:cNvPr>
          <p:cNvSpPr>
            <a:spLocks noGrp="1"/>
          </p:cNvSpPr>
          <p:nvPr/>
        </p:nvSpPr>
        <p:spPr>
          <a:xfrm>
            <a:off x="13744575" y="7038975"/>
            <a:ext cx="180975" cy="180975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B8CDDA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18" name="path-215">
            <a:extLst>
              <a:ext uri="{FF2B5EF4-FFF2-40B4-BE49-F238E27FC236}">
                <a16:creationId xmlns:a16="http://schemas.microsoft.com/office/drawing/2014/main" id="{87FDE4F7-B6F6-4666-84B0-BA9FF7C888EA}"/>
              </a:ext>
            </a:extLst>
          </p:cNvPr>
          <p:cNvSpPr>
            <a:spLocks noGrp="1"/>
          </p:cNvSpPr>
          <p:nvPr/>
        </p:nvSpPr>
        <p:spPr>
          <a:xfrm>
            <a:off x="13973175" y="7038975"/>
            <a:ext cx="180975" cy="180975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DF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19" name="path-216">
            <a:extLst>
              <a:ext uri="{FF2B5EF4-FFF2-40B4-BE49-F238E27FC236}">
                <a16:creationId xmlns:a16="http://schemas.microsoft.com/office/drawing/2014/main" id="{0C081246-D774-4CC8-AA2B-BFCB2047DA64}"/>
              </a:ext>
            </a:extLst>
          </p:cNvPr>
          <p:cNvSpPr>
            <a:spLocks noGrp="1"/>
          </p:cNvSpPr>
          <p:nvPr/>
        </p:nvSpPr>
        <p:spPr>
          <a:xfrm>
            <a:off x="14201775" y="7038975"/>
            <a:ext cx="180975" cy="180975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DF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20" name="path-217">
            <a:extLst>
              <a:ext uri="{FF2B5EF4-FFF2-40B4-BE49-F238E27FC236}">
                <a16:creationId xmlns:a16="http://schemas.microsoft.com/office/drawing/2014/main" id="{AD69E60A-9C77-4B3A-82CB-6509EEF44847}"/>
              </a:ext>
            </a:extLst>
          </p:cNvPr>
          <p:cNvSpPr>
            <a:spLocks noGrp="1"/>
          </p:cNvSpPr>
          <p:nvPr/>
        </p:nvSpPr>
        <p:spPr>
          <a:xfrm>
            <a:off x="14430375" y="7038975"/>
            <a:ext cx="180975" cy="180975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B9CEDB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21" name="path-218">
            <a:extLst>
              <a:ext uri="{FF2B5EF4-FFF2-40B4-BE49-F238E27FC236}">
                <a16:creationId xmlns:a16="http://schemas.microsoft.com/office/drawing/2014/main" id="{DA44EA3F-1FD3-4D9B-91AE-FDCEBB3A81B4}"/>
              </a:ext>
            </a:extLst>
          </p:cNvPr>
          <p:cNvSpPr>
            <a:spLocks noGrp="1"/>
          </p:cNvSpPr>
          <p:nvPr/>
        </p:nvSpPr>
        <p:spPr>
          <a:xfrm>
            <a:off x="14658975" y="7038975"/>
            <a:ext cx="180975" cy="180975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6792AD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22" name="path-219">
            <a:extLst>
              <a:ext uri="{FF2B5EF4-FFF2-40B4-BE49-F238E27FC236}">
                <a16:creationId xmlns:a16="http://schemas.microsoft.com/office/drawing/2014/main" id="{9B9960B2-2C0B-4B26-A4C8-3FF4AF486CE7}"/>
              </a:ext>
            </a:extLst>
          </p:cNvPr>
          <p:cNvSpPr>
            <a:spLocks noGrp="1"/>
          </p:cNvSpPr>
          <p:nvPr/>
        </p:nvSpPr>
        <p:spPr>
          <a:xfrm>
            <a:off x="14887575" y="7038975"/>
            <a:ext cx="180975" cy="180975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346C90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23" name="path-220">
            <a:extLst>
              <a:ext uri="{FF2B5EF4-FFF2-40B4-BE49-F238E27FC236}">
                <a16:creationId xmlns:a16="http://schemas.microsoft.com/office/drawing/2014/main" id="{D191754F-60F3-44BE-ACB8-0098E6E5DFC0}"/>
              </a:ext>
            </a:extLst>
          </p:cNvPr>
          <p:cNvSpPr>
            <a:spLocks noGrp="1"/>
          </p:cNvSpPr>
          <p:nvPr/>
        </p:nvSpPr>
        <p:spPr>
          <a:xfrm>
            <a:off x="15116175" y="7038975"/>
            <a:ext cx="180975" cy="180975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6F97B1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24" name="path-221">
            <a:extLst>
              <a:ext uri="{FF2B5EF4-FFF2-40B4-BE49-F238E27FC236}">
                <a16:creationId xmlns:a16="http://schemas.microsoft.com/office/drawing/2014/main" id="{A8A347D8-C89E-4EA8-8030-1E9A994354CD}"/>
              </a:ext>
            </a:extLst>
          </p:cNvPr>
          <p:cNvSpPr>
            <a:spLocks noGrp="1"/>
          </p:cNvSpPr>
          <p:nvPr/>
        </p:nvSpPr>
        <p:spPr>
          <a:xfrm>
            <a:off x="15344775" y="7038975"/>
            <a:ext cx="180975" cy="180975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BDD1DD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25" name="path-222">
            <a:extLst>
              <a:ext uri="{FF2B5EF4-FFF2-40B4-BE49-F238E27FC236}">
                <a16:creationId xmlns:a16="http://schemas.microsoft.com/office/drawing/2014/main" id="{B9562C8E-0078-4E32-B846-6F2518024D04}"/>
              </a:ext>
            </a:extLst>
          </p:cNvPr>
          <p:cNvSpPr>
            <a:spLocks noGrp="1"/>
          </p:cNvSpPr>
          <p:nvPr/>
        </p:nvSpPr>
        <p:spPr>
          <a:xfrm>
            <a:off x="15573375" y="7038975"/>
            <a:ext cx="180975" cy="180975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DF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26" name="path-223">
            <a:extLst>
              <a:ext uri="{FF2B5EF4-FFF2-40B4-BE49-F238E27FC236}">
                <a16:creationId xmlns:a16="http://schemas.microsoft.com/office/drawing/2014/main" id="{A7CC0CB1-96BC-413D-AE81-CE89FB4751A8}"/>
              </a:ext>
            </a:extLst>
          </p:cNvPr>
          <p:cNvSpPr>
            <a:spLocks noGrp="1"/>
          </p:cNvSpPr>
          <p:nvPr/>
        </p:nvSpPr>
        <p:spPr>
          <a:xfrm>
            <a:off x="15801975" y="7038975"/>
            <a:ext cx="180975" cy="180975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0DF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27" name="path-224">
            <a:extLst>
              <a:ext uri="{FF2B5EF4-FFF2-40B4-BE49-F238E27FC236}">
                <a16:creationId xmlns:a16="http://schemas.microsoft.com/office/drawing/2014/main" id="{1BE63697-5AE8-478D-BD34-0966AB505B16}"/>
              </a:ext>
            </a:extLst>
          </p:cNvPr>
          <p:cNvSpPr>
            <a:spLocks noGrp="1"/>
          </p:cNvSpPr>
          <p:nvPr/>
        </p:nvSpPr>
        <p:spPr>
          <a:xfrm>
            <a:off x="16030575" y="7038975"/>
            <a:ext cx="180975" cy="180975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B3C9D7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28" name="path-225">
            <a:extLst>
              <a:ext uri="{FF2B5EF4-FFF2-40B4-BE49-F238E27FC236}">
                <a16:creationId xmlns:a16="http://schemas.microsoft.com/office/drawing/2014/main" id="{1A0418B3-742E-4684-B155-3E8A103D6260}"/>
              </a:ext>
            </a:extLst>
          </p:cNvPr>
          <p:cNvSpPr>
            <a:spLocks noGrp="1"/>
          </p:cNvSpPr>
          <p:nvPr/>
        </p:nvSpPr>
        <p:spPr>
          <a:xfrm>
            <a:off x="16259175" y="7038975"/>
            <a:ext cx="180975" cy="180975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5F8BA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29" name="path-226">
            <a:extLst>
              <a:ext uri="{FF2B5EF4-FFF2-40B4-BE49-F238E27FC236}">
                <a16:creationId xmlns:a16="http://schemas.microsoft.com/office/drawing/2014/main" id="{54DF4B84-F4DE-49C4-A6E0-A6A2CE796FD6}"/>
              </a:ext>
            </a:extLst>
          </p:cNvPr>
          <p:cNvSpPr>
            <a:spLocks noGrp="1"/>
          </p:cNvSpPr>
          <p:nvPr/>
        </p:nvSpPr>
        <p:spPr>
          <a:xfrm>
            <a:off x="13744575" y="7267575"/>
            <a:ext cx="180975" cy="180975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EDD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30" name="path-227">
            <a:extLst>
              <a:ext uri="{FF2B5EF4-FFF2-40B4-BE49-F238E27FC236}">
                <a16:creationId xmlns:a16="http://schemas.microsoft.com/office/drawing/2014/main" id="{F87020B7-673A-49EB-B975-D06097D55561}"/>
              </a:ext>
            </a:extLst>
          </p:cNvPr>
          <p:cNvSpPr>
            <a:spLocks noGrp="1"/>
          </p:cNvSpPr>
          <p:nvPr/>
        </p:nvSpPr>
        <p:spPr>
          <a:xfrm>
            <a:off x="13973175" y="7267575"/>
            <a:ext cx="180975" cy="180975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E0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31" name="path-228">
            <a:extLst>
              <a:ext uri="{FF2B5EF4-FFF2-40B4-BE49-F238E27FC236}">
                <a16:creationId xmlns:a16="http://schemas.microsoft.com/office/drawing/2014/main" id="{A3360EEB-D9AA-45C4-B033-921F5A18F457}"/>
              </a:ext>
            </a:extLst>
          </p:cNvPr>
          <p:cNvSpPr>
            <a:spLocks noGrp="1"/>
          </p:cNvSpPr>
          <p:nvPr/>
        </p:nvSpPr>
        <p:spPr>
          <a:xfrm>
            <a:off x="14201775" y="7267575"/>
            <a:ext cx="180975" cy="180975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8D9E3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32" name="path-229">
            <a:extLst>
              <a:ext uri="{FF2B5EF4-FFF2-40B4-BE49-F238E27FC236}">
                <a16:creationId xmlns:a16="http://schemas.microsoft.com/office/drawing/2014/main" id="{E718D3F1-FCFE-47DA-8E53-91B60E011ADA}"/>
              </a:ext>
            </a:extLst>
          </p:cNvPr>
          <p:cNvSpPr>
            <a:spLocks noGrp="1"/>
          </p:cNvSpPr>
          <p:nvPr/>
        </p:nvSpPr>
        <p:spPr>
          <a:xfrm>
            <a:off x="14430375" y="7267575"/>
            <a:ext cx="180975" cy="180975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8AABC0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33" name="path-230">
            <a:extLst>
              <a:ext uri="{FF2B5EF4-FFF2-40B4-BE49-F238E27FC236}">
                <a16:creationId xmlns:a16="http://schemas.microsoft.com/office/drawing/2014/main" id="{DF6CA084-178C-492D-B4AC-5E76AA043AD6}"/>
              </a:ext>
            </a:extLst>
          </p:cNvPr>
          <p:cNvSpPr>
            <a:spLocks noGrp="1"/>
          </p:cNvSpPr>
          <p:nvPr/>
        </p:nvSpPr>
        <p:spPr>
          <a:xfrm>
            <a:off x="14658975" y="7267575"/>
            <a:ext cx="180975" cy="180975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3B7194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34" name="path-231">
            <a:extLst>
              <a:ext uri="{FF2B5EF4-FFF2-40B4-BE49-F238E27FC236}">
                <a16:creationId xmlns:a16="http://schemas.microsoft.com/office/drawing/2014/main" id="{35EDD18A-DB29-4240-8398-E7D73DF1F95B}"/>
              </a:ext>
            </a:extLst>
          </p:cNvPr>
          <p:cNvSpPr>
            <a:spLocks noGrp="1"/>
          </p:cNvSpPr>
          <p:nvPr/>
        </p:nvSpPr>
        <p:spPr>
          <a:xfrm>
            <a:off x="14887575" y="7267575"/>
            <a:ext cx="180975" cy="180975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4F809F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35" name="path-232">
            <a:extLst>
              <a:ext uri="{FF2B5EF4-FFF2-40B4-BE49-F238E27FC236}">
                <a16:creationId xmlns:a16="http://schemas.microsoft.com/office/drawing/2014/main" id="{16736BC8-8C77-4459-8DC7-06292733D613}"/>
              </a:ext>
            </a:extLst>
          </p:cNvPr>
          <p:cNvSpPr>
            <a:spLocks noGrp="1"/>
          </p:cNvSpPr>
          <p:nvPr/>
        </p:nvSpPr>
        <p:spPr>
          <a:xfrm>
            <a:off x="15116175" y="7267575"/>
            <a:ext cx="180975" cy="180975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A6BFD0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36" name="path-233">
            <a:extLst>
              <a:ext uri="{FF2B5EF4-FFF2-40B4-BE49-F238E27FC236}">
                <a16:creationId xmlns:a16="http://schemas.microsoft.com/office/drawing/2014/main" id="{7E15F708-18F7-40B6-B79E-54535952E845}"/>
              </a:ext>
            </a:extLst>
          </p:cNvPr>
          <p:cNvSpPr>
            <a:spLocks noGrp="1"/>
          </p:cNvSpPr>
          <p:nvPr/>
        </p:nvSpPr>
        <p:spPr>
          <a:xfrm>
            <a:off x="15344775" y="7267575"/>
            <a:ext cx="180975" cy="180975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FDEE7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37" name="path-234">
            <a:extLst>
              <a:ext uri="{FF2B5EF4-FFF2-40B4-BE49-F238E27FC236}">
                <a16:creationId xmlns:a16="http://schemas.microsoft.com/office/drawing/2014/main" id="{4F3CFFC0-D9E5-4618-B090-764D2DDBBABD}"/>
              </a:ext>
            </a:extLst>
          </p:cNvPr>
          <p:cNvSpPr>
            <a:spLocks noGrp="1"/>
          </p:cNvSpPr>
          <p:nvPr/>
        </p:nvSpPr>
        <p:spPr>
          <a:xfrm>
            <a:off x="15573375" y="7267575"/>
            <a:ext cx="180975" cy="180975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E0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38" name="path-235">
            <a:extLst>
              <a:ext uri="{FF2B5EF4-FFF2-40B4-BE49-F238E27FC236}">
                <a16:creationId xmlns:a16="http://schemas.microsoft.com/office/drawing/2014/main" id="{0C03BAC7-661D-4CDD-8759-2FCC376EA4E2}"/>
              </a:ext>
            </a:extLst>
          </p:cNvPr>
          <p:cNvSpPr>
            <a:spLocks noGrp="1"/>
          </p:cNvSpPr>
          <p:nvPr/>
        </p:nvSpPr>
        <p:spPr>
          <a:xfrm>
            <a:off x="15801975" y="7267575"/>
            <a:ext cx="180975" cy="180975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5D7E2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39" name="path-236">
            <a:extLst>
              <a:ext uri="{FF2B5EF4-FFF2-40B4-BE49-F238E27FC236}">
                <a16:creationId xmlns:a16="http://schemas.microsoft.com/office/drawing/2014/main" id="{8B8A0C85-1D5E-4A4C-A95F-D33E5A7A9B44}"/>
              </a:ext>
            </a:extLst>
          </p:cNvPr>
          <p:cNvSpPr>
            <a:spLocks noGrp="1"/>
          </p:cNvSpPr>
          <p:nvPr/>
        </p:nvSpPr>
        <p:spPr>
          <a:xfrm>
            <a:off x="16030575" y="7267575"/>
            <a:ext cx="180975" cy="180975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81A5BB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40" name="path-237">
            <a:extLst>
              <a:ext uri="{FF2B5EF4-FFF2-40B4-BE49-F238E27FC236}">
                <a16:creationId xmlns:a16="http://schemas.microsoft.com/office/drawing/2014/main" id="{20F84EAF-C54F-4D9F-8DB1-A9A2ECA54194}"/>
              </a:ext>
            </a:extLst>
          </p:cNvPr>
          <p:cNvSpPr>
            <a:spLocks noGrp="1"/>
          </p:cNvSpPr>
          <p:nvPr/>
        </p:nvSpPr>
        <p:spPr>
          <a:xfrm>
            <a:off x="16259175" y="7267575"/>
            <a:ext cx="180975" cy="180975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386F92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41" name="path-238">
            <a:extLst>
              <a:ext uri="{FF2B5EF4-FFF2-40B4-BE49-F238E27FC236}">
                <a16:creationId xmlns:a16="http://schemas.microsoft.com/office/drawing/2014/main" id="{4696F3AD-6D16-4494-8128-FE6AAD0DA4E2}"/>
              </a:ext>
            </a:extLst>
          </p:cNvPr>
          <p:cNvSpPr>
            <a:spLocks noGrp="1"/>
          </p:cNvSpPr>
          <p:nvPr/>
        </p:nvSpPr>
        <p:spPr>
          <a:xfrm>
            <a:off x="13744575" y="7496175"/>
            <a:ext cx="180975" cy="180975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E0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42" name="path-239">
            <a:extLst>
              <a:ext uri="{FF2B5EF4-FFF2-40B4-BE49-F238E27FC236}">
                <a16:creationId xmlns:a16="http://schemas.microsoft.com/office/drawing/2014/main" id="{A39C50C2-AB57-4B41-B80E-EE0B53B7A33A}"/>
              </a:ext>
            </a:extLst>
          </p:cNvPr>
          <p:cNvSpPr>
            <a:spLocks noGrp="1"/>
          </p:cNvSpPr>
          <p:nvPr/>
        </p:nvSpPr>
        <p:spPr>
          <a:xfrm>
            <a:off x="13973175" y="7496175"/>
            <a:ext cx="180975" cy="180975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FDEE7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43" name="path-240">
            <a:extLst>
              <a:ext uri="{FF2B5EF4-FFF2-40B4-BE49-F238E27FC236}">
                <a16:creationId xmlns:a16="http://schemas.microsoft.com/office/drawing/2014/main" id="{88B30EE5-5B42-42D7-9113-1D8562D48CBA}"/>
              </a:ext>
            </a:extLst>
          </p:cNvPr>
          <p:cNvSpPr>
            <a:spLocks noGrp="1"/>
          </p:cNvSpPr>
          <p:nvPr/>
        </p:nvSpPr>
        <p:spPr>
          <a:xfrm>
            <a:off x="14201775" y="7496175"/>
            <a:ext cx="180975" cy="180975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A9C2D2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44" name="path-241">
            <a:extLst>
              <a:ext uri="{FF2B5EF4-FFF2-40B4-BE49-F238E27FC236}">
                <a16:creationId xmlns:a16="http://schemas.microsoft.com/office/drawing/2014/main" id="{09E7F508-8A4E-46EF-80CE-F5391DD8EC84}"/>
              </a:ext>
            </a:extLst>
          </p:cNvPr>
          <p:cNvSpPr>
            <a:spLocks noGrp="1"/>
          </p:cNvSpPr>
          <p:nvPr/>
        </p:nvSpPr>
        <p:spPr>
          <a:xfrm>
            <a:off x="14430375" y="7496175"/>
            <a:ext cx="180975" cy="180975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5282A1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45" name="path-242">
            <a:extLst>
              <a:ext uri="{FF2B5EF4-FFF2-40B4-BE49-F238E27FC236}">
                <a16:creationId xmlns:a16="http://schemas.microsoft.com/office/drawing/2014/main" id="{2BB86E1B-7150-437E-AA04-F8EAE952BF96}"/>
              </a:ext>
            </a:extLst>
          </p:cNvPr>
          <p:cNvSpPr>
            <a:spLocks noGrp="1"/>
          </p:cNvSpPr>
          <p:nvPr/>
        </p:nvSpPr>
        <p:spPr>
          <a:xfrm>
            <a:off x="14658975" y="7496175"/>
            <a:ext cx="180975" cy="180975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3A7093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46" name="path-243">
            <a:extLst>
              <a:ext uri="{FF2B5EF4-FFF2-40B4-BE49-F238E27FC236}">
                <a16:creationId xmlns:a16="http://schemas.microsoft.com/office/drawing/2014/main" id="{B38FC2CB-F2AF-4742-AC29-A5C791298CB6}"/>
              </a:ext>
            </a:extLst>
          </p:cNvPr>
          <p:cNvSpPr>
            <a:spLocks noGrp="1"/>
          </p:cNvSpPr>
          <p:nvPr/>
        </p:nvSpPr>
        <p:spPr>
          <a:xfrm>
            <a:off x="14887575" y="7496175"/>
            <a:ext cx="180975" cy="180975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86A8BE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47" name="path-244">
            <a:extLst>
              <a:ext uri="{FF2B5EF4-FFF2-40B4-BE49-F238E27FC236}">
                <a16:creationId xmlns:a16="http://schemas.microsoft.com/office/drawing/2014/main" id="{94ECA86C-D002-4EF9-AB70-9279C17DEBF8}"/>
              </a:ext>
            </a:extLst>
          </p:cNvPr>
          <p:cNvSpPr>
            <a:spLocks noGrp="1"/>
          </p:cNvSpPr>
          <p:nvPr/>
        </p:nvSpPr>
        <p:spPr>
          <a:xfrm>
            <a:off x="15116175" y="7496175"/>
            <a:ext cx="180975" cy="180975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7D8E3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48" name="path-245">
            <a:extLst>
              <a:ext uri="{FF2B5EF4-FFF2-40B4-BE49-F238E27FC236}">
                <a16:creationId xmlns:a16="http://schemas.microsoft.com/office/drawing/2014/main" id="{E27F66F2-4575-45DA-9412-493071161874}"/>
              </a:ext>
            </a:extLst>
          </p:cNvPr>
          <p:cNvSpPr>
            <a:spLocks noGrp="1"/>
          </p:cNvSpPr>
          <p:nvPr/>
        </p:nvSpPr>
        <p:spPr>
          <a:xfrm>
            <a:off x="15344775" y="7496175"/>
            <a:ext cx="180975" cy="180975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E0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49" name="path-246">
            <a:extLst>
              <a:ext uri="{FF2B5EF4-FFF2-40B4-BE49-F238E27FC236}">
                <a16:creationId xmlns:a16="http://schemas.microsoft.com/office/drawing/2014/main" id="{0711E4D6-CDFC-4A59-B920-AE00DE45235F}"/>
              </a:ext>
            </a:extLst>
          </p:cNvPr>
          <p:cNvSpPr>
            <a:spLocks noGrp="1"/>
          </p:cNvSpPr>
          <p:nvPr/>
        </p:nvSpPr>
        <p:spPr>
          <a:xfrm>
            <a:off x="15573375" y="7496175"/>
            <a:ext cx="180975" cy="180975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EDDE7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50" name="path-247">
            <a:extLst>
              <a:ext uri="{FF2B5EF4-FFF2-40B4-BE49-F238E27FC236}">
                <a16:creationId xmlns:a16="http://schemas.microsoft.com/office/drawing/2014/main" id="{32920BB1-1D25-49CB-A0DE-975640B0E304}"/>
              </a:ext>
            </a:extLst>
          </p:cNvPr>
          <p:cNvSpPr>
            <a:spLocks noGrp="1"/>
          </p:cNvSpPr>
          <p:nvPr/>
        </p:nvSpPr>
        <p:spPr>
          <a:xfrm>
            <a:off x="15801975" y="7496175"/>
            <a:ext cx="180975" cy="180975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A1BCCD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51" name="path-248">
            <a:extLst>
              <a:ext uri="{FF2B5EF4-FFF2-40B4-BE49-F238E27FC236}">
                <a16:creationId xmlns:a16="http://schemas.microsoft.com/office/drawing/2014/main" id="{544E6C35-6A2B-4124-AFA2-84254FDBF069}"/>
              </a:ext>
            </a:extLst>
          </p:cNvPr>
          <p:cNvSpPr>
            <a:spLocks noGrp="1"/>
          </p:cNvSpPr>
          <p:nvPr/>
        </p:nvSpPr>
        <p:spPr>
          <a:xfrm>
            <a:off x="16030575" y="7496175"/>
            <a:ext cx="180975" cy="180975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4B7D9D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52" name="path-249">
            <a:extLst>
              <a:ext uri="{FF2B5EF4-FFF2-40B4-BE49-F238E27FC236}">
                <a16:creationId xmlns:a16="http://schemas.microsoft.com/office/drawing/2014/main" id="{5C2BEFF0-0193-4524-AF20-92B65DA090A4}"/>
              </a:ext>
            </a:extLst>
          </p:cNvPr>
          <p:cNvSpPr>
            <a:spLocks noGrp="1"/>
          </p:cNvSpPr>
          <p:nvPr/>
        </p:nvSpPr>
        <p:spPr>
          <a:xfrm>
            <a:off x="16259175" y="7496175"/>
            <a:ext cx="180975" cy="180975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3E7395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53" name="path-250">
            <a:extLst>
              <a:ext uri="{FF2B5EF4-FFF2-40B4-BE49-F238E27FC236}">
                <a16:creationId xmlns:a16="http://schemas.microsoft.com/office/drawing/2014/main" id="{CAE6394C-C36B-4F6B-A2F7-584E60561160}"/>
              </a:ext>
            </a:extLst>
          </p:cNvPr>
          <p:cNvSpPr>
            <a:spLocks noGrp="1"/>
          </p:cNvSpPr>
          <p:nvPr/>
        </p:nvSpPr>
        <p:spPr>
          <a:xfrm>
            <a:off x="13744575" y="7724775"/>
            <a:ext cx="180975" cy="180975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E0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54" name="path-251">
            <a:extLst>
              <a:ext uri="{FF2B5EF4-FFF2-40B4-BE49-F238E27FC236}">
                <a16:creationId xmlns:a16="http://schemas.microsoft.com/office/drawing/2014/main" id="{8CC6DC41-D64D-470E-9945-BFC37E6AE1F6}"/>
              </a:ext>
            </a:extLst>
          </p:cNvPr>
          <p:cNvSpPr>
            <a:spLocks noGrp="1"/>
          </p:cNvSpPr>
          <p:nvPr/>
        </p:nvSpPr>
        <p:spPr>
          <a:xfrm>
            <a:off x="13973175" y="7724775"/>
            <a:ext cx="180975" cy="180975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BFD2DE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55" name="path-252">
            <a:extLst>
              <a:ext uri="{FF2B5EF4-FFF2-40B4-BE49-F238E27FC236}">
                <a16:creationId xmlns:a16="http://schemas.microsoft.com/office/drawing/2014/main" id="{3FE8A893-73C5-4FFA-BBF1-662AD9A118A2}"/>
              </a:ext>
            </a:extLst>
          </p:cNvPr>
          <p:cNvSpPr>
            <a:spLocks noGrp="1"/>
          </p:cNvSpPr>
          <p:nvPr/>
        </p:nvSpPr>
        <p:spPr>
          <a:xfrm>
            <a:off x="14201775" y="7724775"/>
            <a:ext cx="180975" cy="180975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729AB3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56" name="path-253">
            <a:extLst>
              <a:ext uri="{FF2B5EF4-FFF2-40B4-BE49-F238E27FC236}">
                <a16:creationId xmlns:a16="http://schemas.microsoft.com/office/drawing/2014/main" id="{6D3A056E-302F-4803-BC42-20C536F02A8E}"/>
              </a:ext>
            </a:extLst>
          </p:cNvPr>
          <p:cNvSpPr>
            <a:spLocks noGrp="1"/>
          </p:cNvSpPr>
          <p:nvPr/>
        </p:nvSpPr>
        <p:spPr>
          <a:xfrm>
            <a:off x="14430375" y="7724775"/>
            <a:ext cx="180975" cy="180975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346C90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57" name="path-254">
            <a:extLst>
              <a:ext uri="{FF2B5EF4-FFF2-40B4-BE49-F238E27FC236}">
                <a16:creationId xmlns:a16="http://schemas.microsoft.com/office/drawing/2014/main" id="{E33B8C70-3874-4528-9B4F-6DAFA66C366B}"/>
              </a:ext>
            </a:extLst>
          </p:cNvPr>
          <p:cNvSpPr>
            <a:spLocks noGrp="1"/>
          </p:cNvSpPr>
          <p:nvPr/>
        </p:nvSpPr>
        <p:spPr>
          <a:xfrm>
            <a:off x="14658975" y="7724775"/>
            <a:ext cx="180975" cy="180975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648FAB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58" name="path-255">
            <a:extLst>
              <a:ext uri="{FF2B5EF4-FFF2-40B4-BE49-F238E27FC236}">
                <a16:creationId xmlns:a16="http://schemas.microsoft.com/office/drawing/2014/main" id="{7864529E-D628-42C3-AE0B-7FAA5CD876CF}"/>
              </a:ext>
            </a:extLst>
          </p:cNvPr>
          <p:cNvSpPr>
            <a:spLocks noGrp="1"/>
          </p:cNvSpPr>
          <p:nvPr/>
        </p:nvSpPr>
        <p:spPr>
          <a:xfrm>
            <a:off x="14887575" y="7724775"/>
            <a:ext cx="180975" cy="180975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B7CCD9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59" name="path-256">
            <a:extLst>
              <a:ext uri="{FF2B5EF4-FFF2-40B4-BE49-F238E27FC236}">
                <a16:creationId xmlns:a16="http://schemas.microsoft.com/office/drawing/2014/main" id="{FB194D82-BE35-47F0-9EBC-B54B50C06CCE}"/>
              </a:ext>
            </a:extLst>
          </p:cNvPr>
          <p:cNvSpPr>
            <a:spLocks noGrp="1"/>
          </p:cNvSpPr>
          <p:nvPr/>
        </p:nvSpPr>
        <p:spPr>
          <a:xfrm>
            <a:off x="15116175" y="7724775"/>
            <a:ext cx="180975" cy="180975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DF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60" name="path-257">
            <a:extLst>
              <a:ext uri="{FF2B5EF4-FFF2-40B4-BE49-F238E27FC236}">
                <a16:creationId xmlns:a16="http://schemas.microsoft.com/office/drawing/2014/main" id="{816A66D4-AAEB-44E9-AC44-8A47810DF776}"/>
              </a:ext>
            </a:extLst>
          </p:cNvPr>
          <p:cNvSpPr>
            <a:spLocks noGrp="1"/>
          </p:cNvSpPr>
          <p:nvPr/>
        </p:nvSpPr>
        <p:spPr>
          <a:xfrm>
            <a:off x="15344775" y="7724775"/>
            <a:ext cx="180975" cy="180975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DF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61" name="path-258">
            <a:extLst>
              <a:ext uri="{FF2B5EF4-FFF2-40B4-BE49-F238E27FC236}">
                <a16:creationId xmlns:a16="http://schemas.microsoft.com/office/drawing/2014/main" id="{06D7380D-6A53-4BA2-8963-A97235FF6056}"/>
              </a:ext>
            </a:extLst>
          </p:cNvPr>
          <p:cNvSpPr>
            <a:spLocks noGrp="1"/>
          </p:cNvSpPr>
          <p:nvPr/>
        </p:nvSpPr>
        <p:spPr>
          <a:xfrm>
            <a:off x="15573375" y="7724775"/>
            <a:ext cx="180975" cy="180975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BACFDB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62" name="path-259">
            <a:extLst>
              <a:ext uri="{FF2B5EF4-FFF2-40B4-BE49-F238E27FC236}">
                <a16:creationId xmlns:a16="http://schemas.microsoft.com/office/drawing/2014/main" id="{ABBFF461-3C13-4C59-87E7-1BA3BBDA51E9}"/>
              </a:ext>
            </a:extLst>
          </p:cNvPr>
          <p:cNvSpPr>
            <a:spLocks noGrp="1"/>
          </p:cNvSpPr>
          <p:nvPr/>
        </p:nvSpPr>
        <p:spPr>
          <a:xfrm>
            <a:off x="15801975" y="7724775"/>
            <a:ext cx="180975" cy="180975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6A93AE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63" name="path-260">
            <a:extLst>
              <a:ext uri="{FF2B5EF4-FFF2-40B4-BE49-F238E27FC236}">
                <a16:creationId xmlns:a16="http://schemas.microsoft.com/office/drawing/2014/main" id="{6ED4C75B-CD8B-4229-AA0A-74F30A9C1A0F}"/>
              </a:ext>
            </a:extLst>
          </p:cNvPr>
          <p:cNvSpPr>
            <a:spLocks noGrp="1"/>
          </p:cNvSpPr>
          <p:nvPr/>
        </p:nvSpPr>
        <p:spPr>
          <a:xfrm>
            <a:off x="16030575" y="7724775"/>
            <a:ext cx="180975" cy="180975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346C90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64" name="path-261">
            <a:extLst>
              <a:ext uri="{FF2B5EF4-FFF2-40B4-BE49-F238E27FC236}">
                <a16:creationId xmlns:a16="http://schemas.microsoft.com/office/drawing/2014/main" id="{5ECA6C2F-A8FF-43DC-A664-6D00438B75BE}"/>
              </a:ext>
            </a:extLst>
          </p:cNvPr>
          <p:cNvSpPr>
            <a:spLocks noGrp="1"/>
          </p:cNvSpPr>
          <p:nvPr/>
        </p:nvSpPr>
        <p:spPr>
          <a:xfrm>
            <a:off x="16259175" y="7724775"/>
            <a:ext cx="180975" cy="180975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6C95B0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65" name="path-262">
            <a:extLst>
              <a:ext uri="{FF2B5EF4-FFF2-40B4-BE49-F238E27FC236}">
                <a16:creationId xmlns:a16="http://schemas.microsoft.com/office/drawing/2014/main" id="{7C9FA821-9E0D-4702-9778-E3F90F56A594}"/>
              </a:ext>
            </a:extLst>
          </p:cNvPr>
          <p:cNvSpPr>
            <a:spLocks noGrp="1"/>
          </p:cNvSpPr>
          <p:nvPr/>
        </p:nvSpPr>
        <p:spPr>
          <a:xfrm>
            <a:off x="13744575" y="7953375"/>
            <a:ext cx="180975" cy="180975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BDBE5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66" name="path-263">
            <a:extLst>
              <a:ext uri="{FF2B5EF4-FFF2-40B4-BE49-F238E27FC236}">
                <a16:creationId xmlns:a16="http://schemas.microsoft.com/office/drawing/2014/main" id="{C877292D-4FE9-4ACE-9DCA-BEE6D166CD97}"/>
              </a:ext>
            </a:extLst>
          </p:cNvPr>
          <p:cNvSpPr>
            <a:spLocks noGrp="1"/>
          </p:cNvSpPr>
          <p:nvPr/>
        </p:nvSpPr>
        <p:spPr>
          <a:xfrm>
            <a:off x="13973175" y="7953375"/>
            <a:ext cx="180975" cy="180975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94B3C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67" name="path-264">
            <a:extLst>
              <a:ext uri="{FF2B5EF4-FFF2-40B4-BE49-F238E27FC236}">
                <a16:creationId xmlns:a16="http://schemas.microsoft.com/office/drawing/2014/main" id="{5DE1C58E-1143-4C3A-A784-81AB74D2ECBE}"/>
              </a:ext>
            </a:extLst>
          </p:cNvPr>
          <p:cNvSpPr>
            <a:spLocks noGrp="1"/>
          </p:cNvSpPr>
          <p:nvPr/>
        </p:nvSpPr>
        <p:spPr>
          <a:xfrm>
            <a:off x="14201775" y="7953375"/>
            <a:ext cx="180975" cy="180975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417697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68" name="path-265">
            <a:extLst>
              <a:ext uri="{FF2B5EF4-FFF2-40B4-BE49-F238E27FC236}">
                <a16:creationId xmlns:a16="http://schemas.microsoft.com/office/drawing/2014/main" id="{69EC55F9-57D7-4212-A3AB-3970324A0675}"/>
              </a:ext>
            </a:extLst>
          </p:cNvPr>
          <p:cNvSpPr>
            <a:spLocks noGrp="1"/>
          </p:cNvSpPr>
          <p:nvPr/>
        </p:nvSpPr>
        <p:spPr>
          <a:xfrm>
            <a:off x="14430375" y="7953375"/>
            <a:ext cx="180975" cy="180975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467A9A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69" name="path-266">
            <a:extLst>
              <a:ext uri="{FF2B5EF4-FFF2-40B4-BE49-F238E27FC236}">
                <a16:creationId xmlns:a16="http://schemas.microsoft.com/office/drawing/2014/main" id="{91C6DB8C-0C8E-4CE2-BD4D-9CB79619D046}"/>
              </a:ext>
            </a:extLst>
          </p:cNvPr>
          <p:cNvSpPr>
            <a:spLocks noGrp="1"/>
          </p:cNvSpPr>
          <p:nvPr/>
        </p:nvSpPr>
        <p:spPr>
          <a:xfrm>
            <a:off x="14658975" y="7953375"/>
            <a:ext cx="180975" cy="180975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9CB8CA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70" name="path-267">
            <a:extLst>
              <a:ext uri="{FF2B5EF4-FFF2-40B4-BE49-F238E27FC236}">
                <a16:creationId xmlns:a16="http://schemas.microsoft.com/office/drawing/2014/main" id="{96176644-D097-44A8-8F27-A2634A23EC18}"/>
              </a:ext>
            </a:extLst>
          </p:cNvPr>
          <p:cNvSpPr>
            <a:spLocks noGrp="1"/>
          </p:cNvSpPr>
          <p:nvPr/>
        </p:nvSpPr>
        <p:spPr>
          <a:xfrm>
            <a:off x="14887575" y="7953375"/>
            <a:ext cx="180975" cy="180975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DDD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71" name="path-268">
            <a:extLst>
              <a:ext uri="{FF2B5EF4-FFF2-40B4-BE49-F238E27FC236}">
                <a16:creationId xmlns:a16="http://schemas.microsoft.com/office/drawing/2014/main" id="{41545B2A-2A0A-45B2-A878-91DC6AD97053}"/>
              </a:ext>
            </a:extLst>
          </p:cNvPr>
          <p:cNvSpPr>
            <a:spLocks noGrp="1"/>
          </p:cNvSpPr>
          <p:nvPr/>
        </p:nvSpPr>
        <p:spPr>
          <a:xfrm>
            <a:off x="15116175" y="7953375"/>
            <a:ext cx="180975" cy="180975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E0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72" name="path-269">
            <a:extLst>
              <a:ext uri="{FF2B5EF4-FFF2-40B4-BE49-F238E27FC236}">
                <a16:creationId xmlns:a16="http://schemas.microsoft.com/office/drawing/2014/main" id="{91FF800E-D048-4B3A-AF38-1EEA4883FE9A}"/>
              </a:ext>
            </a:extLst>
          </p:cNvPr>
          <p:cNvSpPr>
            <a:spLocks noGrp="1"/>
          </p:cNvSpPr>
          <p:nvPr/>
        </p:nvSpPr>
        <p:spPr>
          <a:xfrm>
            <a:off x="15344775" y="7953375"/>
            <a:ext cx="180975" cy="180975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9DAE4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73" name="path-270">
            <a:extLst>
              <a:ext uri="{FF2B5EF4-FFF2-40B4-BE49-F238E27FC236}">
                <a16:creationId xmlns:a16="http://schemas.microsoft.com/office/drawing/2014/main" id="{426CE33E-8D31-45D0-99C3-BF5B943874EF}"/>
              </a:ext>
            </a:extLst>
          </p:cNvPr>
          <p:cNvSpPr>
            <a:spLocks noGrp="1"/>
          </p:cNvSpPr>
          <p:nvPr/>
        </p:nvSpPr>
        <p:spPr>
          <a:xfrm>
            <a:off x="15573375" y="7953375"/>
            <a:ext cx="180975" cy="180975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8CADC1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74" name="path-271">
            <a:extLst>
              <a:ext uri="{FF2B5EF4-FFF2-40B4-BE49-F238E27FC236}">
                <a16:creationId xmlns:a16="http://schemas.microsoft.com/office/drawing/2014/main" id="{31EFE6C8-CE3F-4B0C-B72C-A5A700C17C6E}"/>
              </a:ext>
            </a:extLst>
          </p:cNvPr>
          <p:cNvSpPr>
            <a:spLocks noGrp="1"/>
          </p:cNvSpPr>
          <p:nvPr/>
        </p:nvSpPr>
        <p:spPr>
          <a:xfrm>
            <a:off x="15801975" y="7953375"/>
            <a:ext cx="180975" cy="180975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3C7295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75" name="path-272">
            <a:extLst>
              <a:ext uri="{FF2B5EF4-FFF2-40B4-BE49-F238E27FC236}">
                <a16:creationId xmlns:a16="http://schemas.microsoft.com/office/drawing/2014/main" id="{14A0AD83-FDC0-47A0-908B-ED60BE2C6CA7}"/>
              </a:ext>
            </a:extLst>
          </p:cNvPr>
          <p:cNvSpPr>
            <a:spLocks noGrp="1"/>
          </p:cNvSpPr>
          <p:nvPr/>
        </p:nvSpPr>
        <p:spPr>
          <a:xfrm>
            <a:off x="16030575" y="7953375"/>
            <a:ext cx="180975" cy="180975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4D7E9E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76" name="path-273">
            <a:extLst>
              <a:ext uri="{FF2B5EF4-FFF2-40B4-BE49-F238E27FC236}">
                <a16:creationId xmlns:a16="http://schemas.microsoft.com/office/drawing/2014/main" id="{74AC32C3-5D37-4092-98A2-09F1DCD95427}"/>
              </a:ext>
            </a:extLst>
          </p:cNvPr>
          <p:cNvSpPr>
            <a:spLocks noGrp="1"/>
          </p:cNvSpPr>
          <p:nvPr/>
        </p:nvSpPr>
        <p:spPr>
          <a:xfrm>
            <a:off x="16259175" y="7953375"/>
            <a:ext cx="180975" cy="180975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A4BECF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77" name="path-274">
            <a:extLst>
              <a:ext uri="{FF2B5EF4-FFF2-40B4-BE49-F238E27FC236}">
                <a16:creationId xmlns:a16="http://schemas.microsoft.com/office/drawing/2014/main" id="{F02E5EF3-976B-4EE3-87F1-0854C8337281}"/>
              </a:ext>
            </a:extLst>
          </p:cNvPr>
          <p:cNvSpPr>
            <a:spLocks noGrp="1"/>
          </p:cNvSpPr>
          <p:nvPr/>
        </p:nvSpPr>
        <p:spPr>
          <a:xfrm>
            <a:off x="13744575" y="8181975"/>
            <a:ext cx="180975" cy="180975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B1C8D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78" name="path-275">
            <a:extLst>
              <a:ext uri="{FF2B5EF4-FFF2-40B4-BE49-F238E27FC236}">
                <a16:creationId xmlns:a16="http://schemas.microsoft.com/office/drawing/2014/main" id="{DFA9DB1D-3A55-426F-AF80-ADA0C2FDA573}"/>
              </a:ext>
            </a:extLst>
          </p:cNvPr>
          <p:cNvSpPr>
            <a:spLocks noGrp="1"/>
          </p:cNvSpPr>
          <p:nvPr/>
        </p:nvSpPr>
        <p:spPr>
          <a:xfrm>
            <a:off x="13973175" y="8181975"/>
            <a:ext cx="180975" cy="180975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5C89A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79" name="path-276">
            <a:extLst>
              <a:ext uri="{FF2B5EF4-FFF2-40B4-BE49-F238E27FC236}">
                <a16:creationId xmlns:a16="http://schemas.microsoft.com/office/drawing/2014/main" id="{7C5DEC7F-4551-4360-8165-DC68DA815532}"/>
              </a:ext>
            </a:extLst>
          </p:cNvPr>
          <p:cNvSpPr>
            <a:spLocks noGrp="1"/>
          </p:cNvSpPr>
          <p:nvPr/>
        </p:nvSpPr>
        <p:spPr>
          <a:xfrm>
            <a:off x="14201775" y="8181975"/>
            <a:ext cx="180975" cy="180975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366D91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80" name="path-277">
            <a:extLst>
              <a:ext uri="{FF2B5EF4-FFF2-40B4-BE49-F238E27FC236}">
                <a16:creationId xmlns:a16="http://schemas.microsoft.com/office/drawing/2014/main" id="{95009EA3-76AE-4F28-AABE-8529C85ACB47}"/>
              </a:ext>
            </a:extLst>
          </p:cNvPr>
          <p:cNvSpPr>
            <a:spLocks noGrp="1"/>
          </p:cNvSpPr>
          <p:nvPr/>
        </p:nvSpPr>
        <p:spPr>
          <a:xfrm>
            <a:off x="14430375" y="8181975"/>
            <a:ext cx="180975" cy="180975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7BA0B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81" name="path-278">
            <a:extLst>
              <a:ext uri="{FF2B5EF4-FFF2-40B4-BE49-F238E27FC236}">
                <a16:creationId xmlns:a16="http://schemas.microsoft.com/office/drawing/2014/main" id="{03D0A6A1-5285-45EF-BC7A-05406E33CA09}"/>
              </a:ext>
            </a:extLst>
          </p:cNvPr>
          <p:cNvSpPr>
            <a:spLocks noGrp="1"/>
          </p:cNvSpPr>
          <p:nvPr/>
        </p:nvSpPr>
        <p:spPr>
          <a:xfrm>
            <a:off x="14658975" y="8181975"/>
            <a:ext cx="180975" cy="180975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3D5E0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82" name="path-279">
            <a:extLst>
              <a:ext uri="{FF2B5EF4-FFF2-40B4-BE49-F238E27FC236}">
                <a16:creationId xmlns:a16="http://schemas.microsoft.com/office/drawing/2014/main" id="{EF5B97F9-F360-4DCB-AED3-759B9BABA919}"/>
              </a:ext>
            </a:extLst>
          </p:cNvPr>
          <p:cNvSpPr>
            <a:spLocks noGrp="1"/>
          </p:cNvSpPr>
          <p:nvPr/>
        </p:nvSpPr>
        <p:spPr>
          <a:xfrm>
            <a:off x="14887575" y="8181975"/>
            <a:ext cx="180975" cy="180975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E0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83" name="path-280">
            <a:extLst>
              <a:ext uri="{FF2B5EF4-FFF2-40B4-BE49-F238E27FC236}">
                <a16:creationId xmlns:a16="http://schemas.microsoft.com/office/drawing/2014/main" id="{A7E66C71-ADEA-4272-8294-1E10617FE99A}"/>
              </a:ext>
            </a:extLst>
          </p:cNvPr>
          <p:cNvSpPr>
            <a:spLocks noGrp="1"/>
          </p:cNvSpPr>
          <p:nvPr/>
        </p:nvSpPr>
        <p:spPr>
          <a:xfrm>
            <a:off x="15116175" y="8181975"/>
            <a:ext cx="180975" cy="180975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0DEE7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84" name="path-281">
            <a:extLst>
              <a:ext uri="{FF2B5EF4-FFF2-40B4-BE49-F238E27FC236}">
                <a16:creationId xmlns:a16="http://schemas.microsoft.com/office/drawing/2014/main" id="{B756F57F-EDFA-4DA6-9991-FDEE14562617}"/>
              </a:ext>
            </a:extLst>
          </p:cNvPr>
          <p:cNvSpPr>
            <a:spLocks noGrp="1"/>
          </p:cNvSpPr>
          <p:nvPr/>
        </p:nvSpPr>
        <p:spPr>
          <a:xfrm>
            <a:off x="15344775" y="8181975"/>
            <a:ext cx="180975" cy="180975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AAC3D3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85" name="path-282">
            <a:extLst>
              <a:ext uri="{FF2B5EF4-FFF2-40B4-BE49-F238E27FC236}">
                <a16:creationId xmlns:a16="http://schemas.microsoft.com/office/drawing/2014/main" id="{6FCB5EE0-F4AD-4378-837E-1426F0F25812}"/>
              </a:ext>
            </a:extLst>
          </p:cNvPr>
          <p:cNvSpPr>
            <a:spLocks noGrp="1"/>
          </p:cNvSpPr>
          <p:nvPr/>
        </p:nvSpPr>
        <p:spPr>
          <a:xfrm>
            <a:off x="15573375" y="8181975"/>
            <a:ext cx="180975" cy="180975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5483A2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86" name="path-283">
            <a:extLst>
              <a:ext uri="{FF2B5EF4-FFF2-40B4-BE49-F238E27FC236}">
                <a16:creationId xmlns:a16="http://schemas.microsoft.com/office/drawing/2014/main" id="{B952173E-00C9-4B0E-98E5-006F63AC2D2A}"/>
              </a:ext>
            </a:extLst>
          </p:cNvPr>
          <p:cNvSpPr>
            <a:spLocks noGrp="1"/>
          </p:cNvSpPr>
          <p:nvPr/>
        </p:nvSpPr>
        <p:spPr>
          <a:xfrm>
            <a:off x="15801975" y="8181975"/>
            <a:ext cx="180975" cy="180975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396F93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87" name="path-284">
            <a:extLst>
              <a:ext uri="{FF2B5EF4-FFF2-40B4-BE49-F238E27FC236}">
                <a16:creationId xmlns:a16="http://schemas.microsoft.com/office/drawing/2014/main" id="{040669C0-580E-495C-A637-C69098E4AEA8}"/>
              </a:ext>
            </a:extLst>
          </p:cNvPr>
          <p:cNvSpPr>
            <a:spLocks noGrp="1"/>
          </p:cNvSpPr>
          <p:nvPr/>
        </p:nvSpPr>
        <p:spPr>
          <a:xfrm>
            <a:off x="16030575" y="8181975"/>
            <a:ext cx="180975" cy="180975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84A7BD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88" name="path-285">
            <a:extLst>
              <a:ext uri="{FF2B5EF4-FFF2-40B4-BE49-F238E27FC236}">
                <a16:creationId xmlns:a16="http://schemas.microsoft.com/office/drawing/2014/main" id="{11371DA0-52EA-40FB-ADE2-300427B586AA}"/>
              </a:ext>
            </a:extLst>
          </p:cNvPr>
          <p:cNvSpPr>
            <a:spLocks noGrp="1"/>
          </p:cNvSpPr>
          <p:nvPr/>
        </p:nvSpPr>
        <p:spPr>
          <a:xfrm>
            <a:off x="16259175" y="8181975"/>
            <a:ext cx="180975" cy="180975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6D8E2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89" name="path-286">
            <a:extLst>
              <a:ext uri="{FF2B5EF4-FFF2-40B4-BE49-F238E27FC236}">
                <a16:creationId xmlns:a16="http://schemas.microsoft.com/office/drawing/2014/main" id="{10F75A8B-8B88-4E28-A1C3-D26D654E940D}"/>
              </a:ext>
            </a:extLst>
          </p:cNvPr>
          <p:cNvSpPr>
            <a:spLocks noGrp="1"/>
          </p:cNvSpPr>
          <p:nvPr/>
        </p:nvSpPr>
        <p:spPr>
          <a:xfrm>
            <a:off x="13744575" y="8410575"/>
            <a:ext cx="180975" cy="180975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7DA2B9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90" name="path-287">
            <a:extLst>
              <a:ext uri="{FF2B5EF4-FFF2-40B4-BE49-F238E27FC236}">
                <a16:creationId xmlns:a16="http://schemas.microsoft.com/office/drawing/2014/main" id="{3C06A932-A6A6-4BC0-9D53-8FCDBB9EEFCB}"/>
              </a:ext>
            </a:extLst>
          </p:cNvPr>
          <p:cNvSpPr>
            <a:spLocks noGrp="1"/>
          </p:cNvSpPr>
          <p:nvPr/>
        </p:nvSpPr>
        <p:spPr>
          <a:xfrm>
            <a:off x="13973175" y="8410575"/>
            <a:ext cx="180975" cy="180975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376E91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91" name="path-288">
            <a:extLst>
              <a:ext uri="{FF2B5EF4-FFF2-40B4-BE49-F238E27FC236}">
                <a16:creationId xmlns:a16="http://schemas.microsoft.com/office/drawing/2014/main" id="{E8B691FB-FEB4-4242-BFD9-879A204509EE}"/>
              </a:ext>
            </a:extLst>
          </p:cNvPr>
          <p:cNvSpPr>
            <a:spLocks noGrp="1"/>
          </p:cNvSpPr>
          <p:nvPr/>
        </p:nvSpPr>
        <p:spPr>
          <a:xfrm>
            <a:off x="14201775" y="8410575"/>
            <a:ext cx="180975" cy="180975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5987A5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92" name="path-289">
            <a:extLst>
              <a:ext uri="{FF2B5EF4-FFF2-40B4-BE49-F238E27FC236}">
                <a16:creationId xmlns:a16="http://schemas.microsoft.com/office/drawing/2014/main" id="{BE4B980F-7F97-4DD2-B426-607201EAA0B6}"/>
              </a:ext>
            </a:extLst>
          </p:cNvPr>
          <p:cNvSpPr>
            <a:spLocks noGrp="1"/>
          </p:cNvSpPr>
          <p:nvPr/>
        </p:nvSpPr>
        <p:spPr>
          <a:xfrm>
            <a:off x="14430375" y="8410575"/>
            <a:ext cx="180975" cy="180975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AFC6D5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93" name="path-290">
            <a:extLst>
              <a:ext uri="{FF2B5EF4-FFF2-40B4-BE49-F238E27FC236}">
                <a16:creationId xmlns:a16="http://schemas.microsoft.com/office/drawing/2014/main" id="{CD6005E3-8A05-49D0-94DF-F071400DC96E}"/>
              </a:ext>
            </a:extLst>
          </p:cNvPr>
          <p:cNvSpPr>
            <a:spLocks noGrp="1"/>
          </p:cNvSpPr>
          <p:nvPr/>
        </p:nvSpPr>
        <p:spPr>
          <a:xfrm>
            <a:off x="14658975" y="8410575"/>
            <a:ext cx="180975" cy="180975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0DF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94" name="path-291">
            <a:extLst>
              <a:ext uri="{FF2B5EF4-FFF2-40B4-BE49-F238E27FC236}">
                <a16:creationId xmlns:a16="http://schemas.microsoft.com/office/drawing/2014/main" id="{CD3FE049-9C5C-48E5-A5FF-F7EB2F616F53}"/>
              </a:ext>
            </a:extLst>
          </p:cNvPr>
          <p:cNvSpPr>
            <a:spLocks noGrp="1"/>
          </p:cNvSpPr>
          <p:nvPr/>
        </p:nvSpPr>
        <p:spPr>
          <a:xfrm>
            <a:off x="14887575" y="8410575"/>
            <a:ext cx="180975" cy="180975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E0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95" name="path-292">
            <a:extLst>
              <a:ext uri="{FF2B5EF4-FFF2-40B4-BE49-F238E27FC236}">
                <a16:creationId xmlns:a16="http://schemas.microsoft.com/office/drawing/2014/main" id="{11EEDC07-D174-4E53-AF78-7478B2CCEE36}"/>
              </a:ext>
            </a:extLst>
          </p:cNvPr>
          <p:cNvSpPr>
            <a:spLocks noGrp="1"/>
          </p:cNvSpPr>
          <p:nvPr/>
        </p:nvSpPr>
        <p:spPr>
          <a:xfrm>
            <a:off x="15116175" y="8410575"/>
            <a:ext cx="180975" cy="180975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0D3DF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96" name="path-293">
            <a:extLst>
              <a:ext uri="{FF2B5EF4-FFF2-40B4-BE49-F238E27FC236}">
                <a16:creationId xmlns:a16="http://schemas.microsoft.com/office/drawing/2014/main" id="{CC0352FD-A0B5-49B3-9095-B4A594C0146C}"/>
              </a:ext>
            </a:extLst>
          </p:cNvPr>
          <p:cNvSpPr>
            <a:spLocks noGrp="1"/>
          </p:cNvSpPr>
          <p:nvPr/>
        </p:nvSpPr>
        <p:spPr>
          <a:xfrm>
            <a:off x="15344775" y="8410575"/>
            <a:ext cx="180975" cy="180975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759CB4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97" name="path-294">
            <a:extLst>
              <a:ext uri="{FF2B5EF4-FFF2-40B4-BE49-F238E27FC236}">
                <a16:creationId xmlns:a16="http://schemas.microsoft.com/office/drawing/2014/main" id="{8F078B80-9561-4651-BF2B-0EAF81EF60B4}"/>
              </a:ext>
            </a:extLst>
          </p:cNvPr>
          <p:cNvSpPr>
            <a:spLocks noGrp="1"/>
          </p:cNvSpPr>
          <p:nvPr/>
        </p:nvSpPr>
        <p:spPr>
          <a:xfrm>
            <a:off x="15573375" y="8410575"/>
            <a:ext cx="180975" cy="180975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356D90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98" name="path-295">
            <a:extLst>
              <a:ext uri="{FF2B5EF4-FFF2-40B4-BE49-F238E27FC236}">
                <a16:creationId xmlns:a16="http://schemas.microsoft.com/office/drawing/2014/main" id="{62F12BCA-7014-411D-A485-EF0DD8B70190}"/>
              </a:ext>
            </a:extLst>
          </p:cNvPr>
          <p:cNvSpPr>
            <a:spLocks noGrp="1"/>
          </p:cNvSpPr>
          <p:nvPr/>
        </p:nvSpPr>
        <p:spPr>
          <a:xfrm>
            <a:off x="15801975" y="8410575"/>
            <a:ext cx="180975" cy="180975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618DAA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99" name="path-296">
            <a:extLst>
              <a:ext uri="{FF2B5EF4-FFF2-40B4-BE49-F238E27FC236}">
                <a16:creationId xmlns:a16="http://schemas.microsoft.com/office/drawing/2014/main" id="{69BC5A82-ABEA-4995-BD8A-0BC50D72965F}"/>
              </a:ext>
            </a:extLst>
          </p:cNvPr>
          <p:cNvSpPr>
            <a:spLocks noGrp="1"/>
          </p:cNvSpPr>
          <p:nvPr/>
        </p:nvSpPr>
        <p:spPr>
          <a:xfrm>
            <a:off x="16030575" y="8410575"/>
            <a:ext cx="180975" cy="180975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B5CBD9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300" name="path-297">
            <a:extLst>
              <a:ext uri="{FF2B5EF4-FFF2-40B4-BE49-F238E27FC236}">
                <a16:creationId xmlns:a16="http://schemas.microsoft.com/office/drawing/2014/main" id="{35F19380-1181-4E5A-A2B8-05EBEB396AB3}"/>
              </a:ext>
            </a:extLst>
          </p:cNvPr>
          <p:cNvSpPr>
            <a:spLocks noGrp="1"/>
          </p:cNvSpPr>
          <p:nvPr/>
        </p:nvSpPr>
        <p:spPr>
          <a:xfrm>
            <a:off x="16259175" y="8410575"/>
            <a:ext cx="180975" cy="180975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DF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301" name="visual-298">
            <a:extLst>
              <a:ext uri="{FF2B5EF4-FFF2-40B4-BE49-F238E27FC236}">
                <a16:creationId xmlns:a16="http://schemas.microsoft.com/office/drawing/2014/main" id="{AD5CB1C1-B814-4D35-8DD4-4F2ABBFD4AB7}"/>
              </a:ext>
            </a:extLst>
          </p:cNvPr>
          <p:cNvSpPr>
            <a:spLocks noGrp="1"/>
          </p:cNvSpPr>
          <p:nvPr/>
        </p:nvSpPr>
        <p:spPr>
          <a:xfrm>
            <a:off x="14649450" y="7715250"/>
            <a:ext cx="200025" cy="200025"/>
          </a:xfrm>
          <a:prstGeom prst="rect">
            <a:avLst/>
          </a:prstGeom>
          <a:noFill/>
          <a:ln w="13335">
            <a:solidFill>
              <a:srgbClr val="2C7A86"/>
            </a:solidFill>
            <a:prstDash val="solid"/>
          </a:ln>
        </p:spPr>
      </p:sp>
      <p:sp>
        <p:nvSpPr>
          <p:cNvPr id="302" name="visual-299">
            <a:extLst>
              <a:ext uri="{FF2B5EF4-FFF2-40B4-BE49-F238E27FC236}">
                <a16:creationId xmlns:a16="http://schemas.microsoft.com/office/drawing/2014/main" id="{1E444CF9-C3DF-4E32-9CE2-4B6A61B957EE}"/>
              </a:ext>
            </a:extLst>
          </p:cNvPr>
          <p:cNvSpPr>
            <a:spLocks noGrp="1"/>
          </p:cNvSpPr>
          <p:nvPr/>
        </p:nvSpPr>
        <p:spPr>
          <a:xfrm>
            <a:off x="14878050" y="7715250"/>
            <a:ext cx="200025" cy="200025"/>
          </a:xfrm>
          <a:prstGeom prst="rect">
            <a:avLst/>
          </a:prstGeom>
          <a:noFill/>
          <a:ln w="27623">
            <a:solidFill>
              <a:srgbClr val="2C7A86"/>
            </a:solidFill>
            <a:prstDash val="solid"/>
          </a:ln>
        </p:spPr>
      </p:sp>
      <p:sp>
        <p:nvSpPr>
          <p:cNvPr id="303" name="visual-300">
            <a:extLst>
              <a:ext uri="{FF2B5EF4-FFF2-40B4-BE49-F238E27FC236}">
                <a16:creationId xmlns:a16="http://schemas.microsoft.com/office/drawing/2014/main" id="{846780D9-2502-4074-BFBE-77BF698FCEC7}"/>
              </a:ext>
            </a:extLst>
          </p:cNvPr>
          <p:cNvSpPr>
            <a:spLocks noGrp="1"/>
          </p:cNvSpPr>
          <p:nvPr/>
        </p:nvSpPr>
        <p:spPr>
          <a:xfrm>
            <a:off x="15106650" y="7715250"/>
            <a:ext cx="200025" cy="200025"/>
          </a:xfrm>
          <a:prstGeom prst="rect">
            <a:avLst/>
          </a:prstGeom>
          <a:noFill/>
          <a:ln w="13335">
            <a:solidFill>
              <a:srgbClr val="2C7A86"/>
            </a:solidFill>
            <a:prstDash val="solid"/>
          </a:ln>
        </p:spPr>
      </p:sp>
      <p:sp>
        <p:nvSpPr>
          <p:cNvPr id="304" name="visual-301">
            <a:extLst>
              <a:ext uri="{FF2B5EF4-FFF2-40B4-BE49-F238E27FC236}">
                <a16:creationId xmlns:a16="http://schemas.microsoft.com/office/drawing/2014/main" id="{F3653DB4-90DF-4D6C-834A-D3B47EABADC9}"/>
              </a:ext>
            </a:extLst>
          </p:cNvPr>
          <p:cNvSpPr>
            <a:spLocks noGrp="1"/>
          </p:cNvSpPr>
          <p:nvPr/>
        </p:nvSpPr>
        <p:spPr>
          <a:xfrm>
            <a:off x="15335250" y="7715250"/>
            <a:ext cx="200025" cy="200025"/>
          </a:xfrm>
          <a:prstGeom prst="rect">
            <a:avLst/>
          </a:prstGeom>
          <a:noFill/>
          <a:ln w="13335">
            <a:solidFill>
              <a:srgbClr val="2C7A86"/>
            </a:solidFill>
            <a:prstDash val="solid"/>
          </a:ln>
        </p:spPr>
      </p:sp>
      <p:sp>
        <p:nvSpPr>
          <p:cNvPr id="305" name="path-302">
            <a:extLst>
              <a:ext uri="{FF2B5EF4-FFF2-40B4-BE49-F238E27FC236}">
                <a16:creationId xmlns:a16="http://schemas.microsoft.com/office/drawing/2014/main" id="{BA8F6558-A5AB-4551-B0C1-D8AB230B4013}"/>
              </a:ext>
            </a:extLst>
          </p:cNvPr>
          <p:cNvSpPr>
            <a:spLocks noGrp="1"/>
          </p:cNvSpPr>
          <p:nvPr/>
        </p:nvSpPr>
        <p:spPr>
          <a:xfrm>
            <a:off x="13668375" y="6724650"/>
            <a:ext cx="953" cy="1914525"/>
          </a:xfrm>
          <a:custGeom>
            <a:avLst/>
            <a:gdLst/>
            <a:ahLst/>
            <a:cxnLst/>
            <a:rect l="0" t="0" r="0" b="0"/>
            <a:pathLst>
              <a:path w="953" h="1914525">
                <a:moveTo>
                  <a:pt x="0" y="0"/>
                </a:moveTo>
                <a:lnTo>
                  <a:pt x="0" y="1914525"/>
                </a:lnTo>
              </a:path>
            </a:pathLst>
          </a:custGeom>
          <a:noFill/>
          <a:ln w="15240">
            <a:solidFill>
              <a:srgbClr val="56788E"/>
            </a:solidFill>
            <a:prstDash val="solid"/>
          </a:ln>
        </p:spPr>
      </p:sp>
      <p:sp>
        <p:nvSpPr>
          <p:cNvPr id="306" name="visual-303">
            <a:extLst>
              <a:ext uri="{FF2B5EF4-FFF2-40B4-BE49-F238E27FC236}">
                <a16:creationId xmlns:a16="http://schemas.microsoft.com/office/drawing/2014/main" id="{179557A0-9191-4D6D-8E56-5B6B5732F38B}"/>
              </a:ext>
            </a:extLst>
          </p:cNvPr>
          <p:cNvSpPr>
            <a:spLocks noGrp="1"/>
          </p:cNvSpPr>
          <p:nvPr/>
        </p:nvSpPr>
        <p:spPr>
          <a:xfrm rot="16200000">
            <a:off x="12582525" y="7458075"/>
            <a:ext cx="15335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0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Elements</a:t>
            </a:r>
          </a:p>
        </p:txBody>
      </p:sp>
      <p:sp>
        <p:nvSpPr>
          <p:cNvPr id="307" name="path-304">
            <a:extLst>
              <a:ext uri="{FF2B5EF4-FFF2-40B4-BE49-F238E27FC236}">
                <a16:creationId xmlns:a16="http://schemas.microsoft.com/office/drawing/2014/main" id="{EE5841D9-EE17-4F7C-8734-6B68F4585D8C}"/>
              </a:ext>
            </a:extLst>
          </p:cNvPr>
          <p:cNvSpPr>
            <a:spLocks noGrp="1"/>
          </p:cNvSpPr>
          <p:nvPr/>
        </p:nvSpPr>
        <p:spPr>
          <a:xfrm>
            <a:off x="13744575" y="8839200"/>
            <a:ext cx="2667000" cy="953"/>
          </a:xfrm>
          <a:custGeom>
            <a:avLst/>
            <a:gdLst/>
            <a:ahLst/>
            <a:cxnLst/>
            <a:rect l="0" t="0" r="0" b="0"/>
            <a:pathLst>
              <a:path w="2667000" h="953">
                <a:moveTo>
                  <a:pt x="0" y="0"/>
                </a:moveTo>
                <a:lnTo>
                  <a:pt x="2667000" y="0"/>
                </a:lnTo>
              </a:path>
            </a:pathLst>
          </a:custGeom>
          <a:noFill/>
          <a:ln w="15240">
            <a:solidFill>
              <a:srgbClr val="56788E"/>
            </a:solidFill>
            <a:prstDash val="solid"/>
          </a:ln>
        </p:spPr>
      </p:sp>
      <p:sp>
        <p:nvSpPr>
          <p:cNvPr id="308" name="path-305">
            <a:extLst>
              <a:ext uri="{FF2B5EF4-FFF2-40B4-BE49-F238E27FC236}">
                <a16:creationId xmlns:a16="http://schemas.microsoft.com/office/drawing/2014/main" id="{6D6A1102-F9BB-4605-B41C-33E66005E97C}"/>
              </a:ext>
            </a:extLst>
          </p:cNvPr>
          <p:cNvSpPr>
            <a:spLocks noGrp="1"/>
          </p:cNvSpPr>
          <p:nvPr/>
        </p:nvSpPr>
        <p:spPr>
          <a:xfrm>
            <a:off x="16392525" y="8801100"/>
            <a:ext cx="95250" cy="76200"/>
          </a:xfrm>
          <a:custGeom>
            <a:avLst/>
            <a:gdLst/>
            <a:ahLst/>
            <a:cxnLst/>
            <a:rect l="0" t="0" r="0" b="0"/>
            <a:pathLst>
              <a:path w="95250" h="76200">
                <a:moveTo>
                  <a:pt x="95250" y="38100"/>
                </a:move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56788E"/>
          </a:solidFill>
          <a:ln w="0">
            <a:noFill/>
            <a:prstDash val="solid"/>
          </a:ln>
        </p:spPr>
      </p:sp>
      <p:sp>
        <p:nvSpPr>
          <p:cNvPr id="309" name="visual-306">
            <a:extLst>
              <a:ext uri="{FF2B5EF4-FFF2-40B4-BE49-F238E27FC236}">
                <a16:creationId xmlns:a16="http://schemas.microsoft.com/office/drawing/2014/main" id="{D04E20CE-C373-4AA5-9230-65CEE83B670E}"/>
              </a:ext>
            </a:extLst>
          </p:cNvPr>
          <p:cNvSpPr>
            <a:spLocks noGrp="1"/>
          </p:cNvSpPr>
          <p:nvPr/>
        </p:nvSpPr>
        <p:spPr>
          <a:xfrm>
            <a:off x="13830300" y="9124950"/>
            <a:ext cx="26670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75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Time / subslots</a:t>
            </a:r>
          </a:p>
        </p:txBody>
      </p:sp>
      <p:sp>
        <p:nvSpPr>
          <p:cNvPr id="310" name="path-307">
            <a:extLst>
              <a:ext uri="{FF2B5EF4-FFF2-40B4-BE49-F238E27FC236}">
                <a16:creationId xmlns:a16="http://schemas.microsoft.com/office/drawing/2014/main" id="{6604D212-A0FF-4FD5-A1D4-3B291D29A9F0}"/>
              </a:ext>
            </a:extLst>
          </p:cNvPr>
          <p:cNvSpPr>
            <a:spLocks noGrp="1"/>
          </p:cNvSpPr>
          <p:nvPr/>
        </p:nvSpPr>
        <p:spPr>
          <a:xfrm>
            <a:off x="14658975" y="9639300"/>
            <a:ext cx="953" cy="76200"/>
          </a:xfrm>
          <a:custGeom>
            <a:avLst/>
            <a:gdLst/>
            <a:ahLst/>
            <a:cxnLst/>
            <a:rect l="0" t="0" r="0" b="0"/>
            <a:pathLst>
              <a:path w="953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/>
          <a:ln w="17145">
            <a:solidFill>
              <a:srgbClr val="2C7A86"/>
            </a:solidFill>
            <a:prstDash val="solid"/>
          </a:ln>
        </p:spPr>
      </p:sp>
      <p:sp>
        <p:nvSpPr>
          <p:cNvPr id="311" name="path-308">
            <a:extLst>
              <a:ext uri="{FF2B5EF4-FFF2-40B4-BE49-F238E27FC236}">
                <a16:creationId xmlns:a16="http://schemas.microsoft.com/office/drawing/2014/main" id="{0A0334C3-B535-41D4-A7C6-B523F0D2B91A}"/>
              </a:ext>
            </a:extLst>
          </p:cNvPr>
          <p:cNvSpPr>
            <a:spLocks noGrp="1"/>
          </p:cNvSpPr>
          <p:nvPr/>
        </p:nvSpPr>
        <p:spPr>
          <a:xfrm>
            <a:off x="14658975" y="9715500"/>
            <a:ext cx="866775" cy="953"/>
          </a:xfrm>
          <a:custGeom>
            <a:avLst/>
            <a:gdLst/>
            <a:ahLst/>
            <a:cxnLst/>
            <a:rect l="0" t="0" r="0" b="0"/>
            <a:pathLst>
              <a:path w="866775" h="953">
                <a:moveTo>
                  <a:pt x="0" y="0"/>
                </a:moveTo>
                <a:lnTo>
                  <a:pt x="866775" y="0"/>
                </a:lnTo>
              </a:path>
            </a:pathLst>
          </a:custGeom>
          <a:noFill/>
          <a:ln w="17145">
            <a:solidFill>
              <a:srgbClr val="2C7A86"/>
            </a:solidFill>
            <a:prstDash val="solid"/>
          </a:ln>
        </p:spPr>
      </p:sp>
      <p:sp>
        <p:nvSpPr>
          <p:cNvPr id="312" name="path-309">
            <a:extLst>
              <a:ext uri="{FF2B5EF4-FFF2-40B4-BE49-F238E27FC236}">
                <a16:creationId xmlns:a16="http://schemas.microsoft.com/office/drawing/2014/main" id="{22D4C68C-87AE-46B6-96DB-A2EE158DDC6C}"/>
              </a:ext>
            </a:extLst>
          </p:cNvPr>
          <p:cNvSpPr>
            <a:spLocks noGrp="1"/>
          </p:cNvSpPr>
          <p:nvPr/>
        </p:nvSpPr>
        <p:spPr>
          <a:xfrm>
            <a:off x="15525750" y="9639300"/>
            <a:ext cx="953" cy="76200"/>
          </a:xfrm>
          <a:custGeom>
            <a:avLst/>
            <a:gdLst/>
            <a:ahLst/>
            <a:cxnLst/>
            <a:rect l="0" t="0" r="0" b="0"/>
            <a:pathLst>
              <a:path w="953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noFill/>
          <a:ln w="17145">
            <a:solidFill>
              <a:srgbClr val="2C7A86"/>
            </a:solidFill>
            <a:prstDash val="solid"/>
          </a:ln>
        </p:spPr>
      </p:sp>
      <p:sp>
        <p:nvSpPr>
          <p:cNvPr id="313" name="visual-310">
            <a:extLst>
              <a:ext uri="{FF2B5EF4-FFF2-40B4-BE49-F238E27FC236}">
                <a16:creationId xmlns:a16="http://schemas.microsoft.com/office/drawing/2014/main" id="{BE1F26F8-9F8D-40C6-97E4-7545AE611144}"/>
              </a:ext>
            </a:extLst>
          </p:cNvPr>
          <p:cNvSpPr>
            <a:spLocks noGrp="1"/>
          </p:cNvSpPr>
          <p:nvPr/>
        </p:nvSpPr>
        <p:spPr>
          <a:xfrm>
            <a:off x="14363700" y="9772650"/>
            <a:ext cx="14859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75">
                <a:solidFill>
                  <a:srgbClr val="2C7A8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>
                <a:solidFill>
                  <a:srgbClr val="2C7A86"/>
                </a:solidFill>
                <a:latin typeface="Times New Roman"/>
                <a:ea typeface="Times New Roman"/>
                <a:cs typeface="Times New Roman"/>
              </a:rPr>
              <a:t>Symbol k</a:t>
            </a:r>
          </a:p>
        </p:txBody>
      </p:sp>
      <p:sp>
        <p:nvSpPr>
          <p:cNvPr id="314" name="path-311">
            <a:extLst>
              <a:ext uri="{FF2B5EF4-FFF2-40B4-BE49-F238E27FC236}">
                <a16:creationId xmlns:a16="http://schemas.microsoft.com/office/drawing/2014/main" id="{C0AC8326-870F-416B-9575-1333B2E9FD47}"/>
              </a:ext>
            </a:extLst>
          </p:cNvPr>
          <p:cNvSpPr>
            <a:spLocks noGrp="1"/>
          </p:cNvSpPr>
          <p:nvPr/>
        </p:nvSpPr>
        <p:spPr>
          <a:xfrm>
            <a:off x="12192000" y="9810750"/>
            <a:ext cx="1409700" cy="953"/>
          </a:xfrm>
          <a:custGeom>
            <a:avLst/>
            <a:gdLst/>
            <a:ahLst/>
            <a:cxnLst/>
            <a:rect l="0" t="0" r="0" b="0"/>
            <a:pathLst>
              <a:path w="1409700" h="953">
                <a:moveTo>
                  <a:pt x="0" y="0"/>
                </a:moveTo>
                <a:lnTo>
                  <a:pt x="1409700" y="0"/>
                </a:lnTo>
              </a:path>
            </a:pathLst>
          </a:custGeom>
          <a:noFill/>
          <a:ln w="17145">
            <a:solidFill>
              <a:srgbClr val="2C7A86"/>
            </a:solidFill>
            <a:prstDash val="solid"/>
          </a:ln>
        </p:spPr>
      </p:sp>
      <p:sp>
        <p:nvSpPr>
          <p:cNvPr id="315" name="path-312">
            <a:extLst>
              <a:ext uri="{FF2B5EF4-FFF2-40B4-BE49-F238E27FC236}">
                <a16:creationId xmlns:a16="http://schemas.microsoft.com/office/drawing/2014/main" id="{69FEB577-27EC-4BB3-93F4-5949E51DD790}"/>
              </a:ext>
            </a:extLst>
          </p:cNvPr>
          <p:cNvSpPr>
            <a:spLocks noGrp="1"/>
          </p:cNvSpPr>
          <p:nvPr/>
        </p:nvSpPr>
        <p:spPr>
          <a:xfrm>
            <a:off x="13601700" y="7810500"/>
            <a:ext cx="953" cy="2000250"/>
          </a:xfrm>
          <a:custGeom>
            <a:avLst/>
            <a:gdLst/>
            <a:ahLst/>
            <a:cxnLst/>
            <a:rect l="0" t="0" r="0" b="0"/>
            <a:pathLst>
              <a:path w="953" h="2000250">
                <a:moveTo>
                  <a:pt x="0" y="2000250"/>
                </a:moveTo>
                <a:lnTo>
                  <a:pt x="0" y="0"/>
                </a:lnTo>
              </a:path>
            </a:pathLst>
          </a:custGeom>
          <a:noFill/>
          <a:ln w="17145">
            <a:solidFill>
              <a:srgbClr val="2C7A86"/>
            </a:solidFill>
            <a:prstDash val="solid"/>
          </a:ln>
        </p:spPr>
      </p:sp>
      <p:sp>
        <p:nvSpPr>
          <p:cNvPr id="316" name="path-313">
            <a:extLst>
              <a:ext uri="{FF2B5EF4-FFF2-40B4-BE49-F238E27FC236}">
                <a16:creationId xmlns:a16="http://schemas.microsoft.com/office/drawing/2014/main" id="{80843E64-612F-46A7-8CD1-B511F7989DA5}"/>
              </a:ext>
            </a:extLst>
          </p:cNvPr>
          <p:cNvSpPr>
            <a:spLocks noGrp="1"/>
          </p:cNvSpPr>
          <p:nvPr/>
        </p:nvSpPr>
        <p:spPr>
          <a:xfrm>
            <a:off x="13601700" y="7810500"/>
            <a:ext cx="1165860" cy="953"/>
          </a:xfrm>
          <a:custGeom>
            <a:avLst/>
            <a:gdLst/>
            <a:ahLst/>
            <a:cxnLst/>
            <a:rect l="0" t="0" r="0" b="0"/>
            <a:pathLst>
              <a:path w="1165860" h="953">
                <a:moveTo>
                  <a:pt x="0" y="0"/>
                </a:moveTo>
                <a:lnTo>
                  <a:pt x="1165860" y="0"/>
                </a:lnTo>
              </a:path>
            </a:pathLst>
          </a:custGeom>
          <a:noFill/>
          <a:ln w="17145">
            <a:solidFill>
              <a:srgbClr val="2C7A86"/>
            </a:solidFill>
            <a:prstDash val="solid"/>
          </a:ln>
        </p:spPr>
      </p:sp>
      <p:sp>
        <p:nvSpPr>
          <p:cNvPr id="317" name="path-314">
            <a:extLst>
              <a:ext uri="{FF2B5EF4-FFF2-40B4-BE49-F238E27FC236}">
                <a16:creationId xmlns:a16="http://schemas.microsoft.com/office/drawing/2014/main" id="{2D129097-43D2-4829-BC0E-4B7FF94EB67F}"/>
              </a:ext>
            </a:extLst>
          </p:cNvPr>
          <p:cNvSpPr>
            <a:spLocks noGrp="1"/>
          </p:cNvSpPr>
          <p:nvPr/>
        </p:nvSpPr>
        <p:spPr>
          <a:xfrm>
            <a:off x="14744700" y="7764780"/>
            <a:ext cx="114300" cy="91440"/>
          </a:xfrm>
          <a:custGeom>
            <a:avLst/>
            <a:gdLst/>
            <a:ahLst/>
            <a:cxnLst/>
            <a:rect l="0" t="0" r="0" b="0"/>
            <a:pathLst>
              <a:path w="114300" h="91440">
                <a:moveTo>
                  <a:pt x="114300" y="45720"/>
                </a:moveTo>
                <a:lnTo>
                  <a:pt x="0" y="91440"/>
                </a:lnTo>
                <a:lnTo>
                  <a:pt x="0" y="0"/>
                </a:lnTo>
                <a:close/>
              </a:path>
            </a:pathLst>
          </a:custGeom>
          <a:solidFill>
            <a:srgbClr val="2C7A86"/>
          </a:solidFill>
          <a:ln w="0">
            <a:noFill/>
            <a:prstDash val="solid"/>
          </a:ln>
        </p:spPr>
      </p:sp>
      <p:sp>
        <p:nvSpPr>
          <p:cNvPr id="318" name="visual-315">
            <a:extLst>
              <a:ext uri="{FF2B5EF4-FFF2-40B4-BE49-F238E27FC236}">
                <a16:creationId xmlns:a16="http://schemas.microsoft.com/office/drawing/2014/main" id="{12B1E919-6DF1-407F-84C7-06A3E51ADEBC}"/>
              </a:ext>
            </a:extLst>
          </p:cNvPr>
          <p:cNvSpPr>
            <a:spLocks noGrp="1"/>
          </p:cNvSpPr>
          <p:nvPr/>
        </p:nvSpPr>
        <p:spPr>
          <a:xfrm>
            <a:off x="13192125" y="10287000"/>
            <a:ext cx="36099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250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M N</a:t>
            </a:r>
            <a:r>
              <a:rPr sz="1620" baseline="-23000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r</a:t>
            </a:r>
            <a:r>
              <a:rPr sz="2250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 samples per symbol</a:t>
            </a:r>
          </a:p>
        </p:txBody>
      </p:sp>
      <p:sp>
        <p:nvSpPr>
          <p:cNvPr id="319" name="visual-316">
            <a:extLst>
              <a:ext uri="{FF2B5EF4-FFF2-40B4-BE49-F238E27FC236}">
                <a16:creationId xmlns:a16="http://schemas.microsoft.com/office/drawing/2014/main" id="{EAC8F4E1-BB15-4DFB-BE0F-03127357CC35}"/>
              </a:ext>
            </a:extLst>
          </p:cNvPr>
          <p:cNvSpPr>
            <a:spLocks noGrp="1"/>
          </p:cNvSpPr>
          <p:nvPr/>
        </p:nvSpPr>
        <p:spPr>
          <a:xfrm>
            <a:off x="13211175" y="10687050"/>
            <a:ext cx="361950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0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Intensity-only observations</a:t>
            </a:r>
          </a:p>
        </p:txBody>
      </p:sp>
    </p:spTree>
    <p:extLst>
      <p:ext uri="{BB962C8B-B14F-4D97-AF65-F5344CB8AC3E}">
        <p14:creationId xmlns:p14="http://schemas.microsoft.com/office/powerpoint/2010/main" val="138565605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241</TotalTime>
  <Words>346</Words>
  <Application>Microsoft Office PowerPoint</Application>
  <DocSecurity>0</DocSecurity>
  <PresentationFormat>自定义</PresentationFormat>
  <Paragraphs>47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Calibri</vt:lpstr>
      <vt:lpstr>Times New Roman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Feng</cp:lastModifiedBy>
  <cp:revision>3</cp:revision>
  <dcterms:created xsi:type="dcterms:W3CDTF">2026-09-10T11:24:41Z</dcterms:created>
  <dcterms:modified xsi:type="dcterms:W3CDTF">2026-09-14T10:47:28Z</dcterms:modified>
</cp:coreProperties>
</file>