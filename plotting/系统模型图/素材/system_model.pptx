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7" r:id="rId2"/>
  </p:sldIdLst>
  <p:sldSz cx="8280400" cy="7199313"/>
  <p:notesSz cx="6858000" cy="9144000"/>
  <p:defaultTextStyle>
    <a:defPPr>
      <a:defRPr lang="zh-CN"/>
    </a:defPPr>
    <a:lvl1pPr marL="0" algn="l" defTabSz="488528" rtl="0" eaLnBrk="1" latinLnBrk="0" hangingPunct="1">
      <a:defRPr sz="962" kern="1200">
        <a:solidFill>
          <a:schemeClr val="tx1"/>
        </a:solidFill>
        <a:latin typeface="+mn-lt"/>
        <a:ea typeface="+mn-ea"/>
        <a:cs typeface="+mn-cs"/>
      </a:defRPr>
    </a:lvl1pPr>
    <a:lvl2pPr marL="244264" algn="l" defTabSz="488528" rtl="0" eaLnBrk="1" latinLnBrk="0" hangingPunct="1">
      <a:defRPr sz="962" kern="1200">
        <a:solidFill>
          <a:schemeClr val="tx1"/>
        </a:solidFill>
        <a:latin typeface="+mn-lt"/>
        <a:ea typeface="+mn-ea"/>
        <a:cs typeface="+mn-cs"/>
      </a:defRPr>
    </a:lvl2pPr>
    <a:lvl3pPr marL="488528" algn="l" defTabSz="488528" rtl="0" eaLnBrk="1" latinLnBrk="0" hangingPunct="1">
      <a:defRPr sz="962" kern="1200">
        <a:solidFill>
          <a:schemeClr val="tx1"/>
        </a:solidFill>
        <a:latin typeface="+mn-lt"/>
        <a:ea typeface="+mn-ea"/>
        <a:cs typeface="+mn-cs"/>
      </a:defRPr>
    </a:lvl3pPr>
    <a:lvl4pPr marL="732792" algn="l" defTabSz="488528" rtl="0" eaLnBrk="1" latinLnBrk="0" hangingPunct="1">
      <a:defRPr sz="962" kern="1200">
        <a:solidFill>
          <a:schemeClr val="tx1"/>
        </a:solidFill>
        <a:latin typeface="+mn-lt"/>
        <a:ea typeface="+mn-ea"/>
        <a:cs typeface="+mn-cs"/>
      </a:defRPr>
    </a:lvl4pPr>
    <a:lvl5pPr marL="977057" algn="l" defTabSz="488528" rtl="0" eaLnBrk="1" latinLnBrk="0" hangingPunct="1">
      <a:defRPr sz="962" kern="1200">
        <a:solidFill>
          <a:schemeClr val="tx1"/>
        </a:solidFill>
        <a:latin typeface="+mn-lt"/>
        <a:ea typeface="+mn-ea"/>
        <a:cs typeface="+mn-cs"/>
      </a:defRPr>
    </a:lvl5pPr>
    <a:lvl6pPr marL="1221321" algn="l" defTabSz="488528" rtl="0" eaLnBrk="1" latinLnBrk="0" hangingPunct="1">
      <a:defRPr sz="962" kern="1200">
        <a:solidFill>
          <a:schemeClr val="tx1"/>
        </a:solidFill>
        <a:latin typeface="+mn-lt"/>
        <a:ea typeface="+mn-ea"/>
        <a:cs typeface="+mn-cs"/>
      </a:defRPr>
    </a:lvl6pPr>
    <a:lvl7pPr marL="1465585" algn="l" defTabSz="488528" rtl="0" eaLnBrk="1" latinLnBrk="0" hangingPunct="1">
      <a:defRPr sz="962" kern="1200">
        <a:solidFill>
          <a:schemeClr val="tx1"/>
        </a:solidFill>
        <a:latin typeface="+mn-lt"/>
        <a:ea typeface="+mn-ea"/>
        <a:cs typeface="+mn-cs"/>
      </a:defRPr>
    </a:lvl7pPr>
    <a:lvl8pPr marL="1709847" algn="l" defTabSz="488528" rtl="0" eaLnBrk="1" latinLnBrk="0" hangingPunct="1">
      <a:defRPr sz="962" kern="1200">
        <a:solidFill>
          <a:schemeClr val="tx1"/>
        </a:solidFill>
        <a:latin typeface="+mn-lt"/>
        <a:ea typeface="+mn-ea"/>
        <a:cs typeface="+mn-cs"/>
      </a:defRPr>
    </a:lvl8pPr>
    <a:lvl9pPr marL="1954111" algn="l" defTabSz="488528" rtl="0" eaLnBrk="1" latinLnBrk="0" hangingPunct="1">
      <a:defRPr sz="96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6889"/>
    <a:srgbClr val="88AABF"/>
    <a:srgbClr val="96DCF8"/>
    <a:srgbClr val="56788E"/>
    <a:srgbClr val="EDF4F8"/>
    <a:srgbClr val="A6BFD0"/>
    <a:srgbClr val="6F97B1"/>
    <a:srgbClr val="D1E0E8"/>
    <a:srgbClr val="B7CCD9"/>
    <a:srgbClr val="366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91" autoAdjust="0"/>
    <p:restoredTop sz="94660"/>
  </p:normalViewPr>
  <p:slideViewPr>
    <p:cSldViewPr snapToGrid="0">
      <p:cViewPr>
        <p:scale>
          <a:sx n="100" d="100"/>
          <a:sy n="100" d="100"/>
        </p:scale>
        <p:origin x="3900" y="10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88528" rtl="0" eaLnBrk="1" latinLnBrk="0" hangingPunct="1">
      <a:defRPr sz="641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94239D-1F71-4E32-AF62-9737174CA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5051" y="1178222"/>
            <a:ext cx="6210300" cy="2506428"/>
          </a:xfrm>
        </p:spPr>
        <p:txBody>
          <a:bodyPr anchor="b"/>
          <a:lstStyle>
            <a:lvl1pPr algn="ctr">
              <a:defRPr sz="1059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287A118-D638-4DB2-97E1-2F05861D1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5051" y="3781308"/>
            <a:ext cx="6210300" cy="1738166"/>
          </a:xfrm>
        </p:spPr>
        <p:txBody>
          <a:bodyPr/>
          <a:lstStyle>
            <a:lvl1pPr marL="0" indent="0" algn="ctr">
              <a:buNone/>
              <a:defRPr sz="4238"/>
            </a:lvl1pPr>
            <a:lvl2pPr marL="807569" indent="0" algn="ctr">
              <a:buNone/>
              <a:defRPr sz="3533"/>
            </a:lvl2pPr>
            <a:lvl3pPr marL="1615138" indent="0" algn="ctr">
              <a:buNone/>
              <a:defRPr sz="3179"/>
            </a:lvl3pPr>
            <a:lvl4pPr marL="2422707" indent="0" algn="ctr">
              <a:buNone/>
              <a:defRPr sz="2826"/>
            </a:lvl4pPr>
            <a:lvl5pPr marL="3230275" indent="0" algn="ctr">
              <a:buNone/>
              <a:defRPr sz="2826"/>
            </a:lvl5pPr>
            <a:lvl6pPr marL="4037845" indent="0" algn="ctr">
              <a:buNone/>
              <a:defRPr sz="2826"/>
            </a:lvl6pPr>
            <a:lvl7pPr marL="4845413" indent="0" algn="ctr">
              <a:buNone/>
              <a:defRPr sz="2826"/>
            </a:lvl7pPr>
            <a:lvl8pPr marL="5652984" indent="0" algn="ctr">
              <a:buNone/>
              <a:defRPr sz="2826"/>
            </a:lvl8pPr>
            <a:lvl9pPr marL="6460551" indent="0" algn="ctr">
              <a:buNone/>
              <a:defRPr sz="2826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81509D-36F7-4250-928E-CC5F6C7F4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3BCF3-F76A-44AC-98A5-C5501EFE39B9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0A995E-2D93-413B-8C99-263065ABF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2C45C1-E092-4557-8A9C-7A45DECA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1D16-7275-4093-A4A5-871159E80F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507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5526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87126" indent="-287126" algn="l">
        <a:lnSpc>
          <a:spcPct val="90000"/>
        </a:lnSpc>
        <a:spcBef>
          <a:spcPts val="1257"/>
        </a:spcBef>
        <a:buChar char="•"/>
        <a:defRPr sz="3516">
          <a:solidFill>
            <a:schemeClr val="tx1"/>
          </a:solidFill>
          <a:latin typeface="+mn-lt"/>
          <a:ea typeface="+mn-lt"/>
          <a:cs typeface="+mn-lt"/>
        </a:defRPr>
      </a:lvl1pPr>
      <a:lvl2pPr marL="861376" indent="-287126" algn="l">
        <a:lnSpc>
          <a:spcPct val="90000"/>
        </a:lnSpc>
        <a:spcBef>
          <a:spcPts val="628"/>
        </a:spcBef>
        <a:buChar char="•"/>
        <a:defRPr sz="3014">
          <a:solidFill>
            <a:schemeClr val="tx1"/>
          </a:solidFill>
          <a:latin typeface="+mn-lt"/>
          <a:ea typeface="+mn-lt"/>
          <a:cs typeface="+mn-lt"/>
        </a:defRPr>
      </a:lvl2pPr>
      <a:lvl3pPr marL="1435628" indent="-287126" algn="l">
        <a:lnSpc>
          <a:spcPct val="90000"/>
        </a:lnSpc>
        <a:spcBef>
          <a:spcPts val="628"/>
        </a:spcBef>
        <a:buChar char="•"/>
        <a:defRPr sz="2512">
          <a:solidFill>
            <a:schemeClr val="tx1"/>
          </a:solidFill>
          <a:latin typeface="+mn-lt"/>
          <a:ea typeface="+mn-lt"/>
          <a:cs typeface="+mn-lt"/>
        </a:defRPr>
      </a:lvl3pPr>
      <a:lvl4pPr marL="2009878" indent="-287126" algn="l">
        <a:lnSpc>
          <a:spcPct val="90000"/>
        </a:lnSpc>
        <a:spcBef>
          <a:spcPts val="628"/>
        </a:spcBef>
        <a:buChar char="•"/>
        <a:defRPr sz="2261">
          <a:solidFill>
            <a:schemeClr val="tx1"/>
          </a:solidFill>
          <a:latin typeface="+mn-lt"/>
          <a:ea typeface="+mn-lt"/>
          <a:cs typeface="+mn-lt"/>
        </a:defRPr>
      </a:lvl4pPr>
      <a:lvl5pPr marL="2584128" indent="-287126" algn="l">
        <a:lnSpc>
          <a:spcPct val="90000"/>
        </a:lnSpc>
        <a:spcBef>
          <a:spcPts val="628"/>
        </a:spcBef>
        <a:buChar char="•"/>
        <a:defRPr sz="2261">
          <a:solidFill>
            <a:schemeClr val="tx1"/>
          </a:solidFill>
          <a:latin typeface="+mn-lt"/>
          <a:ea typeface="+mn-lt"/>
          <a:cs typeface="+mn-lt"/>
        </a:defRPr>
      </a:lvl5pPr>
      <a:lvl6pPr marL="3158380" indent="-287126" algn="l">
        <a:lnSpc>
          <a:spcPct val="90000"/>
        </a:lnSpc>
        <a:spcBef>
          <a:spcPts val="628"/>
        </a:spcBef>
        <a:buChar char="•"/>
        <a:defRPr sz="2261">
          <a:solidFill>
            <a:schemeClr val="tx1"/>
          </a:solidFill>
          <a:latin typeface="+mn-lt"/>
          <a:ea typeface="+mn-lt"/>
          <a:cs typeface="+mn-lt"/>
        </a:defRPr>
      </a:lvl6pPr>
      <a:lvl7pPr marL="3732630" indent="-287126" algn="l">
        <a:lnSpc>
          <a:spcPct val="90000"/>
        </a:lnSpc>
        <a:spcBef>
          <a:spcPts val="628"/>
        </a:spcBef>
        <a:buChar char="•"/>
        <a:defRPr sz="2261">
          <a:solidFill>
            <a:schemeClr val="tx1"/>
          </a:solidFill>
          <a:latin typeface="+mn-lt"/>
          <a:ea typeface="+mn-lt"/>
          <a:cs typeface="+mn-lt"/>
        </a:defRPr>
      </a:lvl7pPr>
      <a:lvl8pPr marL="4306881" indent="-287126" algn="l">
        <a:lnSpc>
          <a:spcPct val="90000"/>
        </a:lnSpc>
        <a:spcBef>
          <a:spcPts val="628"/>
        </a:spcBef>
        <a:buChar char="•"/>
        <a:defRPr sz="2261">
          <a:solidFill>
            <a:schemeClr val="tx1"/>
          </a:solidFill>
          <a:latin typeface="+mn-lt"/>
          <a:ea typeface="+mn-lt"/>
          <a:cs typeface="+mn-lt"/>
        </a:defRPr>
      </a:lvl8pPr>
      <a:lvl9pPr marL="4881132" indent="-287126" algn="l">
        <a:lnSpc>
          <a:spcPct val="90000"/>
        </a:lnSpc>
        <a:spcBef>
          <a:spcPts val="628"/>
        </a:spcBef>
        <a:buChar char="•"/>
        <a:defRPr sz="2261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2261">
          <a:solidFill>
            <a:schemeClr val="tx1"/>
          </a:solidFill>
          <a:latin typeface="+mn-lt"/>
          <a:ea typeface="+mn-lt"/>
          <a:cs typeface="+mn-lt"/>
        </a:defRPr>
      </a:lvl1pPr>
      <a:lvl2pPr marL="574250" algn="l">
        <a:buNone/>
        <a:defRPr sz="2261">
          <a:solidFill>
            <a:schemeClr val="tx1"/>
          </a:solidFill>
          <a:latin typeface="+mn-lt"/>
          <a:ea typeface="+mn-lt"/>
          <a:cs typeface="+mn-lt"/>
        </a:defRPr>
      </a:lvl2pPr>
      <a:lvl3pPr marL="1148502" algn="l">
        <a:buNone/>
        <a:defRPr sz="2261">
          <a:solidFill>
            <a:schemeClr val="tx1"/>
          </a:solidFill>
          <a:latin typeface="+mn-lt"/>
          <a:ea typeface="+mn-lt"/>
          <a:cs typeface="+mn-lt"/>
        </a:defRPr>
      </a:lvl3pPr>
      <a:lvl4pPr marL="1722752" algn="l">
        <a:buNone/>
        <a:defRPr sz="2261">
          <a:solidFill>
            <a:schemeClr val="tx1"/>
          </a:solidFill>
          <a:latin typeface="+mn-lt"/>
          <a:ea typeface="+mn-lt"/>
          <a:cs typeface="+mn-lt"/>
        </a:defRPr>
      </a:lvl4pPr>
      <a:lvl5pPr marL="2297004" algn="l">
        <a:buNone/>
        <a:defRPr sz="2261">
          <a:solidFill>
            <a:schemeClr val="tx1"/>
          </a:solidFill>
          <a:latin typeface="+mn-lt"/>
          <a:ea typeface="+mn-lt"/>
          <a:cs typeface="+mn-lt"/>
        </a:defRPr>
      </a:lvl5pPr>
      <a:lvl6pPr marL="2871254" algn="l">
        <a:buNone/>
        <a:defRPr sz="2261">
          <a:solidFill>
            <a:schemeClr val="tx1"/>
          </a:solidFill>
          <a:latin typeface="+mn-lt"/>
          <a:ea typeface="+mn-lt"/>
          <a:cs typeface="+mn-lt"/>
        </a:defRPr>
      </a:lvl6pPr>
      <a:lvl7pPr marL="3445504" algn="l">
        <a:buNone/>
        <a:defRPr sz="2261">
          <a:solidFill>
            <a:schemeClr val="tx1"/>
          </a:solidFill>
          <a:latin typeface="+mn-lt"/>
          <a:ea typeface="+mn-lt"/>
          <a:cs typeface="+mn-lt"/>
        </a:defRPr>
      </a:lvl7pPr>
      <a:lvl8pPr marL="4019756" algn="l">
        <a:buNone/>
        <a:defRPr sz="2261">
          <a:solidFill>
            <a:schemeClr val="tx1"/>
          </a:solidFill>
          <a:latin typeface="+mn-lt"/>
          <a:ea typeface="+mn-lt"/>
          <a:cs typeface="+mn-lt"/>
        </a:defRPr>
      </a:lvl8pPr>
      <a:lvl9pPr marL="4594006" algn="l">
        <a:buNone/>
        <a:defRPr sz="2261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>
            <a:extLst>
              <a:ext uri="{FF2B5EF4-FFF2-40B4-BE49-F238E27FC236}">
                <a16:creationId xmlns:a16="http://schemas.microsoft.com/office/drawing/2014/main" id="{D2AA7A14-7721-42F0-8588-7118E25D6A0F}"/>
              </a:ext>
            </a:extLst>
          </p:cNvPr>
          <p:cNvGrpSpPr/>
          <p:nvPr/>
        </p:nvGrpSpPr>
        <p:grpSpPr>
          <a:xfrm>
            <a:off x="265111" y="600075"/>
            <a:ext cx="7573630" cy="6328074"/>
            <a:chOff x="-1003341" y="-731158"/>
            <a:chExt cx="7291660" cy="6092477"/>
          </a:xfrm>
        </p:grpSpPr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7A05C33E-E0BA-4FB6-B5B5-F8389ED0764F}"/>
                </a:ext>
              </a:extLst>
            </p:cNvPr>
            <p:cNvSpPr txBox="1"/>
            <p:nvPr/>
          </p:nvSpPr>
          <p:spPr>
            <a:xfrm>
              <a:off x="2018565" y="937184"/>
              <a:ext cx="1902611" cy="333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12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RIS</a:t>
              </a:r>
              <a:endParaRPr lang="zh-CN" altLang="en-US" sz="212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2561391F-BA65-460E-9C80-D4FBB902C329}"/>
                </a:ext>
              </a:extLst>
            </p:cNvPr>
            <p:cNvSpPr txBox="1"/>
            <p:nvPr/>
          </p:nvSpPr>
          <p:spPr>
            <a:xfrm>
              <a:off x="4273784" y="1371505"/>
              <a:ext cx="501725" cy="333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12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CN" sz="212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12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789BF28F-03BE-4E7A-970C-CF17627423E9}"/>
                </a:ext>
              </a:extLst>
            </p:cNvPr>
            <p:cNvGrpSpPr/>
            <p:nvPr/>
          </p:nvGrpSpPr>
          <p:grpSpPr>
            <a:xfrm>
              <a:off x="5393047" y="1840708"/>
              <a:ext cx="895272" cy="962619"/>
              <a:chOff x="7371300" y="2817711"/>
              <a:chExt cx="636638" cy="684530"/>
            </a:xfrm>
          </p:grpSpPr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07F0D23E-27D0-41A3-B3B3-9816A4877DA4}"/>
                  </a:ext>
                </a:extLst>
              </p:cNvPr>
              <p:cNvSpPr txBox="1"/>
              <p:nvPr/>
            </p:nvSpPr>
            <p:spPr>
              <a:xfrm>
                <a:off x="7371300" y="3265179"/>
                <a:ext cx="636638" cy="237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12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 1</a:t>
                </a:r>
                <a:endParaRPr lang="zh-CN" altLang="en-US" sz="212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96" name="组合 95">
                <a:extLst>
                  <a:ext uri="{FF2B5EF4-FFF2-40B4-BE49-F238E27FC236}">
                    <a16:creationId xmlns:a16="http://schemas.microsoft.com/office/drawing/2014/main" id="{4B8B30AD-EE65-44CA-BC46-1BF2485A1220}"/>
                  </a:ext>
                </a:extLst>
              </p:cNvPr>
              <p:cNvGrpSpPr/>
              <p:nvPr/>
            </p:nvGrpSpPr>
            <p:grpSpPr>
              <a:xfrm>
                <a:off x="7555795" y="2817711"/>
                <a:ext cx="267647" cy="480611"/>
                <a:chOff x="9486078" y="2566302"/>
                <a:chExt cx="1164567" cy="2091205"/>
              </a:xfrm>
            </p:grpSpPr>
            <p:sp>
              <p:nvSpPr>
                <p:cNvPr id="97" name="矩形: 圆角 96">
                  <a:extLst>
                    <a:ext uri="{FF2B5EF4-FFF2-40B4-BE49-F238E27FC236}">
                      <a16:creationId xmlns:a16="http://schemas.microsoft.com/office/drawing/2014/main" id="{F0EE4A87-A1D1-47DB-BE02-6C5F32788965}"/>
                    </a:ext>
                  </a:extLst>
                </p:cNvPr>
                <p:cNvSpPr/>
                <p:nvPr/>
              </p:nvSpPr>
              <p:spPr>
                <a:xfrm>
                  <a:off x="9486078" y="2566302"/>
                  <a:ext cx="1164567" cy="2091205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61504" tIns="80752" rIns="161504" bIns="8075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" name="矩形: 圆角 97">
                  <a:extLst>
                    <a:ext uri="{FF2B5EF4-FFF2-40B4-BE49-F238E27FC236}">
                      <a16:creationId xmlns:a16="http://schemas.microsoft.com/office/drawing/2014/main" id="{FD6C305B-FC15-4BD8-943F-18036C753C86}"/>
                    </a:ext>
                  </a:extLst>
                </p:cNvPr>
                <p:cNvSpPr/>
                <p:nvPr/>
              </p:nvSpPr>
              <p:spPr>
                <a:xfrm>
                  <a:off x="9545470" y="2773155"/>
                  <a:ext cx="1045782" cy="1677497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9" name="矩形: 圆角 98">
                  <a:extLst>
                    <a:ext uri="{FF2B5EF4-FFF2-40B4-BE49-F238E27FC236}">
                      <a16:creationId xmlns:a16="http://schemas.microsoft.com/office/drawing/2014/main" id="{BB95226A-BA0D-4DD2-8D4B-2DABB768DB24}"/>
                    </a:ext>
                  </a:extLst>
                </p:cNvPr>
                <p:cNvSpPr/>
                <p:nvPr/>
              </p:nvSpPr>
              <p:spPr>
                <a:xfrm>
                  <a:off x="9803559" y="2651004"/>
                  <a:ext cx="529604" cy="45720"/>
                </a:xfrm>
                <a:prstGeom prst="roundRect">
                  <a:avLst>
                    <a:gd name="adj" fmla="val 50000"/>
                  </a:avLst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00" name="组合 99">
                  <a:extLst>
                    <a:ext uri="{FF2B5EF4-FFF2-40B4-BE49-F238E27FC236}">
                      <a16:creationId xmlns:a16="http://schemas.microsoft.com/office/drawing/2014/main" id="{A338725C-A7C2-4402-89B0-9C55FED21769}"/>
                    </a:ext>
                  </a:extLst>
                </p:cNvPr>
                <p:cNvGrpSpPr/>
                <p:nvPr/>
              </p:nvGrpSpPr>
              <p:grpSpPr>
                <a:xfrm rot="18900000">
                  <a:off x="9979427" y="4459690"/>
                  <a:ext cx="177868" cy="177868"/>
                  <a:chOff x="967273" y="3285114"/>
                  <a:chExt cx="416768" cy="416768"/>
                </a:xfrm>
              </p:grpSpPr>
              <p:sp>
                <p:nvSpPr>
                  <p:cNvPr id="101" name="椭圆 100">
                    <a:extLst>
                      <a:ext uri="{FF2B5EF4-FFF2-40B4-BE49-F238E27FC236}">
                        <a16:creationId xmlns:a16="http://schemas.microsoft.com/office/drawing/2014/main" id="{9A376294-8B14-4F3E-BB4E-48079B8B1E60}"/>
                      </a:ext>
                    </a:extLst>
                  </p:cNvPr>
                  <p:cNvSpPr/>
                  <p:nvPr/>
                </p:nvSpPr>
                <p:spPr>
                  <a:xfrm>
                    <a:off x="967273" y="3285114"/>
                    <a:ext cx="111968" cy="111968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3179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2" name="椭圆 101">
                    <a:extLst>
                      <a:ext uri="{FF2B5EF4-FFF2-40B4-BE49-F238E27FC236}">
                        <a16:creationId xmlns:a16="http://schemas.microsoft.com/office/drawing/2014/main" id="{4CAEB907-A075-44DF-AD20-1D30118512E5}"/>
                      </a:ext>
                    </a:extLst>
                  </p:cNvPr>
                  <p:cNvSpPr/>
                  <p:nvPr/>
                </p:nvSpPr>
                <p:spPr>
                  <a:xfrm>
                    <a:off x="1119673" y="3437514"/>
                    <a:ext cx="111968" cy="111968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3179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3" name="椭圆 102">
                    <a:extLst>
                      <a:ext uri="{FF2B5EF4-FFF2-40B4-BE49-F238E27FC236}">
                        <a16:creationId xmlns:a16="http://schemas.microsoft.com/office/drawing/2014/main" id="{ECB14E44-AB8E-416A-917C-140426B41D75}"/>
                      </a:ext>
                    </a:extLst>
                  </p:cNvPr>
                  <p:cNvSpPr/>
                  <p:nvPr/>
                </p:nvSpPr>
                <p:spPr>
                  <a:xfrm>
                    <a:off x="1272073" y="3589914"/>
                    <a:ext cx="111968" cy="111968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3179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3B578ADC-780D-4628-BE3B-0057F1B67158}"/>
                </a:ext>
              </a:extLst>
            </p:cNvPr>
            <p:cNvGrpSpPr/>
            <p:nvPr/>
          </p:nvGrpSpPr>
          <p:grpSpPr>
            <a:xfrm>
              <a:off x="-1003341" y="3324014"/>
              <a:ext cx="1004140" cy="965798"/>
              <a:chOff x="2977656" y="4164094"/>
              <a:chExt cx="714055" cy="686789"/>
            </a:xfrm>
          </p:grpSpPr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C27CC0EC-7EC1-4A3E-A7E6-A9ECBFA44870}"/>
                  </a:ext>
                </a:extLst>
              </p:cNvPr>
              <p:cNvSpPr txBox="1"/>
              <p:nvPr/>
            </p:nvSpPr>
            <p:spPr>
              <a:xfrm>
                <a:off x="2977656" y="4613822"/>
                <a:ext cx="714055" cy="237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12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 L</a:t>
                </a:r>
                <a:endParaRPr lang="zh-CN" altLang="en-US" sz="212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05" name="组合 104">
                <a:extLst>
                  <a:ext uri="{FF2B5EF4-FFF2-40B4-BE49-F238E27FC236}">
                    <a16:creationId xmlns:a16="http://schemas.microsoft.com/office/drawing/2014/main" id="{8BCF8CFF-EA6F-4EE2-A2F5-50463FD71157}"/>
                  </a:ext>
                </a:extLst>
              </p:cNvPr>
              <p:cNvGrpSpPr/>
              <p:nvPr/>
            </p:nvGrpSpPr>
            <p:grpSpPr>
              <a:xfrm>
                <a:off x="3143019" y="4164094"/>
                <a:ext cx="267647" cy="480611"/>
                <a:chOff x="9486078" y="2566302"/>
                <a:chExt cx="1164567" cy="2091205"/>
              </a:xfrm>
            </p:grpSpPr>
            <p:sp>
              <p:nvSpPr>
                <p:cNvPr id="107" name="矩形: 圆角 106">
                  <a:extLst>
                    <a:ext uri="{FF2B5EF4-FFF2-40B4-BE49-F238E27FC236}">
                      <a16:creationId xmlns:a16="http://schemas.microsoft.com/office/drawing/2014/main" id="{C7592799-8B8F-49D0-879E-2CEE6C9949D9}"/>
                    </a:ext>
                  </a:extLst>
                </p:cNvPr>
                <p:cNvSpPr/>
                <p:nvPr/>
              </p:nvSpPr>
              <p:spPr>
                <a:xfrm>
                  <a:off x="9486078" y="2566302"/>
                  <a:ext cx="1164567" cy="2091205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61504" tIns="80752" rIns="161504" bIns="8075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8" name="矩形: 圆角 107">
                  <a:extLst>
                    <a:ext uri="{FF2B5EF4-FFF2-40B4-BE49-F238E27FC236}">
                      <a16:creationId xmlns:a16="http://schemas.microsoft.com/office/drawing/2014/main" id="{AA7864ED-289F-481D-9856-60370C5311C0}"/>
                    </a:ext>
                  </a:extLst>
                </p:cNvPr>
                <p:cNvSpPr/>
                <p:nvPr/>
              </p:nvSpPr>
              <p:spPr>
                <a:xfrm>
                  <a:off x="9545470" y="2773155"/>
                  <a:ext cx="1045782" cy="1677497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0" name="矩形: 圆角 109">
                  <a:extLst>
                    <a:ext uri="{FF2B5EF4-FFF2-40B4-BE49-F238E27FC236}">
                      <a16:creationId xmlns:a16="http://schemas.microsoft.com/office/drawing/2014/main" id="{FC95500E-D0D6-4C9E-99B7-3BD395E946CB}"/>
                    </a:ext>
                  </a:extLst>
                </p:cNvPr>
                <p:cNvSpPr/>
                <p:nvPr/>
              </p:nvSpPr>
              <p:spPr>
                <a:xfrm>
                  <a:off x="9803559" y="2651004"/>
                  <a:ext cx="529604" cy="45720"/>
                </a:xfrm>
                <a:prstGeom prst="roundRect">
                  <a:avLst>
                    <a:gd name="adj" fmla="val 50000"/>
                  </a:avLst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12" name="组合 111">
                  <a:extLst>
                    <a:ext uri="{FF2B5EF4-FFF2-40B4-BE49-F238E27FC236}">
                      <a16:creationId xmlns:a16="http://schemas.microsoft.com/office/drawing/2014/main" id="{5B3E366A-E260-4E16-AD21-2B5CED1113A7}"/>
                    </a:ext>
                  </a:extLst>
                </p:cNvPr>
                <p:cNvGrpSpPr/>
                <p:nvPr/>
              </p:nvGrpSpPr>
              <p:grpSpPr>
                <a:xfrm rot="18900000">
                  <a:off x="9979427" y="4459690"/>
                  <a:ext cx="177868" cy="177868"/>
                  <a:chOff x="967273" y="3285114"/>
                  <a:chExt cx="416768" cy="416768"/>
                </a:xfrm>
              </p:grpSpPr>
              <p:sp>
                <p:nvSpPr>
                  <p:cNvPr id="114" name="椭圆 113">
                    <a:extLst>
                      <a:ext uri="{FF2B5EF4-FFF2-40B4-BE49-F238E27FC236}">
                        <a16:creationId xmlns:a16="http://schemas.microsoft.com/office/drawing/2014/main" id="{2C22D124-458A-4426-BB08-CCD71F8F50FE}"/>
                      </a:ext>
                    </a:extLst>
                  </p:cNvPr>
                  <p:cNvSpPr/>
                  <p:nvPr/>
                </p:nvSpPr>
                <p:spPr>
                  <a:xfrm>
                    <a:off x="967273" y="3285114"/>
                    <a:ext cx="111968" cy="111968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3179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8" name="椭圆 117">
                    <a:extLst>
                      <a:ext uri="{FF2B5EF4-FFF2-40B4-BE49-F238E27FC236}">
                        <a16:creationId xmlns:a16="http://schemas.microsoft.com/office/drawing/2014/main" id="{E31702A5-CCD8-4F7A-B1C7-877DA9941DF0}"/>
                      </a:ext>
                    </a:extLst>
                  </p:cNvPr>
                  <p:cNvSpPr/>
                  <p:nvPr/>
                </p:nvSpPr>
                <p:spPr>
                  <a:xfrm>
                    <a:off x="1119673" y="3437514"/>
                    <a:ext cx="111968" cy="111968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3179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9" name="椭圆 118">
                    <a:extLst>
                      <a:ext uri="{FF2B5EF4-FFF2-40B4-BE49-F238E27FC236}">
                        <a16:creationId xmlns:a16="http://schemas.microsoft.com/office/drawing/2014/main" id="{A3B634DD-6220-40D5-96BB-148F704DEA45}"/>
                      </a:ext>
                    </a:extLst>
                  </p:cNvPr>
                  <p:cNvSpPr/>
                  <p:nvPr/>
                </p:nvSpPr>
                <p:spPr>
                  <a:xfrm>
                    <a:off x="1272073" y="3589914"/>
                    <a:ext cx="111968" cy="111968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3179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E4BF10ED-D36F-4F2F-91CA-D0B5CF305624}"/>
                </a:ext>
              </a:extLst>
            </p:cNvPr>
            <p:cNvGrpSpPr/>
            <p:nvPr/>
          </p:nvGrpSpPr>
          <p:grpSpPr>
            <a:xfrm>
              <a:off x="4834720" y="4427754"/>
              <a:ext cx="1107256" cy="933565"/>
              <a:chOff x="5007244" y="4066254"/>
              <a:chExt cx="787382" cy="663869"/>
            </a:xfrm>
          </p:grpSpPr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C871E0B2-5E35-451A-AD9B-983BA8774581}"/>
                  </a:ext>
                </a:extLst>
              </p:cNvPr>
              <p:cNvSpPr txBox="1"/>
              <p:nvPr/>
            </p:nvSpPr>
            <p:spPr>
              <a:xfrm>
                <a:off x="5007244" y="4493061"/>
                <a:ext cx="787382" cy="237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12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 2</a:t>
                </a:r>
                <a:endParaRPr lang="zh-CN" altLang="en-US" sz="212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0" name="组合 119">
                <a:extLst>
                  <a:ext uri="{FF2B5EF4-FFF2-40B4-BE49-F238E27FC236}">
                    <a16:creationId xmlns:a16="http://schemas.microsoft.com/office/drawing/2014/main" id="{869BF671-9F02-43D7-947B-D0D95559E031}"/>
                  </a:ext>
                </a:extLst>
              </p:cNvPr>
              <p:cNvGrpSpPr/>
              <p:nvPr/>
            </p:nvGrpSpPr>
            <p:grpSpPr>
              <a:xfrm>
                <a:off x="5191507" y="4066254"/>
                <a:ext cx="267647" cy="480611"/>
                <a:chOff x="9486078" y="2566302"/>
                <a:chExt cx="1164567" cy="2091205"/>
              </a:xfrm>
            </p:grpSpPr>
            <p:sp>
              <p:nvSpPr>
                <p:cNvPr id="121" name="矩形: 圆角 120">
                  <a:extLst>
                    <a:ext uri="{FF2B5EF4-FFF2-40B4-BE49-F238E27FC236}">
                      <a16:creationId xmlns:a16="http://schemas.microsoft.com/office/drawing/2014/main" id="{D4F8DB13-2AE1-4A97-AF16-66CBCC2B0050}"/>
                    </a:ext>
                  </a:extLst>
                </p:cNvPr>
                <p:cNvSpPr/>
                <p:nvPr/>
              </p:nvSpPr>
              <p:spPr>
                <a:xfrm>
                  <a:off x="9486078" y="2566302"/>
                  <a:ext cx="1164567" cy="2091205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61504" tIns="80752" rIns="161504" bIns="8075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2" name="矩形: 圆角 121">
                  <a:extLst>
                    <a:ext uri="{FF2B5EF4-FFF2-40B4-BE49-F238E27FC236}">
                      <a16:creationId xmlns:a16="http://schemas.microsoft.com/office/drawing/2014/main" id="{94BD40EA-E083-4C72-93E0-846EFBF72B88}"/>
                    </a:ext>
                  </a:extLst>
                </p:cNvPr>
                <p:cNvSpPr/>
                <p:nvPr/>
              </p:nvSpPr>
              <p:spPr>
                <a:xfrm>
                  <a:off x="9545470" y="2773155"/>
                  <a:ext cx="1045782" cy="1677497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3" name="矩形: 圆角 122">
                  <a:extLst>
                    <a:ext uri="{FF2B5EF4-FFF2-40B4-BE49-F238E27FC236}">
                      <a16:creationId xmlns:a16="http://schemas.microsoft.com/office/drawing/2014/main" id="{48E22D54-173D-42E1-8DD5-8E75A43863F5}"/>
                    </a:ext>
                  </a:extLst>
                </p:cNvPr>
                <p:cNvSpPr/>
                <p:nvPr/>
              </p:nvSpPr>
              <p:spPr>
                <a:xfrm>
                  <a:off x="9803559" y="2651004"/>
                  <a:ext cx="529604" cy="45720"/>
                </a:xfrm>
                <a:prstGeom prst="roundRect">
                  <a:avLst>
                    <a:gd name="adj" fmla="val 50000"/>
                  </a:avLst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24" name="组合 123">
                  <a:extLst>
                    <a:ext uri="{FF2B5EF4-FFF2-40B4-BE49-F238E27FC236}">
                      <a16:creationId xmlns:a16="http://schemas.microsoft.com/office/drawing/2014/main" id="{4C7585B1-47A0-4BC4-BB7C-C755D50ED8B0}"/>
                    </a:ext>
                  </a:extLst>
                </p:cNvPr>
                <p:cNvGrpSpPr/>
                <p:nvPr/>
              </p:nvGrpSpPr>
              <p:grpSpPr>
                <a:xfrm rot="18900000">
                  <a:off x="9979427" y="4459690"/>
                  <a:ext cx="177868" cy="177868"/>
                  <a:chOff x="967273" y="3285114"/>
                  <a:chExt cx="416768" cy="416768"/>
                </a:xfrm>
              </p:grpSpPr>
              <p:sp>
                <p:nvSpPr>
                  <p:cNvPr id="125" name="椭圆 124">
                    <a:extLst>
                      <a:ext uri="{FF2B5EF4-FFF2-40B4-BE49-F238E27FC236}">
                        <a16:creationId xmlns:a16="http://schemas.microsoft.com/office/drawing/2014/main" id="{4277AA8F-8813-4D02-AAC5-05F3C5747266}"/>
                      </a:ext>
                    </a:extLst>
                  </p:cNvPr>
                  <p:cNvSpPr/>
                  <p:nvPr/>
                </p:nvSpPr>
                <p:spPr>
                  <a:xfrm>
                    <a:off x="967273" y="3285114"/>
                    <a:ext cx="111968" cy="111968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3179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2" name="椭圆 131">
                    <a:extLst>
                      <a:ext uri="{FF2B5EF4-FFF2-40B4-BE49-F238E27FC236}">
                        <a16:creationId xmlns:a16="http://schemas.microsoft.com/office/drawing/2014/main" id="{10496B37-B41D-4BC3-BEBC-42BEEA9DD981}"/>
                      </a:ext>
                    </a:extLst>
                  </p:cNvPr>
                  <p:cNvSpPr/>
                  <p:nvPr/>
                </p:nvSpPr>
                <p:spPr>
                  <a:xfrm>
                    <a:off x="1119673" y="3437514"/>
                    <a:ext cx="111968" cy="111968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3179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9" name="椭圆 138">
                    <a:extLst>
                      <a:ext uri="{FF2B5EF4-FFF2-40B4-BE49-F238E27FC236}">
                        <a16:creationId xmlns:a16="http://schemas.microsoft.com/office/drawing/2014/main" id="{3117E26B-5724-4F19-B72E-25300ABA04E6}"/>
                      </a:ext>
                    </a:extLst>
                  </p:cNvPr>
                  <p:cNvSpPr/>
                  <p:nvPr/>
                </p:nvSpPr>
                <p:spPr>
                  <a:xfrm>
                    <a:off x="1272073" y="3589914"/>
                    <a:ext cx="111968" cy="111968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3179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  <p:cxnSp>
          <p:nvCxnSpPr>
            <p:cNvPr id="154" name="直接箭头连接符 153">
              <a:extLst>
                <a:ext uri="{FF2B5EF4-FFF2-40B4-BE49-F238E27FC236}">
                  <a16:creationId xmlns:a16="http://schemas.microsoft.com/office/drawing/2014/main" id="{01F03F7E-1F2A-4B41-B442-6980CDEE008B}"/>
                </a:ext>
              </a:extLst>
            </p:cNvPr>
            <p:cNvCxnSpPr>
              <a:cxnSpLocks/>
            </p:cNvCxnSpPr>
            <p:nvPr/>
          </p:nvCxnSpPr>
          <p:spPr>
            <a:xfrm>
              <a:off x="1384399" y="3232143"/>
              <a:ext cx="281509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CFB0C124-3EB4-4A1E-BCE8-82BD74E8ED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2377" y="-346185"/>
              <a:ext cx="0" cy="3578328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箭头连接符 155">
              <a:extLst>
                <a:ext uri="{FF2B5EF4-FFF2-40B4-BE49-F238E27FC236}">
                  <a16:creationId xmlns:a16="http://schemas.microsoft.com/office/drawing/2014/main" id="{02D94C15-53F3-422D-B3AE-0DC16C1640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464" y="3232144"/>
              <a:ext cx="948914" cy="1366502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33FC958A-7661-4B5D-91E8-63E643106F02}"/>
                </a:ext>
              </a:extLst>
            </p:cNvPr>
            <p:cNvSpPr txBox="1"/>
            <p:nvPr/>
          </p:nvSpPr>
          <p:spPr>
            <a:xfrm>
              <a:off x="425578" y="4491443"/>
              <a:ext cx="402389" cy="311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942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x</a:t>
              </a:r>
              <a:endParaRPr lang="zh-CN" altLang="en-US" sz="1942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0572F334-ED7E-40D8-9F85-6259F1A9C126}"/>
                </a:ext>
              </a:extLst>
            </p:cNvPr>
            <p:cNvSpPr txBox="1"/>
            <p:nvPr/>
          </p:nvSpPr>
          <p:spPr>
            <a:xfrm>
              <a:off x="4143414" y="3057552"/>
              <a:ext cx="402389" cy="311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942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y</a:t>
              </a:r>
              <a:endParaRPr lang="zh-CN" altLang="en-US" sz="1942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E3B7A908-6EF9-4207-A7E0-79DFB833047A}"/>
                </a:ext>
              </a:extLst>
            </p:cNvPr>
            <p:cNvSpPr txBox="1"/>
            <p:nvPr/>
          </p:nvSpPr>
          <p:spPr>
            <a:xfrm>
              <a:off x="1178641" y="-731158"/>
              <a:ext cx="402389" cy="311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942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z</a:t>
              </a:r>
              <a:endParaRPr lang="zh-CN" altLang="en-US" sz="1942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FED5B2DE-C4CC-4485-A5F8-1542CE1F7632}"/>
                </a:ext>
              </a:extLst>
            </p:cNvPr>
            <p:cNvSpPr txBox="1"/>
            <p:nvPr/>
          </p:nvSpPr>
          <p:spPr>
            <a:xfrm>
              <a:off x="3501000" y="3539286"/>
              <a:ext cx="501725" cy="333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12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CN" sz="212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12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10F91A9B-E1D4-493C-A493-F6C55BA1752E}"/>
                </a:ext>
              </a:extLst>
            </p:cNvPr>
            <p:cNvSpPr txBox="1"/>
            <p:nvPr/>
          </p:nvSpPr>
          <p:spPr>
            <a:xfrm>
              <a:off x="-563484" y="2645639"/>
              <a:ext cx="501725" cy="333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12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CN" sz="212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CN" altLang="en-US" sz="212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CB7E27A1-2DB2-4B98-96C3-5994FBA3F300}"/>
                </a:ext>
              </a:extLst>
            </p:cNvPr>
            <p:cNvGrpSpPr/>
            <p:nvPr/>
          </p:nvGrpSpPr>
          <p:grpSpPr>
            <a:xfrm>
              <a:off x="1382378" y="1283190"/>
              <a:ext cx="2168445" cy="1939567"/>
              <a:chOff x="8109029" y="1083033"/>
              <a:chExt cx="2168445" cy="1939567"/>
            </a:xfrm>
          </p:grpSpPr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18E14D9A-B3A9-44AD-8B3C-29C5F78D213D}"/>
                  </a:ext>
                </a:extLst>
              </p:cNvPr>
              <p:cNvGrpSpPr/>
              <p:nvPr/>
            </p:nvGrpSpPr>
            <p:grpSpPr>
              <a:xfrm>
                <a:off x="8109029" y="1083033"/>
                <a:ext cx="2168445" cy="1939567"/>
                <a:chOff x="8109029" y="1083033"/>
                <a:chExt cx="1639323" cy="1241446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6DEA0600-1E77-4FF1-92D4-AD8E9CEE33F8}"/>
                    </a:ext>
                  </a:extLst>
                </p:cNvPr>
                <p:cNvSpPr/>
                <p:nvPr/>
              </p:nvSpPr>
              <p:spPr>
                <a:xfrm>
                  <a:off x="8178372" y="1083033"/>
                  <a:ext cx="1569980" cy="1177047"/>
                </a:xfrm>
                <a:prstGeom prst="rect">
                  <a:avLst/>
                </a:prstGeom>
                <a:solidFill>
                  <a:srgbClr val="EDF4F8"/>
                </a:solidFill>
                <a:ln>
                  <a:solidFill>
                    <a:srgbClr val="56788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  <p:sp>
              <p:nvSpPr>
                <p:cNvPr id="94" name="矩形 93">
                  <a:extLst>
                    <a:ext uri="{FF2B5EF4-FFF2-40B4-BE49-F238E27FC236}">
                      <a16:creationId xmlns:a16="http://schemas.microsoft.com/office/drawing/2014/main" id="{058E9ACC-F1B6-4B95-8945-9A0DDFB1DC27}"/>
                    </a:ext>
                  </a:extLst>
                </p:cNvPr>
                <p:cNvSpPr/>
                <p:nvPr/>
              </p:nvSpPr>
              <p:spPr>
                <a:xfrm>
                  <a:off x="8109029" y="1147432"/>
                  <a:ext cx="1569980" cy="1177047"/>
                </a:xfrm>
                <a:prstGeom prst="rect">
                  <a:avLst/>
                </a:prstGeom>
                <a:solidFill>
                  <a:srgbClr val="EDF4F8"/>
                </a:solidFill>
                <a:ln>
                  <a:solidFill>
                    <a:srgbClr val="56788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  <p:sp>
              <p:nvSpPr>
                <p:cNvPr id="4" name="平行四边形 3">
                  <a:extLst>
                    <a:ext uri="{FF2B5EF4-FFF2-40B4-BE49-F238E27FC236}">
                      <a16:creationId xmlns:a16="http://schemas.microsoft.com/office/drawing/2014/main" id="{ADF1EAE4-997E-440C-BF96-669DA9AAE5CF}"/>
                    </a:ext>
                  </a:extLst>
                </p:cNvPr>
                <p:cNvSpPr/>
                <p:nvPr/>
              </p:nvSpPr>
              <p:spPr>
                <a:xfrm>
                  <a:off x="8109029" y="1083033"/>
                  <a:ext cx="1639323" cy="64399"/>
                </a:xfrm>
                <a:prstGeom prst="parallelogram">
                  <a:avLst>
                    <a:gd name="adj" fmla="val 94132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  <p:sp>
              <p:nvSpPr>
                <p:cNvPr id="7" name="平行四边形 6">
                  <a:extLst>
                    <a:ext uri="{FF2B5EF4-FFF2-40B4-BE49-F238E27FC236}">
                      <a16:creationId xmlns:a16="http://schemas.microsoft.com/office/drawing/2014/main" id="{81D41F0F-E4A6-4E4A-9AA5-DA99883819DC}"/>
                    </a:ext>
                  </a:extLst>
                </p:cNvPr>
                <p:cNvSpPr/>
                <p:nvPr/>
              </p:nvSpPr>
              <p:spPr>
                <a:xfrm rot="5400000" flipH="1">
                  <a:off x="9093310" y="1670893"/>
                  <a:ext cx="1239284" cy="67887"/>
                </a:xfrm>
                <a:prstGeom prst="parallelogram">
                  <a:avLst>
                    <a:gd name="adj" fmla="val 110380"/>
                  </a:avLst>
                </a:prstGeom>
                <a:solidFill>
                  <a:srgbClr val="96DCF8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</p:grp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87922E46-7A04-439C-B9FE-8EAF4FC4D544}"/>
                  </a:ext>
                </a:extLst>
              </p:cNvPr>
              <p:cNvGrpSpPr/>
              <p:nvPr/>
            </p:nvGrpSpPr>
            <p:grpSpPr>
              <a:xfrm>
                <a:off x="8237897" y="1276863"/>
                <a:ext cx="647398" cy="612738"/>
                <a:chOff x="8237897" y="1276863"/>
                <a:chExt cx="647398" cy="612738"/>
              </a:xfrm>
            </p:grpSpPr>
            <p:sp>
              <p:nvSpPr>
                <p:cNvPr id="115" name="矩形 114">
                  <a:extLst>
                    <a:ext uri="{FF2B5EF4-FFF2-40B4-BE49-F238E27FC236}">
                      <a16:creationId xmlns:a16="http://schemas.microsoft.com/office/drawing/2014/main" id="{169EC47C-D022-47EF-8647-D39158B17A70}"/>
                    </a:ext>
                  </a:extLst>
                </p:cNvPr>
                <p:cNvSpPr/>
                <p:nvPr/>
              </p:nvSpPr>
              <p:spPr>
                <a:xfrm>
                  <a:off x="8237897" y="1276863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  <p:sp>
              <p:nvSpPr>
                <p:cNvPr id="116" name="矩形 115">
                  <a:extLst>
                    <a:ext uri="{FF2B5EF4-FFF2-40B4-BE49-F238E27FC236}">
                      <a16:creationId xmlns:a16="http://schemas.microsoft.com/office/drawing/2014/main" id="{6DB242D3-0F5D-4BBE-BFDD-73C90BB12A7D}"/>
                    </a:ext>
                  </a:extLst>
                </p:cNvPr>
                <p:cNvSpPr/>
                <p:nvPr/>
              </p:nvSpPr>
              <p:spPr>
                <a:xfrm>
                  <a:off x="8497734" y="1276863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  <p:sp>
              <p:nvSpPr>
                <p:cNvPr id="117" name="矩形 116">
                  <a:extLst>
                    <a:ext uri="{FF2B5EF4-FFF2-40B4-BE49-F238E27FC236}">
                      <a16:creationId xmlns:a16="http://schemas.microsoft.com/office/drawing/2014/main" id="{D955B866-1CF5-4AF3-8009-6B384E13560C}"/>
                    </a:ext>
                  </a:extLst>
                </p:cNvPr>
                <p:cNvSpPr/>
                <p:nvPr/>
              </p:nvSpPr>
              <p:spPr>
                <a:xfrm>
                  <a:off x="8757571" y="1276863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 dirty="0"/>
                </a:p>
              </p:txBody>
            </p:sp>
            <p:sp>
              <p:nvSpPr>
                <p:cNvPr id="126" name="矩形 125">
                  <a:extLst>
                    <a:ext uri="{FF2B5EF4-FFF2-40B4-BE49-F238E27FC236}">
                      <a16:creationId xmlns:a16="http://schemas.microsoft.com/office/drawing/2014/main" id="{46962E8B-35B8-427E-9808-AA108B4E0EFA}"/>
                    </a:ext>
                  </a:extLst>
                </p:cNvPr>
                <p:cNvSpPr/>
                <p:nvPr/>
              </p:nvSpPr>
              <p:spPr>
                <a:xfrm>
                  <a:off x="8237897" y="1520579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  <p:sp>
              <p:nvSpPr>
                <p:cNvPr id="129" name="矩形 128">
                  <a:extLst>
                    <a:ext uri="{FF2B5EF4-FFF2-40B4-BE49-F238E27FC236}">
                      <a16:creationId xmlns:a16="http://schemas.microsoft.com/office/drawing/2014/main" id="{290D85D2-C2D9-4D6F-BE96-51DF5ACFD56C}"/>
                    </a:ext>
                  </a:extLst>
                </p:cNvPr>
                <p:cNvSpPr/>
                <p:nvPr/>
              </p:nvSpPr>
              <p:spPr>
                <a:xfrm>
                  <a:off x="8237897" y="1761877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  <p:sp>
              <p:nvSpPr>
                <p:cNvPr id="137" name="矩形 136">
                  <a:extLst>
                    <a:ext uri="{FF2B5EF4-FFF2-40B4-BE49-F238E27FC236}">
                      <a16:creationId xmlns:a16="http://schemas.microsoft.com/office/drawing/2014/main" id="{61BC6E9A-56D8-44EC-9B16-C27DE90ADF8A}"/>
                    </a:ext>
                  </a:extLst>
                </p:cNvPr>
                <p:cNvSpPr/>
                <p:nvPr/>
              </p:nvSpPr>
              <p:spPr>
                <a:xfrm>
                  <a:off x="8497734" y="1520579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D580839E-1793-4762-B406-4DE9FC45CD28}"/>
                  </a:ext>
                </a:extLst>
              </p:cNvPr>
              <p:cNvGrpSpPr/>
              <p:nvPr/>
            </p:nvGrpSpPr>
            <p:grpSpPr>
              <a:xfrm>
                <a:off x="8282709" y="1966780"/>
                <a:ext cx="38099" cy="243502"/>
                <a:chOff x="6591525" y="4725130"/>
                <a:chExt cx="38099" cy="243502"/>
              </a:xfrm>
            </p:grpSpPr>
            <p:sp>
              <p:nvSpPr>
                <p:cNvPr id="140" name="椭圆 139">
                  <a:extLst>
                    <a:ext uri="{FF2B5EF4-FFF2-40B4-BE49-F238E27FC236}">
                      <a16:creationId xmlns:a16="http://schemas.microsoft.com/office/drawing/2014/main" id="{EA4AFEE1-AF25-4F5D-8239-F884F19629E2}"/>
                    </a:ext>
                  </a:extLst>
                </p:cNvPr>
                <p:cNvSpPr/>
                <p:nvPr/>
              </p:nvSpPr>
              <p:spPr>
                <a:xfrm rot="5400000" flipH="1">
                  <a:off x="6592792" y="4931799"/>
                  <a:ext cx="36832" cy="36833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" name="椭圆 141">
                  <a:extLst>
                    <a:ext uri="{FF2B5EF4-FFF2-40B4-BE49-F238E27FC236}">
                      <a16:creationId xmlns:a16="http://schemas.microsoft.com/office/drawing/2014/main" id="{C9994098-308F-4281-AE0E-688F39E9E307}"/>
                    </a:ext>
                  </a:extLst>
                </p:cNvPr>
                <p:cNvSpPr/>
                <p:nvPr/>
              </p:nvSpPr>
              <p:spPr>
                <a:xfrm rot="5400000" flipH="1">
                  <a:off x="6592792" y="4828464"/>
                  <a:ext cx="36832" cy="36833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3" name="椭圆 142">
                  <a:extLst>
                    <a:ext uri="{FF2B5EF4-FFF2-40B4-BE49-F238E27FC236}">
                      <a16:creationId xmlns:a16="http://schemas.microsoft.com/office/drawing/2014/main" id="{80E563F7-763D-469D-90AD-347A41B3DA8D}"/>
                    </a:ext>
                  </a:extLst>
                </p:cNvPr>
                <p:cNvSpPr/>
                <p:nvPr/>
              </p:nvSpPr>
              <p:spPr>
                <a:xfrm rot="5400000" flipH="1">
                  <a:off x="6591526" y="4725129"/>
                  <a:ext cx="36832" cy="36833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67" name="组合 166">
                <a:extLst>
                  <a:ext uri="{FF2B5EF4-FFF2-40B4-BE49-F238E27FC236}">
                    <a16:creationId xmlns:a16="http://schemas.microsoft.com/office/drawing/2014/main" id="{00857BE8-40C7-4C00-A081-C64856CC20CF}"/>
                  </a:ext>
                </a:extLst>
              </p:cNvPr>
              <p:cNvGrpSpPr/>
              <p:nvPr/>
            </p:nvGrpSpPr>
            <p:grpSpPr>
              <a:xfrm rot="5400000">
                <a:off x="9423689" y="1290573"/>
                <a:ext cx="647398" cy="612738"/>
                <a:chOff x="8237897" y="1276863"/>
                <a:chExt cx="647398" cy="612738"/>
              </a:xfrm>
            </p:grpSpPr>
            <p:sp>
              <p:nvSpPr>
                <p:cNvPr id="168" name="矩形 167">
                  <a:extLst>
                    <a:ext uri="{FF2B5EF4-FFF2-40B4-BE49-F238E27FC236}">
                      <a16:creationId xmlns:a16="http://schemas.microsoft.com/office/drawing/2014/main" id="{B74FA10B-594C-403F-ADD0-F19A738055AF}"/>
                    </a:ext>
                  </a:extLst>
                </p:cNvPr>
                <p:cNvSpPr/>
                <p:nvPr/>
              </p:nvSpPr>
              <p:spPr>
                <a:xfrm>
                  <a:off x="8237897" y="1276863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  <p:sp>
              <p:nvSpPr>
                <p:cNvPr id="169" name="矩形 168">
                  <a:extLst>
                    <a:ext uri="{FF2B5EF4-FFF2-40B4-BE49-F238E27FC236}">
                      <a16:creationId xmlns:a16="http://schemas.microsoft.com/office/drawing/2014/main" id="{E656C5A4-E641-40C2-A9A1-40E2B42DD0AE}"/>
                    </a:ext>
                  </a:extLst>
                </p:cNvPr>
                <p:cNvSpPr/>
                <p:nvPr/>
              </p:nvSpPr>
              <p:spPr>
                <a:xfrm>
                  <a:off x="8497734" y="1276863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  <p:sp>
              <p:nvSpPr>
                <p:cNvPr id="170" name="矩形 169">
                  <a:extLst>
                    <a:ext uri="{FF2B5EF4-FFF2-40B4-BE49-F238E27FC236}">
                      <a16:creationId xmlns:a16="http://schemas.microsoft.com/office/drawing/2014/main" id="{B873265F-40F7-4C90-936F-F2C20284F6B4}"/>
                    </a:ext>
                  </a:extLst>
                </p:cNvPr>
                <p:cNvSpPr/>
                <p:nvPr/>
              </p:nvSpPr>
              <p:spPr>
                <a:xfrm>
                  <a:off x="8757571" y="1276863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 dirty="0"/>
                </a:p>
              </p:txBody>
            </p:sp>
            <p:sp>
              <p:nvSpPr>
                <p:cNvPr id="171" name="矩形 170">
                  <a:extLst>
                    <a:ext uri="{FF2B5EF4-FFF2-40B4-BE49-F238E27FC236}">
                      <a16:creationId xmlns:a16="http://schemas.microsoft.com/office/drawing/2014/main" id="{A6DC44E6-4FE2-48F7-AB6E-CF7930612637}"/>
                    </a:ext>
                  </a:extLst>
                </p:cNvPr>
                <p:cNvSpPr/>
                <p:nvPr/>
              </p:nvSpPr>
              <p:spPr>
                <a:xfrm>
                  <a:off x="8237897" y="1520579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  <p:sp>
              <p:nvSpPr>
                <p:cNvPr id="172" name="矩形 171">
                  <a:extLst>
                    <a:ext uri="{FF2B5EF4-FFF2-40B4-BE49-F238E27FC236}">
                      <a16:creationId xmlns:a16="http://schemas.microsoft.com/office/drawing/2014/main" id="{CB444800-284A-401E-A9B3-2523CFEF21BF}"/>
                    </a:ext>
                  </a:extLst>
                </p:cNvPr>
                <p:cNvSpPr/>
                <p:nvPr/>
              </p:nvSpPr>
              <p:spPr>
                <a:xfrm>
                  <a:off x="8237897" y="1761877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  <p:sp>
              <p:nvSpPr>
                <p:cNvPr id="173" name="矩形 172">
                  <a:extLst>
                    <a:ext uri="{FF2B5EF4-FFF2-40B4-BE49-F238E27FC236}">
                      <a16:creationId xmlns:a16="http://schemas.microsoft.com/office/drawing/2014/main" id="{2213C28B-BCE1-438F-B3DA-7F7352829B51}"/>
                    </a:ext>
                  </a:extLst>
                </p:cNvPr>
                <p:cNvSpPr/>
                <p:nvPr/>
              </p:nvSpPr>
              <p:spPr>
                <a:xfrm>
                  <a:off x="8497734" y="1520579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</p:grpSp>
          <p:grpSp>
            <p:nvGrpSpPr>
              <p:cNvPr id="174" name="组合 173">
                <a:extLst>
                  <a:ext uri="{FF2B5EF4-FFF2-40B4-BE49-F238E27FC236}">
                    <a16:creationId xmlns:a16="http://schemas.microsoft.com/office/drawing/2014/main" id="{9A326480-7CE8-4AFD-BBFB-F396F27C12E2}"/>
                  </a:ext>
                </a:extLst>
              </p:cNvPr>
              <p:cNvGrpSpPr/>
              <p:nvPr/>
            </p:nvGrpSpPr>
            <p:grpSpPr>
              <a:xfrm rot="10800000">
                <a:off x="9406359" y="2301442"/>
                <a:ext cx="647398" cy="612738"/>
                <a:chOff x="8237897" y="1276863"/>
                <a:chExt cx="647398" cy="612738"/>
              </a:xfrm>
            </p:grpSpPr>
            <p:sp>
              <p:nvSpPr>
                <p:cNvPr id="175" name="矩形 174">
                  <a:extLst>
                    <a:ext uri="{FF2B5EF4-FFF2-40B4-BE49-F238E27FC236}">
                      <a16:creationId xmlns:a16="http://schemas.microsoft.com/office/drawing/2014/main" id="{D880E736-204B-41E7-B760-5DA4F39838DC}"/>
                    </a:ext>
                  </a:extLst>
                </p:cNvPr>
                <p:cNvSpPr/>
                <p:nvPr/>
              </p:nvSpPr>
              <p:spPr>
                <a:xfrm>
                  <a:off x="8237897" y="1276863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  <p:sp>
              <p:nvSpPr>
                <p:cNvPr id="176" name="矩形 175">
                  <a:extLst>
                    <a:ext uri="{FF2B5EF4-FFF2-40B4-BE49-F238E27FC236}">
                      <a16:creationId xmlns:a16="http://schemas.microsoft.com/office/drawing/2014/main" id="{3A457FFD-EB9E-427C-B62B-6FFCC68EA60B}"/>
                    </a:ext>
                  </a:extLst>
                </p:cNvPr>
                <p:cNvSpPr/>
                <p:nvPr/>
              </p:nvSpPr>
              <p:spPr>
                <a:xfrm>
                  <a:off x="8497734" y="1276863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  <p:sp>
              <p:nvSpPr>
                <p:cNvPr id="177" name="矩形 176">
                  <a:extLst>
                    <a:ext uri="{FF2B5EF4-FFF2-40B4-BE49-F238E27FC236}">
                      <a16:creationId xmlns:a16="http://schemas.microsoft.com/office/drawing/2014/main" id="{A194359A-562B-4FAB-A74B-058E0B1B0567}"/>
                    </a:ext>
                  </a:extLst>
                </p:cNvPr>
                <p:cNvSpPr/>
                <p:nvPr/>
              </p:nvSpPr>
              <p:spPr>
                <a:xfrm>
                  <a:off x="8757571" y="1276863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 dirty="0"/>
                </a:p>
              </p:txBody>
            </p:sp>
            <p:sp>
              <p:nvSpPr>
                <p:cNvPr id="178" name="矩形 177">
                  <a:extLst>
                    <a:ext uri="{FF2B5EF4-FFF2-40B4-BE49-F238E27FC236}">
                      <a16:creationId xmlns:a16="http://schemas.microsoft.com/office/drawing/2014/main" id="{0CAB684A-0015-4736-BD41-FD2AD75C152D}"/>
                    </a:ext>
                  </a:extLst>
                </p:cNvPr>
                <p:cNvSpPr/>
                <p:nvPr/>
              </p:nvSpPr>
              <p:spPr>
                <a:xfrm>
                  <a:off x="8237897" y="1520579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  <p:sp>
              <p:nvSpPr>
                <p:cNvPr id="179" name="矩形 178">
                  <a:extLst>
                    <a:ext uri="{FF2B5EF4-FFF2-40B4-BE49-F238E27FC236}">
                      <a16:creationId xmlns:a16="http://schemas.microsoft.com/office/drawing/2014/main" id="{BE8BED48-1B17-42C9-9B59-DBD729BAA04A}"/>
                    </a:ext>
                  </a:extLst>
                </p:cNvPr>
                <p:cNvSpPr/>
                <p:nvPr/>
              </p:nvSpPr>
              <p:spPr>
                <a:xfrm>
                  <a:off x="8237897" y="1761877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  <p:sp>
              <p:nvSpPr>
                <p:cNvPr id="180" name="矩形 179">
                  <a:extLst>
                    <a:ext uri="{FF2B5EF4-FFF2-40B4-BE49-F238E27FC236}">
                      <a16:creationId xmlns:a16="http://schemas.microsoft.com/office/drawing/2014/main" id="{8C3882B6-8008-4212-ADE6-32CDF159373E}"/>
                    </a:ext>
                  </a:extLst>
                </p:cNvPr>
                <p:cNvSpPr/>
                <p:nvPr/>
              </p:nvSpPr>
              <p:spPr>
                <a:xfrm>
                  <a:off x="8497734" y="1520579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</p:grpSp>
          <p:grpSp>
            <p:nvGrpSpPr>
              <p:cNvPr id="181" name="组合 180">
                <a:extLst>
                  <a:ext uri="{FF2B5EF4-FFF2-40B4-BE49-F238E27FC236}">
                    <a16:creationId xmlns:a16="http://schemas.microsoft.com/office/drawing/2014/main" id="{4F710D07-3DCF-4FDA-B217-A38B7BC5AB60}"/>
                  </a:ext>
                </a:extLst>
              </p:cNvPr>
              <p:cNvGrpSpPr/>
              <p:nvPr/>
            </p:nvGrpSpPr>
            <p:grpSpPr>
              <a:xfrm rot="16200000">
                <a:off x="8220649" y="2289063"/>
                <a:ext cx="647398" cy="612738"/>
                <a:chOff x="8237897" y="1276863"/>
                <a:chExt cx="647398" cy="612738"/>
              </a:xfrm>
            </p:grpSpPr>
            <p:sp>
              <p:nvSpPr>
                <p:cNvPr id="182" name="矩形 181">
                  <a:extLst>
                    <a:ext uri="{FF2B5EF4-FFF2-40B4-BE49-F238E27FC236}">
                      <a16:creationId xmlns:a16="http://schemas.microsoft.com/office/drawing/2014/main" id="{3598C981-8173-4766-AFBD-85D499C5E72C}"/>
                    </a:ext>
                  </a:extLst>
                </p:cNvPr>
                <p:cNvSpPr/>
                <p:nvPr/>
              </p:nvSpPr>
              <p:spPr>
                <a:xfrm>
                  <a:off x="8237897" y="1276863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  <p:sp>
              <p:nvSpPr>
                <p:cNvPr id="183" name="矩形 182">
                  <a:extLst>
                    <a:ext uri="{FF2B5EF4-FFF2-40B4-BE49-F238E27FC236}">
                      <a16:creationId xmlns:a16="http://schemas.microsoft.com/office/drawing/2014/main" id="{253BA69F-1750-4174-9D6B-812C2DA950B8}"/>
                    </a:ext>
                  </a:extLst>
                </p:cNvPr>
                <p:cNvSpPr/>
                <p:nvPr/>
              </p:nvSpPr>
              <p:spPr>
                <a:xfrm>
                  <a:off x="8497734" y="1276863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  <p:sp>
              <p:nvSpPr>
                <p:cNvPr id="184" name="矩形 183">
                  <a:extLst>
                    <a:ext uri="{FF2B5EF4-FFF2-40B4-BE49-F238E27FC236}">
                      <a16:creationId xmlns:a16="http://schemas.microsoft.com/office/drawing/2014/main" id="{E6F9236E-FF3A-477F-9BFA-FB10DEF9FE31}"/>
                    </a:ext>
                  </a:extLst>
                </p:cNvPr>
                <p:cNvSpPr/>
                <p:nvPr/>
              </p:nvSpPr>
              <p:spPr>
                <a:xfrm>
                  <a:off x="8757571" y="1276863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 dirty="0"/>
                </a:p>
              </p:txBody>
            </p:sp>
            <p:sp>
              <p:nvSpPr>
                <p:cNvPr id="185" name="矩形 184">
                  <a:extLst>
                    <a:ext uri="{FF2B5EF4-FFF2-40B4-BE49-F238E27FC236}">
                      <a16:creationId xmlns:a16="http://schemas.microsoft.com/office/drawing/2014/main" id="{4F093F2D-D266-4D34-8494-8CD8A5C7CBD3}"/>
                    </a:ext>
                  </a:extLst>
                </p:cNvPr>
                <p:cNvSpPr/>
                <p:nvPr/>
              </p:nvSpPr>
              <p:spPr>
                <a:xfrm>
                  <a:off x="8237897" y="1520579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  <p:sp>
              <p:nvSpPr>
                <p:cNvPr id="186" name="矩形 185">
                  <a:extLst>
                    <a:ext uri="{FF2B5EF4-FFF2-40B4-BE49-F238E27FC236}">
                      <a16:creationId xmlns:a16="http://schemas.microsoft.com/office/drawing/2014/main" id="{BE9F431F-A0D9-4901-A351-7D7A2A9CD2DD}"/>
                    </a:ext>
                  </a:extLst>
                </p:cNvPr>
                <p:cNvSpPr/>
                <p:nvPr/>
              </p:nvSpPr>
              <p:spPr>
                <a:xfrm>
                  <a:off x="8237897" y="1761877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  <p:sp>
              <p:nvSpPr>
                <p:cNvPr id="187" name="矩形 186">
                  <a:extLst>
                    <a:ext uri="{FF2B5EF4-FFF2-40B4-BE49-F238E27FC236}">
                      <a16:creationId xmlns:a16="http://schemas.microsoft.com/office/drawing/2014/main" id="{C7FA1B7D-803F-489A-B2A0-C62810D9D7A1}"/>
                    </a:ext>
                  </a:extLst>
                </p:cNvPr>
                <p:cNvSpPr/>
                <p:nvPr/>
              </p:nvSpPr>
              <p:spPr>
                <a:xfrm>
                  <a:off x="8497734" y="1520579"/>
                  <a:ext cx="127724" cy="127724"/>
                </a:xfrm>
                <a:prstGeom prst="rect">
                  <a:avLst/>
                </a:prstGeom>
                <a:solidFill>
                  <a:srgbClr val="88AABF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14847" tIns="57423" rIns="114847" bIns="57423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090"/>
                </a:p>
              </p:txBody>
            </p:sp>
          </p:grpSp>
          <p:grpSp>
            <p:nvGrpSpPr>
              <p:cNvPr id="188" name="组合 187">
                <a:extLst>
                  <a:ext uri="{FF2B5EF4-FFF2-40B4-BE49-F238E27FC236}">
                    <a16:creationId xmlns:a16="http://schemas.microsoft.com/office/drawing/2014/main" id="{466EC314-FE71-4B7C-86E4-7B1A7A1E8168}"/>
                  </a:ext>
                </a:extLst>
              </p:cNvPr>
              <p:cNvGrpSpPr/>
              <p:nvPr/>
            </p:nvGrpSpPr>
            <p:grpSpPr>
              <a:xfrm>
                <a:off x="9970845" y="1966780"/>
                <a:ext cx="38099" cy="243502"/>
                <a:chOff x="6591525" y="4725130"/>
                <a:chExt cx="38099" cy="243502"/>
              </a:xfrm>
            </p:grpSpPr>
            <p:sp>
              <p:nvSpPr>
                <p:cNvPr id="189" name="椭圆 188">
                  <a:extLst>
                    <a:ext uri="{FF2B5EF4-FFF2-40B4-BE49-F238E27FC236}">
                      <a16:creationId xmlns:a16="http://schemas.microsoft.com/office/drawing/2014/main" id="{A36719FD-3BC0-484A-8BC1-BA5415A57203}"/>
                    </a:ext>
                  </a:extLst>
                </p:cNvPr>
                <p:cNvSpPr/>
                <p:nvPr/>
              </p:nvSpPr>
              <p:spPr>
                <a:xfrm rot="5400000" flipH="1">
                  <a:off x="6592792" y="4931799"/>
                  <a:ext cx="36832" cy="36833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0" name="椭圆 189">
                  <a:extLst>
                    <a:ext uri="{FF2B5EF4-FFF2-40B4-BE49-F238E27FC236}">
                      <a16:creationId xmlns:a16="http://schemas.microsoft.com/office/drawing/2014/main" id="{9A11FDA7-EEBA-4F48-9AB8-D9D4D96366DA}"/>
                    </a:ext>
                  </a:extLst>
                </p:cNvPr>
                <p:cNvSpPr/>
                <p:nvPr/>
              </p:nvSpPr>
              <p:spPr>
                <a:xfrm rot="5400000" flipH="1">
                  <a:off x="6592792" y="4828464"/>
                  <a:ext cx="36832" cy="36833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1" name="椭圆 190">
                  <a:extLst>
                    <a:ext uri="{FF2B5EF4-FFF2-40B4-BE49-F238E27FC236}">
                      <a16:creationId xmlns:a16="http://schemas.microsoft.com/office/drawing/2014/main" id="{435C2311-EC3A-41D7-BB5C-8E8BECDFD558}"/>
                    </a:ext>
                  </a:extLst>
                </p:cNvPr>
                <p:cNvSpPr/>
                <p:nvPr/>
              </p:nvSpPr>
              <p:spPr>
                <a:xfrm rot="5400000" flipH="1">
                  <a:off x="6591526" y="4725129"/>
                  <a:ext cx="36832" cy="36833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92" name="组合 191">
                <a:extLst>
                  <a:ext uri="{FF2B5EF4-FFF2-40B4-BE49-F238E27FC236}">
                    <a16:creationId xmlns:a16="http://schemas.microsoft.com/office/drawing/2014/main" id="{E3AFF8B2-6986-40A7-A039-D4F375224820}"/>
                  </a:ext>
                </a:extLst>
              </p:cNvPr>
              <p:cNvGrpSpPr/>
              <p:nvPr/>
            </p:nvGrpSpPr>
            <p:grpSpPr>
              <a:xfrm rot="5400000">
                <a:off x="9143005" y="1215466"/>
                <a:ext cx="38099" cy="243502"/>
                <a:chOff x="6591525" y="4725130"/>
                <a:chExt cx="38099" cy="243502"/>
              </a:xfrm>
            </p:grpSpPr>
            <p:sp>
              <p:nvSpPr>
                <p:cNvPr id="193" name="椭圆 192">
                  <a:extLst>
                    <a:ext uri="{FF2B5EF4-FFF2-40B4-BE49-F238E27FC236}">
                      <a16:creationId xmlns:a16="http://schemas.microsoft.com/office/drawing/2014/main" id="{F82440E9-093C-4959-8E14-DE65EDCC73DA}"/>
                    </a:ext>
                  </a:extLst>
                </p:cNvPr>
                <p:cNvSpPr/>
                <p:nvPr/>
              </p:nvSpPr>
              <p:spPr>
                <a:xfrm rot="5400000" flipH="1">
                  <a:off x="6592792" y="4931799"/>
                  <a:ext cx="36832" cy="36833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4" name="椭圆 193">
                  <a:extLst>
                    <a:ext uri="{FF2B5EF4-FFF2-40B4-BE49-F238E27FC236}">
                      <a16:creationId xmlns:a16="http://schemas.microsoft.com/office/drawing/2014/main" id="{7B4DCA1C-426E-4BED-930B-AD7BB369EFF4}"/>
                    </a:ext>
                  </a:extLst>
                </p:cNvPr>
                <p:cNvSpPr/>
                <p:nvPr/>
              </p:nvSpPr>
              <p:spPr>
                <a:xfrm rot="5400000" flipH="1">
                  <a:off x="6592792" y="4828464"/>
                  <a:ext cx="36832" cy="36833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5" name="椭圆 194">
                  <a:extLst>
                    <a:ext uri="{FF2B5EF4-FFF2-40B4-BE49-F238E27FC236}">
                      <a16:creationId xmlns:a16="http://schemas.microsoft.com/office/drawing/2014/main" id="{F18B71C6-BC7E-402E-B908-A7736DED4DBC}"/>
                    </a:ext>
                  </a:extLst>
                </p:cNvPr>
                <p:cNvSpPr/>
                <p:nvPr/>
              </p:nvSpPr>
              <p:spPr>
                <a:xfrm rot="5400000" flipH="1">
                  <a:off x="6591526" y="4725129"/>
                  <a:ext cx="36832" cy="36833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96" name="组合 195">
                <a:extLst>
                  <a:ext uri="{FF2B5EF4-FFF2-40B4-BE49-F238E27FC236}">
                    <a16:creationId xmlns:a16="http://schemas.microsoft.com/office/drawing/2014/main" id="{7D8FB049-D4A4-495E-A785-0C2BD130B06F}"/>
                  </a:ext>
                </a:extLst>
              </p:cNvPr>
              <p:cNvGrpSpPr/>
              <p:nvPr/>
            </p:nvGrpSpPr>
            <p:grpSpPr>
              <a:xfrm rot="5400000">
                <a:off x="9143005" y="2730585"/>
                <a:ext cx="38099" cy="243502"/>
                <a:chOff x="6591525" y="4725130"/>
                <a:chExt cx="38099" cy="243502"/>
              </a:xfrm>
            </p:grpSpPr>
            <p:sp>
              <p:nvSpPr>
                <p:cNvPr id="197" name="椭圆 196">
                  <a:extLst>
                    <a:ext uri="{FF2B5EF4-FFF2-40B4-BE49-F238E27FC236}">
                      <a16:creationId xmlns:a16="http://schemas.microsoft.com/office/drawing/2014/main" id="{7FDE820F-9B6F-4489-B617-D493E0516A01}"/>
                    </a:ext>
                  </a:extLst>
                </p:cNvPr>
                <p:cNvSpPr/>
                <p:nvPr/>
              </p:nvSpPr>
              <p:spPr>
                <a:xfrm rot="5400000" flipH="1">
                  <a:off x="6592792" y="4931799"/>
                  <a:ext cx="36832" cy="36833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8" name="椭圆 197">
                  <a:extLst>
                    <a:ext uri="{FF2B5EF4-FFF2-40B4-BE49-F238E27FC236}">
                      <a16:creationId xmlns:a16="http://schemas.microsoft.com/office/drawing/2014/main" id="{9640B660-7ED9-41ED-A0E9-122C00695702}"/>
                    </a:ext>
                  </a:extLst>
                </p:cNvPr>
                <p:cNvSpPr/>
                <p:nvPr/>
              </p:nvSpPr>
              <p:spPr>
                <a:xfrm rot="5400000" flipH="1">
                  <a:off x="6592792" y="4828464"/>
                  <a:ext cx="36832" cy="36833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9" name="椭圆 198">
                  <a:extLst>
                    <a:ext uri="{FF2B5EF4-FFF2-40B4-BE49-F238E27FC236}">
                      <a16:creationId xmlns:a16="http://schemas.microsoft.com/office/drawing/2014/main" id="{DD9745E4-0D35-46A8-95EF-011471845912}"/>
                    </a:ext>
                  </a:extLst>
                </p:cNvPr>
                <p:cNvSpPr/>
                <p:nvPr/>
              </p:nvSpPr>
              <p:spPr>
                <a:xfrm rot="5400000" flipH="1">
                  <a:off x="6591526" y="4725129"/>
                  <a:ext cx="36832" cy="36833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8210C325-E9CF-4F8B-A2B9-838A43D28699}"/>
                  </a:ext>
                </a:extLst>
              </p:cNvPr>
              <p:cNvGrpSpPr/>
              <p:nvPr/>
            </p:nvGrpSpPr>
            <p:grpSpPr>
              <a:xfrm>
                <a:off x="8877782" y="1884338"/>
                <a:ext cx="455647" cy="455647"/>
                <a:chOff x="7065423" y="4590059"/>
                <a:chExt cx="455647" cy="455647"/>
              </a:xfrm>
            </p:grpSpPr>
            <p:sp>
              <p:nvSpPr>
                <p:cNvPr id="200" name="椭圆 199">
                  <a:extLst>
                    <a:ext uri="{FF2B5EF4-FFF2-40B4-BE49-F238E27FC236}">
                      <a16:creationId xmlns:a16="http://schemas.microsoft.com/office/drawing/2014/main" id="{52836B15-D620-4485-80FA-BEB521136040}"/>
                    </a:ext>
                  </a:extLst>
                </p:cNvPr>
                <p:cNvSpPr/>
                <p:nvPr/>
              </p:nvSpPr>
              <p:spPr>
                <a:xfrm flipH="1">
                  <a:off x="7065423" y="4590059"/>
                  <a:ext cx="74656" cy="74656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1" name="椭圆 200">
                  <a:extLst>
                    <a:ext uri="{FF2B5EF4-FFF2-40B4-BE49-F238E27FC236}">
                      <a16:creationId xmlns:a16="http://schemas.microsoft.com/office/drawing/2014/main" id="{DBC3BB7A-DF78-458A-97C0-76288B655BD1}"/>
                    </a:ext>
                  </a:extLst>
                </p:cNvPr>
                <p:cNvSpPr/>
                <p:nvPr/>
              </p:nvSpPr>
              <p:spPr>
                <a:xfrm flipH="1">
                  <a:off x="7192420" y="4717056"/>
                  <a:ext cx="74656" cy="74656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2" name="椭圆 201">
                  <a:extLst>
                    <a:ext uri="{FF2B5EF4-FFF2-40B4-BE49-F238E27FC236}">
                      <a16:creationId xmlns:a16="http://schemas.microsoft.com/office/drawing/2014/main" id="{57B94E23-53E7-49A4-BC77-F93EB4FA574E}"/>
                    </a:ext>
                  </a:extLst>
                </p:cNvPr>
                <p:cNvSpPr/>
                <p:nvPr/>
              </p:nvSpPr>
              <p:spPr>
                <a:xfrm flipH="1">
                  <a:off x="7319417" y="4844053"/>
                  <a:ext cx="74656" cy="74656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3" name="椭圆 202">
                  <a:extLst>
                    <a:ext uri="{FF2B5EF4-FFF2-40B4-BE49-F238E27FC236}">
                      <a16:creationId xmlns:a16="http://schemas.microsoft.com/office/drawing/2014/main" id="{B3627AA9-93BE-493E-8253-7489B4D29B5F}"/>
                    </a:ext>
                  </a:extLst>
                </p:cNvPr>
                <p:cNvSpPr/>
                <p:nvPr/>
              </p:nvSpPr>
              <p:spPr>
                <a:xfrm flipH="1">
                  <a:off x="7446414" y="4971050"/>
                  <a:ext cx="74656" cy="74656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179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689A6723-404F-4158-A4BB-9CF5D8DE9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39804">
              <a:off x="-397926" y="2641640"/>
              <a:ext cx="1766426" cy="457962"/>
            </a:xfrm>
            <a:prstGeom prst="rect">
              <a:avLst/>
            </a:prstGeom>
          </p:spPr>
        </p:pic>
        <p:pic>
          <p:nvPicPr>
            <p:cNvPr id="210" name="图片 209">
              <a:extLst>
                <a:ext uri="{FF2B5EF4-FFF2-40B4-BE49-F238E27FC236}">
                  <a16:creationId xmlns:a16="http://schemas.microsoft.com/office/drawing/2014/main" id="{39287C50-CDF9-438D-BB9D-FD566AC88F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596233">
              <a:off x="3744362" y="3655518"/>
              <a:ext cx="1448521" cy="554998"/>
            </a:xfrm>
            <a:prstGeom prst="rect">
              <a:avLst/>
            </a:prstGeom>
          </p:spPr>
        </p:pic>
        <p:pic>
          <p:nvPicPr>
            <p:cNvPr id="211" name="图片 210">
              <a:extLst>
                <a:ext uri="{FF2B5EF4-FFF2-40B4-BE49-F238E27FC236}">
                  <a16:creationId xmlns:a16="http://schemas.microsoft.com/office/drawing/2014/main" id="{8BB901E5-A79C-4A04-8C47-73EB07403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073426">
              <a:off x="3914932" y="1877936"/>
              <a:ext cx="1485556" cy="4473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5379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13</Words>
  <Application>Microsoft Office PowerPoint</Application>
  <DocSecurity>0</DocSecurity>
  <PresentationFormat>自定义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黑体</vt:lpstr>
      <vt:lpstr>微软雅黑</vt:lpstr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Feng</cp:lastModifiedBy>
  <cp:revision>67</cp:revision>
  <dcterms:created xsi:type="dcterms:W3CDTF">2026-09-09T14:03:15Z</dcterms:created>
  <dcterms:modified xsi:type="dcterms:W3CDTF">2026-09-16T08:49:32Z</dcterms:modified>
</cp:coreProperties>
</file>